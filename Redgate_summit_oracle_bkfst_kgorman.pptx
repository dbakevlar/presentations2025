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omments/modernComment_7FE4D896_6EFCB27F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39" r:id="rId4"/>
  </p:sldMasterIdLst>
  <p:notesMasterIdLst>
    <p:notesMasterId r:id="rId71"/>
  </p:notesMasterIdLst>
  <p:handoutMasterIdLst>
    <p:handoutMasterId r:id="rId72"/>
  </p:handoutMasterIdLst>
  <p:sldIdLst>
    <p:sldId id="793" r:id="rId5"/>
    <p:sldId id="797" r:id="rId6"/>
    <p:sldId id="2147481664" r:id="rId7"/>
    <p:sldId id="2147481666" r:id="rId8"/>
    <p:sldId id="2147469901" r:id="rId9"/>
    <p:sldId id="2147469902" r:id="rId10"/>
    <p:sldId id="2147481667" r:id="rId11"/>
    <p:sldId id="2147469889" r:id="rId12"/>
    <p:sldId id="2147469891" r:id="rId13"/>
    <p:sldId id="2147469874" r:id="rId14"/>
    <p:sldId id="2147469858" r:id="rId15"/>
    <p:sldId id="2147469863" r:id="rId16"/>
    <p:sldId id="2147469864" r:id="rId17"/>
    <p:sldId id="2147469865" r:id="rId18"/>
    <p:sldId id="2147469866" r:id="rId19"/>
    <p:sldId id="2147469867" r:id="rId20"/>
    <p:sldId id="747" r:id="rId21"/>
    <p:sldId id="2147469887" r:id="rId22"/>
    <p:sldId id="2147469886" r:id="rId23"/>
    <p:sldId id="415" r:id="rId24"/>
    <p:sldId id="2147481663" r:id="rId25"/>
    <p:sldId id="2147481650" r:id="rId26"/>
    <p:sldId id="2147481669" r:id="rId27"/>
    <p:sldId id="2147469893" r:id="rId28"/>
    <p:sldId id="2147469739" r:id="rId29"/>
    <p:sldId id="262" r:id="rId30"/>
    <p:sldId id="263" r:id="rId31"/>
    <p:sldId id="2147469898" r:id="rId32"/>
    <p:sldId id="2147481678" r:id="rId33"/>
    <p:sldId id="2147481679" r:id="rId34"/>
    <p:sldId id="2147469897" r:id="rId35"/>
    <p:sldId id="2147481680" r:id="rId36"/>
    <p:sldId id="2147469900" r:id="rId37"/>
    <p:sldId id="2147481683" r:id="rId38"/>
    <p:sldId id="2147481682" r:id="rId39"/>
    <p:sldId id="2147481681" r:id="rId40"/>
    <p:sldId id="2147469895" r:id="rId41"/>
    <p:sldId id="2147469896" r:id="rId42"/>
    <p:sldId id="2147481684" r:id="rId43"/>
    <p:sldId id="2147481668" r:id="rId44"/>
    <p:sldId id="2147481677" r:id="rId45"/>
    <p:sldId id="2147481675" r:id="rId46"/>
    <p:sldId id="2147481676" r:id="rId47"/>
    <p:sldId id="2147469872" r:id="rId48"/>
    <p:sldId id="2147469871" r:id="rId49"/>
    <p:sldId id="2147469873" r:id="rId50"/>
    <p:sldId id="258" r:id="rId51"/>
    <p:sldId id="2147469875" r:id="rId52"/>
    <p:sldId id="260" r:id="rId53"/>
    <p:sldId id="2147469737" r:id="rId54"/>
    <p:sldId id="273" r:id="rId55"/>
    <p:sldId id="2147469876" r:id="rId56"/>
    <p:sldId id="268" r:id="rId57"/>
    <p:sldId id="2147469877" r:id="rId58"/>
    <p:sldId id="2147481670" r:id="rId59"/>
    <p:sldId id="335" r:id="rId60"/>
    <p:sldId id="2147469804" r:id="rId61"/>
    <p:sldId id="270" r:id="rId62"/>
    <p:sldId id="789" r:id="rId63"/>
    <p:sldId id="2147481665" r:id="rId64"/>
    <p:sldId id="2147481671" r:id="rId65"/>
    <p:sldId id="2147481672" r:id="rId66"/>
    <p:sldId id="2147481674" r:id="rId67"/>
    <p:sldId id="1730" r:id="rId68"/>
    <p:sldId id="2145704086" r:id="rId69"/>
    <p:sldId id="784" r:id="rId70"/>
  </p:sldIdLst>
  <p:sldSz cx="12192000" cy="6858000"/>
  <p:notesSz cx="6797675" cy="9926638"/>
  <p:embeddedFontLst>
    <p:embeddedFont>
      <p:font typeface="Avenir Next LT Pro Light" panose="020B0304020202020204" pitchFamily="34" charset="0"/>
      <p:regular r:id="rId73"/>
      <p:italic r:id="rId74"/>
    </p:embeddedFont>
    <p:embeddedFont>
      <p:font typeface="Consolas" panose="020B0609020204030204" pitchFamily="49" charset="0"/>
      <p:regular r:id="rId75"/>
      <p:bold r:id="rId76"/>
      <p:italic r:id="rId77"/>
      <p:boldItalic r:id="rId78"/>
    </p:embeddedFont>
    <p:embeddedFont>
      <p:font typeface="gatebase Medium" panose="00000500000000000000" charset="0"/>
      <p:regular r:id="rId79"/>
      <p:bold r:id="rId80"/>
      <p:italic r:id="rId81"/>
      <p:boldItalic r:id="rId82"/>
    </p:embeddedFont>
    <p:embeddedFont>
      <p:font typeface="Kanit Medium" panose="020B0604020202020204" charset="0"/>
      <p:regular r:id="rId83"/>
      <p:italic r:id="rId84"/>
    </p:embeddedFont>
    <p:embeddedFont>
      <p:font typeface="Roboto" panose="02000000000000000000" pitchFamily="2" charset="0"/>
      <p:regular r:id="rId85"/>
      <p:bold r:id="rId86"/>
      <p:italic r:id="rId87"/>
      <p:boldItalic r:id="rId88"/>
    </p:embeddedFont>
    <p:embeddedFont>
      <p:font typeface="Roboto Bold" panose="02000000000000000000" charset="0"/>
      <p:bold r:id="rId89"/>
      <p:italic r:id="rId90"/>
      <p:boldItalic r:id="rId91"/>
    </p:embeddedFont>
    <p:embeddedFont>
      <p:font typeface="Roboto Medium" panose="02000000000000000000" pitchFamily="2" charset="0"/>
      <p:regular r:id="rId92"/>
      <p:italic r:id="rId93"/>
    </p:embeddedFont>
    <p:embeddedFont>
      <p:font typeface="Roboto Regular" panose="020B0604020202020204" charset="0"/>
      <p:regular r:id="rId94"/>
      <p:bold r:id="rId95"/>
      <p:italic r:id="rId96"/>
      <p:boldItalic r:id="rId97"/>
    </p:embeddedFont>
    <p:embeddedFont>
      <p:font typeface="Segoe UI" panose="020B0502040204020203" pitchFamily="34" charset="0"/>
      <p:regular r:id="rId98"/>
      <p:bold r:id="rId99"/>
      <p:italic r:id="rId100"/>
      <p:boldItalic r:id="rId10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ssion Introduction Slides" id="{F0F73671-3FA4-724F-8566-04E3B0D3E1BB}">
          <p14:sldIdLst>
            <p14:sldId id="793"/>
          </p14:sldIdLst>
        </p14:section>
        <p14:section name="Content Slides" id="{AC2BF53A-ED41-4FC8-A5F6-5A2A091945A8}">
          <p14:sldIdLst>
            <p14:sldId id="797"/>
            <p14:sldId id="2147481664"/>
            <p14:sldId id="2147481666"/>
            <p14:sldId id="2147469901"/>
            <p14:sldId id="2147469902"/>
            <p14:sldId id="2147481667"/>
            <p14:sldId id="2147469889"/>
            <p14:sldId id="2147469891"/>
            <p14:sldId id="2147469874"/>
            <p14:sldId id="2147469858"/>
            <p14:sldId id="2147469863"/>
            <p14:sldId id="2147469864"/>
            <p14:sldId id="2147469865"/>
            <p14:sldId id="2147469866"/>
            <p14:sldId id="2147469867"/>
            <p14:sldId id="747"/>
            <p14:sldId id="2147469887"/>
            <p14:sldId id="2147469886"/>
            <p14:sldId id="415"/>
            <p14:sldId id="2147481663"/>
            <p14:sldId id="2147481650"/>
            <p14:sldId id="2147481669"/>
            <p14:sldId id="2147469893"/>
            <p14:sldId id="2147469739"/>
            <p14:sldId id="262"/>
            <p14:sldId id="263"/>
            <p14:sldId id="2147469898"/>
            <p14:sldId id="2147481678"/>
            <p14:sldId id="2147481679"/>
            <p14:sldId id="2147469897"/>
            <p14:sldId id="2147481680"/>
            <p14:sldId id="2147469900"/>
            <p14:sldId id="2147481683"/>
            <p14:sldId id="2147481682"/>
            <p14:sldId id="2147481681"/>
            <p14:sldId id="2147469895"/>
            <p14:sldId id="2147469896"/>
            <p14:sldId id="2147481684"/>
            <p14:sldId id="2147481668"/>
            <p14:sldId id="2147481677"/>
            <p14:sldId id="2147481675"/>
            <p14:sldId id="2147481676"/>
            <p14:sldId id="2147469872"/>
            <p14:sldId id="2147469871"/>
            <p14:sldId id="2147469873"/>
            <p14:sldId id="258"/>
            <p14:sldId id="2147469875"/>
            <p14:sldId id="260"/>
            <p14:sldId id="2147469737"/>
            <p14:sldId id="273"/>
            <p14:sldId id="2147469876"/>
            <p14:sldId id="268"/>
            <p14:sldId id="2147469877"/>
            <p14:sldId id="2147481670"/>
            <p14:sldId id="335"/>
            <p14:sldId id="2147469804"/>
            <p14:sldId id="270"/>
            <p14:sldId id="789"/>
            <p14:sldId id="2147481665"/>
            <p14:sldId id="2147481671"/>
            <p14:sldId id="2147481672"/>
            <p14:sldId id="2147481674"/>
            <p14:sldId id="1730"/>
            <p14:sldId id="2145704086"/>
            <p14:sldId id="784"/>
          </p14:sldIdLst>
        </p14:section>
        <p14:section name="Section Breaker Slides" id="{352D49E5-280C-4E55-B69A-8ABDEBC031AC}">
          <p14:sldIdLst/>
        </p14:section>
        <p14:section name="Wrap Up Slides" id="{D0F46B1A-3930-4E4E-AE2B-35B4FBD37CC3}">
          <p14:sldIdLst/>
        </p14:section>
        <p14:section name="Optional" id="{3F43AA34-A3F6-45A0-813C-2B385CE79EB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063348-729E-4E53-1647-FCA97C59F23B}" name="Bryony Ford" initials="BF" userId="S::bryony.ford@red-gate.com::44d91d7b-8be4-4164-8d29-cf7de17c7f2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CC0000"/>
    <a:srgbClr val="F2F2F2"/>
    <a:srgbClr val="373737"/>
    <a:srgbClr val="2F6ED7"/>
    <a:srgbClr val="8AB6EC"/>
    <a:srgbClr val="B1CEF2"/>
    <a:srgbClr val="D8E7F9"/>
    <a:srgbClr val="7BA5D9"/>
    <a:srgbClr val="008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92E21-465D-40C8-96B2-48C73AEAA5F7}" v="14" dt="2025-09-17T12:20:33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2.fntdata"/><Relationship Id="rId89" Type="http://schemas.openxmlformats.org/officeDocument/2006/relationships/font" Target="fonts/font17.fntdata"/><Relationship Id="rId16" Type="http://schemas.openxmlformats.org/officeDocument/2006/relationships/slide" Target="slides/slide12.xml"/><Relationship Id="rId107" Type="http://schemas.microsoft.com/office/2015/10/relationships/revisionInfo" Target="revisionInfo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102" Type="http://schemas.openxmlformats.org/officeDocument/2006/relationships/presProps" Target="presProps.xml"/><Relationship Id="rId5" Type="http://schemas.openxmlformats.org/officeDocument/2006/relationships/slide" Target="slides/slide1.xml"/><Relationship Id="rId90" Type="http://schemas.openxmlformats.org/officeDocument/2006/relationships/font" Target="fonts/font18.fntdata"/><Relationship Id="rId95" Type="http://schemas.openxmlformats.org/officeDocument/2006/relationships/font" Target="fonts/font23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viewProps" Target="viewProps.xml"/><Relationship Id="rId108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schemas.openxmlformats.org/officeDocument/2006/relationships/font" Target="fonts/font16.fntdata"/><Relationship Id="rId91" Type="http://schemas.openxmlformats.org/officeDocument/2006/relationships/font" Target="fonts/font19.fntdata"/><Relationship Id="rId96" Type="http://schemas.openxmlformats.org/officeDocument/2006/relationships/font" Target="fonts/font2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font" Target="fonts/font14.fntdata"/><Relationship Id="rId94" Type="http://schemas.openxmlformats.org/officeDocument/2006/relationships/font" Target="fonts/font22.fntdata"/><Relationship Id="rId99" Type="http://schemas.openxmlformats.org/officeDocument/2006/relationships/font" Target="fonts/font27.fntdata"/><Relationship Id="rId101" Type="http://schemas.openxmlformats.org/officeDocument/2006/relationships/font" Target="fonts/font2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4.fntdata"/><Relationship Id="rId97" Type="http://schemas.openxmlformats.org/officeDocument/2006/relationships/font" Target="fonts/font25.fntdata"/><Relationship Id="rId104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92" Type="http://schemas.openxmlformats.org/officeDocument/2006/relationships/font" Target="fonts/font2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5.fntdata"/><Relationship Id="rId61" Type="http://schemas.openxmlformats.org/officeDocument/2006/relationships/slide" Target="slides/slide57.xml"/><Relationship Id="rId82" Type="http://schemas.openxmlformats.org/officeDocument/2006/relationships/font" Target="fonts/font1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5.fntdata"/><Relationship Id="rId100" Type="http://schemas.openxmlformats.org/officeDocument/2006/relationships/font" Target="fonts/font28.fntdata"/><Relationship Id="rId105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handoutMaster" Target="handoutMasters/handoutMaster1.xml"/><Relationship Id="rId93" Type="http://schemas.openxmlformats.org/officeDocument/2006/relationships/font" Target="fonts/font21.fntdata"/><Relationship Id="rId98" Type="http://schemas.openxmlformats.org/officeDocument/2006/relationships/font" Target="fonts/font26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n Gorman" userId="e23a768f-2613-433c-8868-7d00ab8a4972" providerId="ADAL" clId="{C393EDAA-CBB4-435C-BAD1-515289D435C6}"/>
    <pc:docChg chg="custSel addSld delSld modSld sldOrd modSection">
      <pc:chgData name="Kellyn Gorman" userId="e23a768f-2613-433c-8868-7d00ab8a4972" providerId="ADAL" clId="{C393EDAA-CBB4-435C-BAD1-515289D435C6}" dt="2025-09-17T12:20:36.124" v="2539" actId="47"/>
      <pc:docMkLst>
        <pc:docMk/>
      </pc:docMkLst>
      <pc:sldChg chg="ord">
        <pc:chgData name="Kellyn Gorman" userId="e23a768f-2613-433c-8868-7d00ab8a4972" providerId="ADAL" clId="{C393EDAA-CBB4-435C-BAD1-515289D435C6}" dt="2025-09-12T20:28:42.980" v="2516"/>
        <pc:sldMkLst>
          <pc:docMk/>
          <pc:sldMk cId="2108312450" sldId="262"/>
        </pc:sldMkLst>
      </pc:sldChg>
      <pc:sldChg chg="ord">
        <pc:chgData name="Kellyn Gorman" userId="e23a768f-2613-433c-8868-7d00ab8a4972" providerId="ADAL" clId="{C393EDAA-CBB4-435C-BAD1-515289D435C6}" dt="2025-09-12T20:29:28.009" v="2518"/>
        <pc:sldMkLst>
          <pc:docMk/>
          <pc:sldMk cId="3003425637" sldId="263"/>
        </pc:sldMkLst>
      </pc:sldChg>
      <pc:sldChg chg="del">
        <pc:chgData name="Kellyn Gorman" userId="e23a768f-2613-433c-8868-7d00ab8a4972" providerId="ADAL" clId="{C393EDAA-CBB4-435C-BAD1-515289D435C6}" dt="2025-09-12T20:26:21.437" v="2506" actId="47"/>
        <pc:sldMkLst>
          <pc:docMk/>
          <pc:sldMk cId="3204745408" sldId="277"/>
        </pc:sldMkLst>
      </pc:sldChg>
      <pc:sldChg chg="add del">
        <pc:chgData name="Kellyn Gorman" userId="e23a768f-2613-433c-8868-7d00ab8a4972" providerId="ADAL" clId="{C393EDAA-CBB4-435C-BAD1-515289D435C6}" dt="2025-09-17T12:20:36.124" v="2539" actId="47"/>
        <pc:sldMkLst>
          <pc:docMk/>
          <pc:sldMk cId="272330160" sldId="368"/>
        </pc:sldMkLst>
      </pc:sldChg>
      <pc:sldChg chg="delSp del mod">
        <pc:chgData name="Kellyn Gorman" userId="e23a768f-2613-433c-8868-7d00ab8a4972" providerId="ADAL" clId="{C393EDAA-CBB4-435C-BAD1-515289D435C6}" dt="2025-09-15T22:32:53.008" v="2536" actId="47"/>
        <pc:sldMkLst>
          <pc:docMk/>
          <pc:sldMk cId="1983354127" sldId="2145704070"/>
        </pc:sldMkLst>
      </pc:sldChg>
      <pc:sldChg chg="add">
        <pc:chgData name="Kellyn Gorman" userId="e23a768f-2613-433c-8868-7d00ab8a4972" providerId="ADAL" clId="{C393EDAA-CBB4-435C-BAD1-515289D435C6}" dt="2025-09-17T12:20:33.668" v="2538"/>
        <pc:sldMkLst>
          <pc:docMk/>
          <pc:sldMk cId="1862054527" sldId="2145704086"/>
        </pc:sldMkLst>
      </pc:sldChg>
      <pc:sldChg chg="modSp mod ord">
        <pc:chgData name="Kellyn Gorman" userId="e23a768f-2613-433c-8868-7d00ab8a4972" providerId="ADAL" clId="{C393EDAA-CBB4-435C-BAD1-515289D435C6}" dt="2025-09-12T20:29:54.104" v="2522"/>
        <pc:sldMkLst>
          <pc:docMk/>
          <pc:sldMk cId="2564864780" sldId="2147469739"/>
        </pc:sldMkLst>
        <pc:grpChg chg="ord">
          <ac:chgData name="Kellyn Gorman" userId="e23a768f-2613-433c-8868-7d00ab8a4972" providerId="ADAL" clId="{C393EDAA-CBB4-435C-BAD1-515289D435C6}" dt="2025-09-12T19:47:46.197" v="385" actId="167"/>
          <ac:grpSpMkLst>
            <pc:docMk/>
            <pc:sldMk cId="2564864780" sldId="2147469739"/>
            <ac:grpSpMk id="13" creationId="{7061725D-3859-062B-DED3-37D121DE9A17}"/>
          </ac:grpSpMkLst>
        </pc:grpChg>
      </pc:sldChg>
      <pc:sldChg chg="ord">
        <pc:chgData name="Kellyn Gorman" userId="e23a768f-2613-433c-8868-7d00ab8a4972" providerId="ADAL" clId="{C393EDAA-CBB4-435C-BAD1-515289D435C6}" dt="2025-09-12T20:32:01.801" v="2535"/>
        <pc:sldMkLst>
          <pc:docMk/>
          <pc:sldMk cId="1509381380" sldId="2147469893"/>
        </pc:sldMkLst>
      </pc:sldChg>
      <pc:sldChg chg="ord">
        <pc:chgData name="Kellyn Gorman" userId="e23a768f-2613-433c-8868-7d00ab8a4972" providerId="ADAL" clId="{C393EDAA-CBB4-435C-BAD1-515289D435C6}" dt="2025-09-12T20:31:04.230" v="2529"/>
        <pc:sldMkLst>
          <pc:docMk/>
          <pc:sldMk cId="3105187122" sldId="2147469895"/>
        </pc:sldMkLst>
      </pc:sldChg>
      <pc:sldChg chg="ord">
        <pc:chgData name="Kellyn Gorman" userId="e23a768f-2613-433c-8868-7d00ab8a4972" providerId="ADAL" clId="{C393EDAA-CBB4-435C-BAD1-515289D435C6}" dt="2025-09-12T20:31:18.150" v="2531"/>
        <pc:sldMkLst>
          <pc:docMk/>
          <pc:sldMk cId="2176785550" sldId="2147469896"/>
        </pc:sldMkLst>
      </pc:sldChg>
      <pc:sldChg chg="ord">
        <pc:chgData name="Kellyn Gorman" userId="e23a768f-2613-433c-8868-7d00ab8a4972" providerId="ADAL" clId="{C393EDAA-CBB4-435C-BAD1-515289D435C6}" dt="2025-09-12T20:31:28.382" v="2533"/>
        <pc:sldMkLst>
          <pc:docMk/>
          <pc:sldMk cId="2914926279" sldId="2147469897"/>
        </pc:sldMkLst>
      </pc:sldChg>
      <pc:sldChg chg="mod ord modShow">
        <pc:chgData name="Kellyn Gorman" userId="e23a768f-2613-433c-8868-7d00ab8a4972" providerId="ADAL" clId="{C393EDAA-CBB4-435C-BAD1-515289D435C6}" dt="2025-09-12T20:30:25.606" v="2525" actId="729"/>
        <pc:sldMkLst>
          <pc:docMk/>
          <pc:sldMk cId="2314306142" sldId="2147469898"/>
        </pc:sldMkLst>
      </pc:sldChg>
      <pc:sldChg chg="ord">
        <pc:chgData name="Kellyn Gorman" userId="e23a768f-2613-433c-8868-7d00ab8a4972" providerId="ADAL" clId="{C393EDAA-CBB4-435C-BAD1-515289D435C6}" dt="2025-09-12T20:28:42.980" v="2516"/>
        <pc:sldMkLst>
          <pc:docMk/>
          <pc:sldMk cId="2969011019" sldId="2147469900"/>
        </pc:sldMkLst>
      </pc:sldChg>
      <pc:sldChg chg="ord">
        <pc:chgData name="Kellyn Gorman" userId="e23a768f-2613-433c-8868-7d00ab8a4972" providerId="ADAL" clId="{C393EDAA-CBB4-435C-BAD1-515289D435C6}" dt="2025-09-12T20:25:58.283" v="2505"/>
        <pc:sldMkLst>
          <pc:docMk/>
          <pc:sldMk cId="3494589052" sldId="2147481667"/>
        </pc:sldMkLst>
      </pc:sldChg>
      <pc:sldChg chg="modSp mod ord">
        <pc:chgData name="Kellyn Gorman" userId="e23a768f-2613-433c-8868-7d00ab8a4972" providerId="ADAL" clId="{C393EDAA-CBB4-435C-BAD1-515289D435C6}" dt="2025-09-12T20:28:42.980" v="2516"/>
        <pc:sldMkLst>
          <pc:docMk/>
          <pc:sldMk cId="4219312599" sldId="2147481669"/>
        </pc:sldMkLst>
        <pc:spChg chg="mod">
          <ac:chgData name="Kellyn Gorman" userId="e23a768f-2613-433c-8868-7d00ab8a4972" providerId="ADAL" clId="{C393EDAA-CBB4-435C-BAD1-515289D435C6}" dt="2025-09-12T19:40:00.742" v="8" actId="20577"/>
          <ac:spMkLst>
            <pc:docMk/>
            <pc:sldMk cId="4219312599" sldId="2147481669"/>
            <ac:spMk id="2" creationId="{39A0AB55-E184-59D8-D600-F005DE49091E}"/>
          </ac:spMkLst>
        </pc:spChg>
      </pc:sldChg>
      <pc:sldChg chg="del">
        <pc:chgData name="Kellyn Gorman" userId="e23a768f-2613-433c-8868-7d00ab8a4972" providerId="ADAL" clId="{C393EDAA-CBB4-435C-BAD1-515289D435C6}" dt="2025-09-12T20:04:01.863" v="829" actId="2696"/>
        <pc:sldMkLst>
          <pc:docMk/>
          <pc:sldMk cId="1536476049" sldId="2147481673"/>
        </pc:sldMkLst>
      </pc:sldChg>
      <pc:sldChg chg="add">
        <pc:chgData name="Kellyn Gorman" userId="e23a768f-2613-433c-8868-7d00ab8a4972" providerId="ADAL" clId="{C393EDAA-CBB4-435C-BAD1-515289D435C6}" dt="2025-09-12T19:39:54.667" v="0" actId="2890"/>
        <pc:sldMkLst>
          <pc:docMk/>
          <pc:sldMk cId="920902000" sldId="2147481677"/>
        </pc:sldMkLst>
      </pc:sldChg>
      <pc:sldChg chg="modSp new mod ord">
        <pc:chgData name="Kellyn Gorman" userId="e23a768f-2613-433c-8868-7d00ab8a4972" providerId="ADAL" clId="{C393EDAA-CBB4-435C-BAD1-515289D435C6}" dt="2025-09-12T20:29:46.352" v="2520"/>
        <pc:sldMkLst>
          <pc:docMk/>
          <pc:sldMk cId="1790079249" sldId="2147481678"/>
        </pc:sldMkLst>
        <pc:spChg chg="mod">
          <ac:chgData name="Kellyn Gorman" userId="e23a768f-2613-433c-8868-7d00ab8a4972" providerId="ADAL" clId="{C393EDAA-CBB4-435C-BAD1-515289D435C6}" dt="2025-09-12T19:40:42.946" v="46" actId="20577"/>
          <ac:spMkLst>
            <pc:docMk/>
            <pc:sldMk cId="1790079249" sldId="2147481678"/>
            <ac:spMk id="2" creationId="{311AA341-9082-F88C-3B6C-A940A25D4013}"/>
          </ac:spMkLst>
        </pc:spChg>
        <pc:spChg chg="mod">
          <ac:chgData name="Kellyn Gorman" userId="e23a768f-2613-433c-8868-7d00ab8a4972" providerId="ADAL" clId="{C393EDAA-CBB4-435C-BAD1-515289D435C6}" dt="2025-09-12T19:45:02.725" v="381" actId="20577"/>
          <ac:spMkLst>
            <pc:docMk/>
            <pc:sldMk cId="1790079249" sldId="2147481678"/>
            <ac:spMk id="3" creationId="{0D80BFC3-D0F1-E180-072C-47AFF62085E1}"/>
          </ac:spMkLst>
        </pc:spChg>
      </pc:sldChg>
      <pc:sldChg chg="addSp modSp new mod ord">
        <pc:chgData name="Kellyn Gorman" userId="e23a768f-2613-433c-8868-7d00ab8a4972" providerId="ADAL" clId="{C393EDAA-CBB4-435C-BAD1-515289D435C6}" dt="2025-09-12T20:28:42.980" v="2516"/>
        <pc:sldMkLst>
          <pc:docMk/>
          <pc:sldMk cId="1844178455" sldId="2147481679"/>
        </pc:sldMkLst>
        <pc:spChg chg="mod">
          <ac:chgData name="Kellyn Gorman" userId="e23a768f-2613-433c-8868-7d00ab8a4972" providerId="ADAL" clId="{C393EDAA-CBB4-435C-BAD1-515289D435C6}" dt="2025-09-12T19:48:28.341" v="418" actId="20577"/>
          <ac:spMkLst>
            <pc:docMk/>
            <pc:sldMk cId="1844178455" sldId="2147481679"/>
            <ac:spMk id="2" creationId="{D6A2F016-5D2B-0DE9-086C-25647D5A95EB}"/>
          </ac:spMkLst>
        </pc:spChg>
        <pc:spChg chg="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3" creationId="{2C50A38F-9603-FD8D-5171-5500BB49FF3E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6" creationId="{13D731E6-EA65-68DD-8F82-2DA3CA2BB49C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7" creationId="{7866C0B0-48BE-1010-E2AC-19F8CE8D6A0E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10" creationId="{AF9F0DD8-D071-35AE-FCD0-ACBC8E73367E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11" creationId="{D7BD56FD-1FA4-53AA-31F3-45FF0BA87A4A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12" creationId="{F48BE68F-8F18-AD92-16DA-782BC4BFAE45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13" creationId="{B918600E-6D3E-DD73-2487-9F20EF635157}"/>
          </ac:spMkLst>
        </pc:spChg>
        <pc:spChg chg="add mod">
          <ac:chgData name="Kellyn Gorman" userId="e23a768f-2613-433c-8868-7d00ab8a4972" providerId="ADAL" clId="{C393EDAA-CBB4-435C-BAD1-515289D435C6}" dt="2025-09-12T20:02:54.136" v="824" actId="1076"/>
          <ac:spMkLst>
            <pc:docMk/>
            <pc:sldMk cId="1844178455" sldId="2147481679"/>
            <ac:spMk id="14" creationId="{85B82361-470A-EB86-6D3E-38AB318FAE91}"/>
          </ac:spMkLst>
        </pc:spChg>
        <pc:spChg chg="add mod">
          <ac:chgData name="Kellyn Gorman" userId="e23a768f-2613-433c-8868-7d00ab8a4972" providerId="ADAL" clId="{C393EDAA-CBB4-435C-BAD1-515289D435C6}" dt="2025-09-12T20:03:00.344" v="825" actId="1076"/>
          <ac:spMkLst>
            <pc:docMk/>
            <pc:sldMk cId="1844178455" sldId="2147481679"/>
            <ac:spMk id="15" creationId="{53F49510-0A6E-8310-43C3-4BF80F46905A}"/>
          </ac:spMkLst>
        </pc:spChg>
        <pc:spChg chg="add mod">
          <ac:chgData name="Kellyn Gorman" userId="e23a768f-2613-433c-8868-7d00ab8a4972" providerId="ADAL" clId="{C393EDAA-CBB4-435C-BAD1-515289D435C6}" dt="2025-09-12T20:03:10.963" v="827" actId="1076"/>
          <ac:spMkLst>
            <pc:docMk/>
            <pc:sldMk cId="1844178455" sldId="2147481679"/>
            <ac:spMk id="16" creationId="{491A6A7E-BBCC-00FB-5DCC-19D7DB507E5D}"/>
          </ac:spMkLst>
        </pc:spChg>
        <pc:spChg chg="add mod">
          <ac:chgData name="Kellyn Gorman" userId="e23a768f-2613-433c-8868-7d00ab8a4972" providerId="ADAL" clId="{C393EDAA-CBB4-435C-BAD1-515289D435C6}" dt="2025-09-12T20:03:05.895" v="826" actId="1076"/>
          <ac:spMkLst>
            <pc:docMk/>
            <pc:sldMk cId="1844178455" sldId="2147481679"/>
            <ac:spMk id="17" creationId="{FF4D2B6F-78FE-A35D-B8DF-9CA49C674614}"/>
          </ac:spMkLst>
        </pc:spChg>
        <pc:picChg chg="add mod">
          <ac:chgData name="Kellyn Gorman" userId="e23a768f-2613-433c-8868-7d00ab8a4972" providerId="ADAL" clId="{C393EDAA-CBB4-435C-BAD1-515289D435C6}" dt="2025-09-12T20:02:54.136" v="824" actId="1076"/>
          <ac:picMkLst>
            <pc:docMk/>
            <pc:sldMk cId="1844178455" sldId="2147481679"/>
            <ac:picMk id="5" creationId="{9A57564B-AB14-1D4A-FA54-A54AA967A9A3}"/>
          </ac:picMkLst>
        </pc:picChg>
        <pc:picChg chg="add mod">
          <ac:chgData name="Kellyn Gorman" userId="e23a768f-2613-433c-8868-7d00ab8a4972" providerId="ADAL" clId="{C393EDAA-CBB4-435C-BAD1-515289D435C6}" dt="2025-09-12T20:02:54.136" v="824" actId="1076"/>
          <ac:picMkLst>
            <pc:docMk/>
            <pc:sldMk cId="1844178455" sldId="2147481679"/>
            <ac:picMk id="8" creationId="{586A32F9-B2BE-EBDC-1425-9F0A1AF72071}"/>
          </ac:picMkLst>
        </pc:picChg>
        <pc:picChg chg="add mod">
          <ac:chgData name="Kellyn Gorman" userId="e23a768f-2613-433c-8868-7d00ab8a4972" providerId="ADAL" clId="{C393EDAA-CBB4-435C-BAD1-515289D435C6}" dt="2025-09-12T19:49:33.525" v="446" actId="1076"/>
          <ac:picMkLst>
            <pc:docMk/>
            <pc:sldMk cId="1844178455" sldId="2147481679"/>
            <ac:picMk id="9" creationId="{8B9A1473-3AA8-1053-0978-240B780BF256}"/>
          </ac:picMkLst>
        </pc:picChg>
      </pc:sldChg>
      <pc:sldChg chg="modSp new mod ord">
        <pc:chgData name="Kellyn Gorman" userId="e23a768f-2613-433c-8868-7d00ab8a4972" providerId="ADAL" clId="{C393EDAA-CBB4-435C-BAD1-515289D435C6}" dt="2025-09-12T20:30:41.152" v="2527"/>
        <pc:sldMkLst>
          <pc:docMk/>
          <pc:sldMk cId="2475073917" sldId="2147481680"/>
        </pc:sldMkLst>
        <pc:spChg chg="mod">
          <ac:chgData name="Kellyn Gorman" userId="e23a768f-2613-433c-8868-7d00ab8a4972" providerId="ADAL" clId="{C393EDAA-CBB4-435C-BAD1-515289D435C6}" dt="2025-09-12T20:12:47.708" v="1807" actId="20577"/>
          <ac:spMkLst>
            <pc:docMk/>
            <pc:sldMk cId="2475073917" sldId="2147481680"/>
            <ac:spMk id="2" creationId="{45982919-07F6-475C-32B1-73C4595CA9D1}"/>
          </ac:spMkLst>
        </pc:spChg>
        <pc:spChg chg="mod">
          <ac:chgData name="Kellyn Gorman" userId="e23a768f-2613-433c-8868-7d00ab8a4972" providerId="ADAL" clId="{C393EDAA-CBB4-435C-BAD1-515289D435C6}" dt="2025-09-12T20:11:08.531" v="1552" actId="6549"/>
          <ac:spMkLst>
            <pc:docMk/>
            <pc:sldMk cId="2475073917" sldId="2147481680"/>
            <ac:spMk id="3" creationId="{D933998D-4074-4B91-9224-3E4FC0FDD76B}"/>
          </ac:spMkLst>
        </pc:spChg>
      </pc:sldChg>
      <pc:sldChg chg="modSp new mod ord">
        <pc:chgData name="Kellyn Gorman" userId="e23a768f-2613-433c-8868-7d00ab8a4972" providerId="ADAL" clId="{C393EDAA-CBB4-435C-BAD1-515289D435C6}" dt="2025-09-12T20:28:42.980" v="2516"/>
        <pc:sldMkLst>
          <pc:docMk/>
          <pc:sldMk cId="3333312053" sldId="2147481681"/>
        </pc:sldMkLst>
        <pc:spChg chg="mod">
          <ac:chgData name="Kellyn Gorman" userId="e23a768f-2613-433c-8868-7d00ab8a4972" providerId="ADAL" clId="{C393EDAA-CBB4-435C-BAD1-515289D435C6}" dt="2025-09-12T20:09:09.505" v="1299" actId="20577"/>
          <ac:spMkLst>
            <pc:docMk/>
            <pc:sldMk cId="3333312053" sldId="2147481681"/>
            <ac:spMk id="2" creationId="{02844BA6-2F89-7799-EEFC-9943FCAC43C3}"/>
          </ac:spMkLst>
        </pc:spChg>
        <pc:spChg chg="mod">
          <ac:chgData name="Kellyn Gorman" userId="e23a768f-2613-433c-8868-7d00ab8a4972" providerId="ADAL" clId="{C393EDAA-CBB4-435C-BAD1-515289D435C6}" dt="2025-09-12T20:10:39.386" v="1550" actId="20577"/>
          <ac:spMkLst>
            <pc:docMk/>
            <pc:sldMk cId="3333312053" sldId="2147481681"/>
            <ac:spMk id="3" creationId="{278681A4-1BFA-E660-A4F2-6F5635B246A1}"/>
          </ac:spMkLst>
        </pc:spChg>
      </pc:sldChg>
      <pc:sldChg chg="modSp new mod ord">
        <pc:chgData name="Kellyn Gorman" userId="e23a768f-2613-433c-8868-7d00ab8a4972" providerId="ADAL" clId="{C393EDAA-CBB4-435C-BAD1-515289D435C6}" dt="2025-09-12T20:28:42.980" v="2516"/>
        <pc:sldMkLst>
          <pc:docMk/>
          <pc:sldMk cId="3392340330" sldId="2147481682"/>
        </pc:sldMkLst>
        <pc:spChg chg="mod">
          <ac:chgData name="Kellyn Gorman" userId="e23a768f-2613-433c-8868-7d00ab8a4972" providerId="ADAL" clId="{C393EDAA-CBB4-435C-BAD1-515289D435C6}" dt="2025-09-12T20:12:23.776" v="1772" actId="20577"/>
          <ac:spMkLst>
            <pc:docMk/>
            <pc:sldMk cId="3392340330" sldId="2147481682"/>
            <ac:spMk id="2" creationId="{0FA069E8-A8D8-E419-889A-3EEDA948BB94}"/>
          </ac:spMkLst>
        </pc:spChg>
        <pc:spChg chg="mod">
          <ac:chgData name="Kellyn Gorman" userId="e23a768f-2613-433c-8868-7d00ab8a4972" providerId="ADAL" clId="{C393EDAA-CBB4-435C-BAD1-515289D435C6}" dt="2025-09-12T20:12:15.257" v="1750" actId="20577"/>
          <ac:spMkLst>
            <pc:docMk/>
            <pc:sldMk cId="3392340330" sldId="2147481682"/>
            <ac:spMk id="3" creationId="{D8ED28C3-CFEB-ED92-39EC-E8DB4F0A2F89}"/>
          </ac:spMkLst>
        </pc:spChg>
      </pc:sldChg>
      <pc:sldChg chg="modSp new mod ord">
        <pc:chgData name="Kellyn Gorman" userId="e23a768f-2613-433c-8868-7d00ab8a4972" providerId="ADAL" clId="{C393EDAA-CBB4-435C-BAD1-515289D435C6}" dt="2025-09-12T20:28:42.980" v="2516"/>
        <pc:sldMkLst>
          <pc:docMk/>
          <pc:sldMk cId="2823896505" sldId="2147481683"/>
        </pc:sldMkLst>
        <pc:spChg chg="mod">
          <ac:chgData name="Kellyn Gorman" userId="e23a768f-2613-433c-8868-7d00ab8a4972" providerId="ADAL" clId="{C393EDAA-CBB4-435C-BAD1-515289D435C6}" dt="2025-09-12T20:12:59.750" v="1822" actId="20577"/>
          <ac:spMkLst>
            <pc:docMk/>
            <pc:sldMk cId="2823896505" sldId="2147481683"/>
            <ac:spMk id="2" creationId="{F20C0A01-6BC1-BB4F-5FFE-F8E4EF0B85B7}"/>
          </ac:spMkLst>
        </pc:spChg>
        <pc:spChg chg="mod">
          <ac:chgData name="Kellyn Gorman" userId="e23a768f-2613-433c-8868-7d00ab8a4972" providerId="ADAL" clId="{C393EDAA-CBB4-435C-BAD1-515289D435C6}" dt="2025-09-12T20:16:27.775" v="2151" actId="20577"/>
          <ac:spMkLst>
            <pc:docMk/>
            <pc:sldMk cId="2823896505" sldId="2147481683"/>
            <ac:spMk id="3" creationId="{9D590732-60C3-FDAF-DD5E-A337302E4798}"/>
          </ac:spMkLst>
        </pc:spChg>
      </pc:sldChg>
      <pc:sldChg chg="modSp new mod ord">
        <pc:chgData name="Kellyn Gorman" userId="e23a768f-2613-433c-8868-7d00ab8a4972" providerId="ADAL" clId="{C393EDAA-CBB4-435C-BAD1-515289D435C6}" dt="2025-09-12T20:28:42.980" v="2516"/>
        <pc:sldMkLst>
          <pc:docMk/>
          <pc:sldMk cId="2816966079" sldId="2147481684"/>
        </pc:sldMkLst>
        <pc:spChg chg="mod">
          <ac:chgData name="Kellyn Gorman" userId="e23a768f-2613-433c-8868-7d00ab8a4972" providerId="ADAL" clId="{C393EDAA-CBB4-435C-BAD1-515289D435C6}" dt="2025-09-12T20:17:07.116" v="2205" actId="20577"/>
          <ac:spMkLst>
            <pc:docMk/>
            <pc:sldMk cId="2816966079" sldId="2147481684"/>
            <ac:spMk id="2" creationId="{1CD6F83D-7AA8-2C69-1BD2-0531B6552753}"/>
          </ac:spMkLst>
        </pc:spChg>
        <pc:spChg chg="mod">
          <ac:chgData name="Kellyn Gorman" userId="e23a768f-2613-433c-8868-7d00ab8a4972" providerId="ADAL" clId="{C393EDAA-CBB4-435C-BAD1-515289D435C6}" dt="2025-09-12T20:24:22.403" v="2497" actId="13926"/>
          <ac:spMkLst>
            <pc:docMk/>
            <pc:sldMk cId="2816966079" sldId="2147481684"/>
            <ac:spMk id="3" creationId="{DCC81BAD-C59A-96FA-CE06-AB739AC1E01E}"/>
          </ac:spMkLst>
        </pc:spChg>
      </pc:sldChg>
      <pc:sldMasterChg chg="delSldLayout">
        <pc:chgData name="Kellyn Gorman" userId="e23a768f-2613-433c-8868-7d00ab8a4972" providerId="ADAL" clId="{C393EDAA-CBB4-435C-BAD1-515289D435C6}" dt="2025-09-17T12:20:36.124" v="2539" actId="47"/>
        <pc:sldMasterMkLst>
          <pc:docMk/>
          <pc:sldMasterMk cId="3225297586" sldId="2147483739"/>
        </pc:sldMasterMkLst>
        <pc:sldLayoutChg chg="del">
          <pc:chgData name="Kellyn Gorman" userId="e23a768f-2613-433c-8868-7d00ab8a4972" providerId="ADAL" clId="{C393EDAA-CBB4-435C-BAD1-515289D435C6}" dt="2025-09-17T12:20:36.124" v="2539" actId="47"/>
          <pc:sldLayoutMkLst>
            <pc:docMk/>
            <pc:sldMasterMk cId="3225297586" sldId="2147483739"/>
            <pc:sldLayoutMk cId="390810268" sldId="2147483764"/>
          </pc:sldLayoutMkLst>
        </pc:sldLayoutChg>
      </pc:sldMasterChg>
    </pc:docChg>
  </pc:docChgLst>
  <pc:docChgLst>
    <pc:chgData name="Kellyn Gorman" userId="e23a768f-2613-433c-8868-7d00ab8a4972" providerId="ADAL" clId="{EAE4A081-295B-482B-847E-9BF4F85D2EB9}"/>
    <pc:docChg chg="modSld">
      <pc:chgData name="Kellyn Gorman" userId="e23a768f-2613-433c-8868-7d00ab8a4972" providerId="ADAL" clId="{EAE4A081-295B-482B-847E-9BF4F85D2EB9}" dt="2025-08-19T21:57:41.795" v="24" actId="20577"/>
      <pc:docMkLst>
        <pc:docMk/>
      </pc:docMkLst>
      <pc:sldChg chg="modSp">
        <pc:chgData name="Kellyn Gorman" userId="e23a768f-2613-433c-8868-7d00ab8a4972" providerId="ADAL" clId="{EAE4A081-295B-482B-847E-9BF4F85D2EB9}" dt="2025-08-19T21:57:41.795" v="24" actId="20577"/>
        <pc:sldMkLst>
          <pc:docMk/>
          <pc:sldMk cId="361225027" sldId="335"/>
        </pc:sldMkLst>
        <pc:graphicFrameChg chg="mod">
          <ac:chgData name="Kellyn Gorman" userId="e23a768f-2613-433c-8868-7d00ab8a4972" providerId="ADAL" clId="{EAE4A081-295B-482B-847E-9BF4F85D2EB9}" dt="2025-08-19T21:57:41.795" v="24" actId="20577"/>
          <ac:graphicFrameMkLst>
            <pc:docMk/>
            <pc:sldMk cId="361225027" sldId="335"/>
            <ac:graphicFrameMk id="24" creationId="{CBA253C1-220E-34BF-A9FE-70BDDB4D86C9}"/>
          </ac:graphicFrameMkLst>
        </pc:graphicFrameChg>
      </pc:sldChg>
      <pc:sldChg chg="modSp mod">
        <pc:chgData name="Kellyn Gorman" userId="e23a768f-2613-433c-8868-7d00ab8a4972" providerId="ADAL" clId="{EAE4A081-295B-482B-847E-9BF4F85D2EB9}" dt="2025-08-19T21:33:21.518" v="21" actId="20577"/>
        <pc:sldMkLst>
          <pc:docMk/>
          <pc:sldMk cId="893514711" sldId="2147469866"/>
        </pc:sldMkLst>
        <pc:spChg chg="mod">
          <ac:chgData name="Kellyn Gorman" userId="e23a768f-2613-433c-8868-7d00ab8a4972" providerId="ADAL" clId="{EAE4A081-295B-482B-847E-9BF4F85D2EB9}" dt="2025-08-19T21:33:21.518" v="21" actId="20577"/>
          <ac:spMkLst>
            <pc:docMk/>
            <pc:sldMk cId="893514711" sldId="2147469866"/>
            <ac:spMk id="3" creationId="{B1F68A2E-4207-FE8E-D73B-56FE0F153440}"/>
          </ac:spMkLst>
        </pc:spChg>
      </pc:sldChg>
      <pc:sldChg chg="mod modShow">
        <pc:chgData name="Kellyn Gorman" userId="e23a768f-2613-433c-8868-7d00ab8a4972" providerId="ADAL" clId="{EAE4A081-295B-482B-847E-9BF4F85D2EB9}" dt="2025-08-19T21:56:19.640" v="22" actId="729"/>
        <pc:sldMkLst>
          <pc:docMk/>
          <pc:sldMk cId="1453949081" sldId="2147469877"/>
        </pc:sldMkLst>
      </pc:sldChg>
    </pc:docChg>
  </pc:docChgLst>
  <pc:docChgLst>
    <pc:chgData name="Kellyn Gorman" userId="e23a768f-2613-433c-8868-7d00ab8a4972" providerId="ADAL" clId="{7DC14D7F-3EE8-41F4-9070-FB933C8E6BC7}"/>
    <pc:docChg chg="undo custSel addSld delSld modSld sldOrd modSection">
      <pc:chgData name="Kellyn Gorman" userId="e23a768f-2613-433c-8868-7d00ab8a4972" providerId="ADAL" clId="{7DC14D7F-3EE8-41F4-9070-FB933C8E6BC7}" dt="2025-07-18T20:23:11.638" v="2301" actId="20577"/>
      <pc:docMkLst>
        <pc:docMk/>
      </pc:docMkLst>
      <pc:sldChg chg="delSp add mod">
        <pc:chgData name="Kellyn Gorman" userId="e23a768f-2613-433c-8868-7d00ab8a4972" providerId="ADAL" clId="{7DC14D7F-3EE8-41F4-9070-FB933C8E6BC7}" dt="2025-07-18T20:08:07.028" v="2217" actId="478"/>
        <pc:sldMkLst>
          <pc:docMk/>
          <pc:sldMk cId="1460503681" sldId="258"/>
        </pc:sldMkLst>
      </pc:sldChg>
      <pc:sldChg chg="delSp add mod">
        <pc:chgData name="Kellyn Gorman" userId="e23a768f-2613-433c-8868-7d00ab8a4972" providerId="ADAL" clId="{7DC14D7F-3EE8-41F4-9070-FB933C8E6BC7}" dt="2025-07-18T20:08:29.606" v="2219" actId="478"/>
        <pc:sldMkLst>
          <pc:docMk/>
          <pc:sldMk cId="932400630" sldId="260"/>
        </pc:sldMkLst>
      </pc:sldChg>
      <pc:sldChg chg="add del">
        <pc:chgData name="Kellyn Gorman" userId="e23a768f-2613-433c-8868-7d00ab8a4972" providerId="ADAL" clId="{7DC14D7F-3EE8-41F4-9070-FB933C8E6BC7}" dt="2025-07-18T19:39:00.137" v="43" actId="2696"/>
        <pc:sldMkLst>
          <pc:docMk/>
          <pc:sldMk cId="3327741307" sldId="261"/>
        </pc:sldMkLst>
      </pc:sldChg>
      <pc:sldChg chg="delSp modSp add mod">
        <pc:chgData name="Kellyn Gorman" userId="e23a768f-2613-433c-8868-7d00ab8a4972" providerId="ADAL" clId="{7DC14D7F-3EE8-41F4-9070-FB933C8E6BC7}" dt="2025-07-18T20:07:37.045" v="2213" actId="478"/>
        <pc:sldMkLst>
          <pc:docMk/>
          <pc:sldMk cId="2108312450" sldId="262"/>
        </pc:sldMkLst>
      </pc:sldChg>
      <pc:sldChg chg="delSp modSp add mod">
        <pc:chgData name="Kellyn Gorman" userId="e23a768f-2613-433c-8868-7d00ab8a4972" providerId="ADAL" clId="{7DC14D7F-3EE8-41F4-9070-FB933C8E6BC7}" dt="2025-07-18T20:07:42.826" v="2214" actId="478"/>
        <pc:sldMkLst>
          <pc:docMk/>
          <pc:sldMk cId="3003425637" sldId="263"/>
        </pc:sldMkLst>
      </pc:sldChg>
      <pc:sldChg chg="delSp modSp add mod">
        <pc:chgData name="Kellyn Gorman" userId="e23a768f-2613-433c-8868-7d00ab8a4972" providerId="ADAL" clId="{7DC14D7F-3EE8-41F4-9070-FB933C8E6BC7}" dt="2025-07-18T20:09:20.106" v="2226" actId="1076"/>
        <pc:sldMkLst>
          <pc:docMk/>
          <pc:sldMk cId="1392504230" sldId="268"/>
        </pc:sldMkLst>
      </pc:sldChg>
      <pc:sldChg chg="add del">
        <pc:chgData name="Kellyn Gorman" userId="e23a768f-2613-433c-8868-7d00ab8a4972" providerId="ADAL" clId="{7DC14D7F-3EE8-41F4-9070-FB933C8E6BC7}" dt="2025-07-18T19:38:51.708" v="41" actId="2696"/>
        <pc:sldMkLst>
          <pc:docMk/>
          <pc:sldMk cId="3865283532" sldId="269"/>
        </pc:sldMkLst>
      </pc:sldChg>
      <pc:sldChg chg="delSp add mod">
        <pc:chgData name="Kellyn Gorman" userId="e23a768f-2613-433c-8868-7d00ab8a4972" providerId="ADAL" clId="{7DC14D7F-3EE8-41F4-9070-FB933C8E6BC7}" dt="2025-07-18T20:11:13.500" v="2241" actId="478"/>
        <pc:sldMkLst>
          <pc:docMk/>
          <pc:sldMk cId="2198701815" sldId="270"/>
        </pc:sldMkLst>
      </pc:sldChg>
      <pc:sldChg chg="add del">
        <pc:chgData name="Kellyn Gorman" userId="e23a768f-2613-433c-8868-7d00ab8a4972" providerId="ADAL" clId="{7DC14D7F-3EE8-41F4-9070-FB933C8E6BC7}" dt="2025-07-18T19:44:22.637" v="485" actId="2696"/>
        <pc:sldMkLst>
          <pc:docMk/>
          <pc:sldMk cId="3044748922" sldId="272"/>
        </pc:sldMkLst>
      </pc:sldChg>
      <pc:sldChg chg="delSp add mod">
        <pc:chgData name="Kellyn Gorman" userId="e23a768f-2613-433c-8868-7d00ab8a4972" providerId="ADAL" clId="{7DC14D7F-3EE8-41F4-9070-FB933C8E6BC7}" dt="2025-07-18T20:08:54.762" v="2223" actId="478"/>
        <pc:sldMkLst>
          <pc:docMk/>
          <pc:sldMk cId="711159707" sldId="273"/>
        </pc:sldMkLst>
      </pc:sldChg>
      <pc:sldChg chg="delSp add mod">
        <pc:chgData name="Kellyn Gorman" userId="e23a768f-2613-433c-8868-7d00ab8a4972" providerId="ADAL" clId="{7DC14D7F-3EE8-41F4-9070-FB933C8E6BC7}" dt="2025-07-18T20:06:57.372" v="2209" actId="478"/>
        <pc:sldMkLst>
          <pc:docMk/>
          <pc:sldMk cId="3204745408" sldId="277"/>
        </pc:sldMkLst>
      </pc:sldChg>
      <pc:sldChg chg="delSp modSp add mod">
        <pc:chgData name="Kellyn Gorman" userId="e23a768f-2613-433c-8868-7d00ab8a4972" providerId="ADAL" clId="{7DC14D7F-3EE8-41F4-9070-FB933C8E6BC7}" dt="2025-07-18T20:11:09.331" v="2240" actId="478"/>
        <pc:sldMkLst>
          <pc:docMk/>
          <pc:sldMk cId="361225027" sldId="335"/>
        </pc:sldMkLst>
      </pc:sldChg>
      <pc:sldChg chg="add">
        <pc:chgData name="Kellyn Gorman" userId="e23a768f-2613-433c-8868-7d00ab8a4972" providerId="ADAL" clId="{7DC14D7F-3EE8-41F4-9070-FB933C8E6BC7}" dt="2025-07-18T19:25:34.352" v="25"/>
        <pc:sldMkLst>
          <pc:docMk/>
          <pc:sldMk cId="2966924517" sldId="415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3267108752" sldId="732"/>
        </pc:sldMkLst>
      </pc:sldChg>
      <pc:sldChg chg="delSp modSp add mod">
        <pc:chgData name="Kellyn Gorman" userId="e23a768f-2613-433c-8868-7d00ab8a4972" providerId="ADAL" clId="{7DC14D7F-3EE8-41F4-9070-FB933C8E6BC7}" dt="2025-07-18T20:22:33.464" v="2296" actId="692"/>
        <pc:sldMkLst>
          <pc:docMk/>
          <pc:sldMk cId="1687623000" sldId="747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2352056326" sldId="774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1546036334" sldId="776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4179292495" sldId="779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1745278016" sldId="780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2574199758" sldId="781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2174236454" sldId="782"/>
        </pc:sldMkLst>
      </pc:sldChg>
      <pc:sldChg chg="del">
        <pc:chgData name="Kellyn Gorman" userId="e23a768f-2613-433c-8868-7d00ab8a4972" providerId="ADAL" clId="{7DC14D7F-3EE8-41F4-9070-FB933C8E6BC7}" dt="2025-07-18T19:46:14.718" v="686" actId="2696"/>
        <pc:sldMkLst>
          <pc:docMk/>
          <pc:sldMk cId="2898644029" sldId="783"/>
        </pc:sldMkLst>
      </pc:sldChg>
      <pc:sldChg chg="ord">
        <pc:chgData name="Kellyn Gorman" userId="e23a768f-2613-433c-8868-7d00ab8a4972" providerId="ADAL" clId="{7DC14D7F-3EE8-41F4-9070-FB933C8E6BC7}" dt="2025-07-18T19:57:00.162" v="1931"/>
        <pc:sldMkLst>
          <pc:docMk/>
          <pc:sldMk cId="3944513760" sldId="784"/>
        </pc:sldMkLst>
      </pc:sldChg>
      <pc:sldChg chg="del">
        <pc:chgData name="Kellyn Gorman" userId="e23a768f-2613-433c-8868-7d00ab8a4972" providerId="ADAL" clId="{7DC14D7F-3EE8-41F4-9070-FB933C8E6BC7}" dt="2025-07-18T20:22:46.200" v="2297" actId="2696"/>
        <pc:sldMkLst>
          <pc:docMk/>
          <pc:sldMk cId="2370157567" sldId="786"/>
        </pc:sldMkLst>
      </pc:sldChg>
      <pc:sldChg chg="del">
        <pc:chgData name="Kellyn Gorman" userId="e23a768f-2613-433c-8868-7d00ab8a4972" providerId="ADAL" clId="{7DC14D7F-3EE8-41F4-9070-FB933C8E6BC7}" dt="2025-07-18T20:22:51.622" v="2298" actId="2696"/>
        <pc:sldMkLst>
          <pc:docMk/>
          <pc:sldMk cId="2448319254" sldId="787"/>
        </pc:sldMkLst>
      </pc:sldChg>
      <pc:sldChg chg="del">
        <pc:chgData name="Kellyn Gorman" userId="e23a768f-2613-433c-8868-7d00ab8a4972" providerId="ADAL" clId="{7DC14D7F-3EE8-41F4-9070-FB933C8E6BC7}" dt="2025-07-18T19:12:06.199" v="0" actId="2696"/>
        <pc:sldMkLst>
          <pc:docMk/>
          <pc:sldMk cId="3484703612" sldId="788"/>
        </pc:sldMkLst>
      </pc:sldChg>
      <pc:sldChg chg="modSp mod ord">
        <pc:chgData name="Kellyn Gorman" userId="e23a768f-2613-433c-8868-7d00ab8a4972" providerId="ADAL" clId="{7DC14D7F-3EE8-41F4-9070-FB933C8E6BC7}" dt="2025-07-18T19:45:23.872" v="600" actId="20577"/>
        <pc:sldMkLst>
          <pc:docMk/>
          <pc:sldMk cId="2996677278" sldId="789"/>
        </pc:sldMkLst>
      </pc:sldChg>
      <pc:sldChg chg="add del">
        <pc:chgData name="Kellyn Gorman" userId="e23a768f-2613-433c-8868-7d00ab8a4972" providerId="ADAL" clId="{7DC14D7F-3EE8-41F4-9070-FB933C8E6BC7}" dt="2025-07-18T19:22:09.929" v="6" actId="47"/>
        <pc:sldMkLst>
          <pc:docMk/>
          <pc:sldMk cId="1488086767" sldId="790"/>
        </pc:sldMkLst>
      </pc:sldChg>
      <pc:sldChg chg="del ord">
        <pc:chgData name="Kellyn Gorman" userId="e23a768f-2613-433c-8868-7d00ab8a4972" providerId="ADAL" clId="{7DC14D7F-3EE8-41F4-9070-FB933C8E6BC7}" dt="2025-07-18T19:56:49.637" v="1925" actId="2696"/>
        <pc:sldMkLst>
          <pc:docMk/>
          <pc:sldMk cId="4047428724" sldId="792"/>
        </pc:sldMkLst>
      </pc:sldChg>
      <pc:sldChg chg="modSp mod">
        <pc:chgData name="Kellyn Gorman" userId="e23a768f-2613-433c-8868-7d00ab8a4972" providerId="ADAL" clId="{7DC14D7F-3EE8-41F4-9070-FB933C8E6BC7}" dt="2025-07-18T19:46:05.149" v="684" actId="20577"/>
        <pc:sldMkLst>
          <pc:docMk/>
          <pc:sldMk cId="985598620" sldId="793"/>
        </pc:sldMkLst>
      </pc:sldChg>
      <pc:sldChg chg="del">
        <pc:chgData name="Kellyn Gorman" userId="e23a768f-2613-433c-8868-7d00ab8a4972" providerId="ADAL" clId="{7DC14D7F-3EE8-41F4-9070-FB933C8E6BC7}" dt="2025-07-18T19:46:11.182" v="685" actId="2696"/>
        <pc:sldMkLst>
          <pc:docMk/>
          <pc:sldMk cId="2809365264" sldId="794"/>
        </pc:sldMkLst>
      </pc:sldChg>
      <pc:sldChg chg="del">
        <pc:chgData name="Kellyn Gorman" userId="e23a768f-2613-433c-8868-7d00ab8a4972" providerId="ADAL" clId="{7DC14D7F-3EE8-41F4-9070-FB933C8E6BC7}" dt="2025-07-18T19:57:05.607" v="1932" actId="2696"/>
        <pc:sldMkLst>
          <pc:docMk/>
          <pc:sldMk cId="3856097182" sldId="795"/>
        </pc:sldMkLst>
      </pc:sldChg>
      <pc:sldChg chg="add ord">
        <pc:chgData name="Kellyn Gorman" userId="e23a768f-2613-433c-8868-7d00ab8a4972" providerId="ADAL" clId="{7DC14D7F-3EE8-41F4-9070-FB933C8E6BC7}" dt="2025-07-18T19:22:12.322" v="7" actId="20578"/>
        <pc:sldMkLst>
          <pc:docMk/>
          <pc:sldMk cId="1347678388" sldId="797"/>
        </pc:sldMkLst>
      </pc:sldChg>
      <pc:sldChg chg="ord">
        <pc:chgData name="Kellyn Gorman" userId="e23a768f-2613-433c-8868-7d00ab8a4972" providerId="ADAL" clId="{7DC14D7F-3EE8-41F4-9070-FB933C8E6BC7}" dt="2025-07-18T19:56:52.175" v="1927"/>
        <pc:sldMkLst>
          <pc:docMk/>
          <pc:sldMk cId="2961734274" sldId="1730"/>
        </pc:sldMkLst>
      </pc:sldChg>
      <pc:sldChg chg="ord">
        <pc:chgData name="Kellyn Gorman" userId="e23a768f-2613-433c-8868-7d00ab8a4972" providerId="ADAL" clId="{7DC14D7F-3EE8-41F4-9070-FB933C8E6BC7}" dt="2025-07-18T19:56:56.106" v="1929"/>
        <pc:sldMkLst>
          <pc:docMk/>
          <pc:sldMk cId="1983354127" sldId="2145704070"/>
        </pc:sldMkLst>
      </pc:sldChg>
      <pc:sldChg chg="del">
        <pc:chgData name="Kellyn Gorman" userId="e23a768f-2613-433c-8868-7d00ab8a4972" providerId="ADAL" clId="{7DC14D7F-3EE8-41F4-9070-FB933C8E6BC7}" dt="2025-07-18T19:57:41.470" v="1933" actId="2696"/>
        <pc:sldMkLst>
          <pc:docMk/>
          <pc:sldMk cId="687414768" sldId="2145704071"/>
        </pc:sldMkLst>
      </pc:sldChg>
      <pc:sldChg chg="add del">
        <pc:chgData name="Kellyn Gorman" userId="e23a768f-2613-433c-8868-7d00ab8a4972" providerId="ADAL" clId="{7DC14D7F-3EE8-41F4-9070-FB933C8E6BC7}" dt="2025-07-18T19:24:55.511" v="24" actId="2696"/>
        <pc:sldMkLst>
          <pc:docMk/>
          <pc:sldMk cId="2392919911" sldId="2147469734"/>
        </pc:sldMkLst>
      </pc:sldChg>
      <pc:sldChg chg="delSp modSp add mod modShow">
        <pc:chgData name="Kellyn Gorman" userId="e23a768f-2613-433c-8868-7d00ab8a4972" providerId="ADAL" clId="{7DC14D7F-3EE8-41F4-9070-FB933C8E6BC7}" dt="2025-07-18T20:08:44.685" v="2222" actId="14100"/>
        <pc:sldMkLst>
          <pc:docMk/>
          <pc:sldMk cId="1490338212" sldId="2147469737"/>
        </pc:sldMkLst>
      </pc:sldChg>
      <pc:sldChg chg="addSp delSp modSp add mod">
        <pc:chgData name="Kellyn Gorman" userId="e23a768f-2613-433c-8868-7d00ab8a4972" providerId="ADAL" clId="{7DC14D7F-3EE8-41F4-9070-FB933C8E6BC7}" dt="2025-07-18T20:06:39.073" v="2207" actId="1076"/>
        <pc:sldMkLst>
          <pc:docMk/>
          <pc:sldMk cId="2564864780" sldId="2147469739"/>
        </pc:sldMkLst>
      </pc:sldChg>
      <pc:sldChg chg="addSp delSp modSp add mod">
        <pc:chgData name="Kellyn Gorman" userId="e23a768f-2613-433c-8868-7d00ab8a4972" providerId="ADAL" clId="{7DC14D7F-3EE8-41F4-9070-FB933C8E6BC7}" dt="2025-07-18T20:11:05.091" v="2239" actId="478"/>
        <pc:sldMkLst>
          <pc:docMk/>
          <pc:sldMk cId="70482124" sldId="2147469804"/>
        </pc:sldMkLst>
      </pc:sldChg>
      <pc:sldChg chg="add del">
        <pc:chgData name="Kellyn Gorman" userId="e23a768f-2613-433c-8868-7d00ab8a4972" providerId="ADAL" clId="{7DC14D7F-3EE8-41F4-9070-FB933C8E6BC7}" dt="2025-07-18T19:38:23.793" v="39" actId="2696"/>
        <pc:sldMkLst>
          <pc:docMk/>
          <pc:sldMk cId="353315625" sldId="2147469809"/>
        </pc:sldMkLst>
      </pc:sldChg>
      <pc:sldChg chg="add del">
        <pc:chgData name="Kellyn Gorman" userId="e23a768f-2613-433c-8868-7d00ab8a4972" providerId="ADAL" clId="{7DC14D7F-3EE8-41F4-9070-FB933C8E6BC7}" dt="2025-07-18T20:03:45.737" v="2184" actId="2696"/>
        <pc:sldMkLst>
          <pc:docMk/>
          <pc:sldMk cId="2469826358" sldId="2147469820"/>
        </pc:sldMkLst>
      </pc:sldChg>
      <pc:sldChg chg="add del">
        <pc:chgData name="Kellyn Gorman" userId="e23a768f-2613-433c-8868-7d00ab8a4972" providerId="ADAL" clId="{7DC14D7F-3EE8-41F4-9070-FB933C8E6BC7}" dt="2025-07-18T19:38:37.871" v="40" actId="2696"/>
        <pc:sldMkLst>
          <pc:docMk/>
          <pc:sldMk cId="1568923442" sldId="2147469835"/>
        </pc:sldMkLst>
      </pc:sldChg>
      <pc:sldChg chg="add del">
        <pc:chgData name="Kellyn Gorman" userId="e23a768f-2613-433c-8868-7d00ab8a4972" providerId="ADAL" clId="{7DC14D7F-3EE8-41F4-9070-FB933C8E6BC7}" dt="2025-07-18T19:24:47.577" v="23" actId="2696"/>
        <pc:sldMkLst>
          <pc:docMk/>
          <pc:sldMk cId="2779540453" sldId="2147469854"/>
        </pc:sldMkLst>
      </pc:sldChg>
      <pc:sldChg chg="modSp add mod">
        <pc:chgData name="Kellyn Gorman" userId="e23a768f-2613-433c-8868-7d00ab8a4972" providerId="ADAL" clId="{7DC14D7F-3EE8-41F4-9070-FB933C8E6BC7}" dt="2025-07-18T19:20:29.184" v="2" actId="255"/>
        <pc:sldMkLst>
          <pc:docMk/>
          <pc:sldMk cId="3294095247" sldId="2147469858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449427864" sldId="2147469863"/>
        </pc:sldMkLst>
      </pc:sldChg>
      <pc:sldChg chg="delSp add mod">
        <pc:chgData name="Kellyn Gorman" userId="e23a768f-2613-433c-8868-7d00ab8a4972" providerId="ADAL" clId="{7DC14D7F-3EE8-41F4-9070-FB933C8E6BC7}" dt="2025-07-18T20:04:48.295" v="2191" actId="478"/>
        <pc:sldMkLst>
          <pc:docMk/>
          <pc:sldMk cId="2369226678" sldId="2147469864"/>
        </pc:sldMkLst>
      </pc:sldChg>
      <pc:sldChg chg="addSp delSp modSp add mod">
        <pc:chgData name="Kellyn Gorman" userId="e23a768f-2613-433c-8868-7d00ab8a4972" providerId="ADAL" clId="{7DC14D7F-3EE8-41F4-9070-FB933C8E6BC7}" dt="2025-07-18T20:04:43.651" v="2190" actId="478"/>
        <pc:sldMkLst>
          <pc:docMk/>
          <pc:sldMk cId="1769157230" sldId="2147469865"/>
        </pc:sldMkLst>
      </pc:sldChg>
      <pc:sldChg chg="delSp add mod">
        <pc:chgData name="Kellyn Gorman" userId="e23a768f-2613-433c-8868-7d00ab8a4972" providerId="ADAL" clId="{7DC14D7F-3EE8-41F4-9070-FB933C8E6BC7}" dt="2025-07-18T20:04:37.404" v="2189" actId="478"/>
        <pc:sldMkLst>
          <pc:docMk/>
          <pc:sldMk cId="893514711" sldId="2147469866"/>
        </pc:sldMkLst>
      </pc:sldChg>
      <pc:sldChg chg="delSp add mod">
        <pc:chgData name="Kellyn Gorman" userId="e23a768f-2613-433c-8868-7d00ab8a4972" providerId="ADAL" clId="{7DC14D7F-3EE8-41F4-9070-FB933C8E6BC7}" dt="2025-07-18T20:04:33.024" v="2188" actId="478"/>
        <pc:sldMkLst>
          <pc:docMk/>
          <pc:sldMk cId="73891915" sldId="2147469867"/>
        </pc:sldMkLst>
      </pc:sldChg>
      <pc:sldChg chg="add del">
        <pc:chgData name="Kellyn Gorman" userId="e23a768f-2613-433c-8868-7d00ab8a4972" providerId="ADAL" clId="{7DC14D7F-3EE8-41F4-9070-FB933C8E6BC7}" dt="2025-07-18T19:47:45.996" v="768" actId="47"/>
        <pc:sldMkLst>
          <pc:docMk/>
          <pc:sldMk cId="1378358519" sldId="2147469868"/>
        </pc:sldMkLst>
      </pc:sldChg>
      <pc:sldChg chg="delSp add mod">
        <pc:chgData name="Kellyn Gorman" userId="e23a768f-2613-433c-8868-7d00ab8a4972" providerId="ADAL" clId="{7DC14D7F-3EE8-41F4-9070-FB933C8E6BC7}" dt="2025-07-18T20:07:19.762" v="2211" actId="478"/>
        <pc:sldMkLst>
          <pc:docMk/>
          <pc:sldMk cId="489103921" sldId="2147469871"/>
        </pc:sldMkLst>
      </pc:sldChg>
      <pc:sldChg chg="delSp modSp add mod">
        <pc:chgData name="Kellyn Gorman" userId="e23a768f-2613-433c-8868-7d00ab8a4972" providerId="ADAL" clId="{7DC14D7F-3EE8-41F4-9070-FB933C8E6BC7}" dt="2025-07-18T20:07:14.403" v="2210" actId="478"/>
        <pc:sldMkLst>
          <pc:docMk/>
          <pc:sldMk cId="2232890634" sldId="2147469872"/>
        </pc:sldMkLst>
      </pc:sldChg>
      <pc:sldChg chg="delSp modSp add mod">
        <pc:chgData name="Kellyn Gorman" userId="e23a768f-2613-433c-8868-7d00ab8a4972" providerId="ADAL" clId="{7DC14D7F-3EE8-41F4-9070-FB933C8E6BC7}" dt="2025-07-18T20:08:02.918" v="2216" actId="478"/>
        <pc:sldMkLst>
          <pc:docMk/>
          <pc:sldMk cId="3864213209" sldId="2147469873"/>
        </pc:sldMkLst>
      </pc:sldChg>
      <pc:sldChg chg="addSp delSp modSp add mod">
        <pc:chgData name="Kellyn Gorman" userId="e23a768f-2613-433c-8868-7d00ab8a4972" providerId="ADAL" clId="{7DC14D7F-3EE8-41F4-9070-FB933C8E6BC7}" dt="2025-07-18T19:23:57.241" v="22" actId="20577"/>
        <pc:sldMkLst>
          <pc:docMk/>
          <pc:sldMk cId="2142457869" sldId="2147469874"/>
        </pc:sldMkLst>
      </pc:sldChg>
      <pc:sldChg chg="delSp add mod">
        <pc:chgData name="Kellyn Gorman" userId="e23a768f-2613-433c-8868-7d00ab8a4972" providerId="ADAL" clId="{7DC14D7F-3EE8-41F4-9070-FB933C8E6BC7}" dt="2025-07-18T20:08:11.998" v="2218" actId="478"/>
        <pc:sldMkLst>
          <pc:docMk/>
          <pc:sldMk cId="643559685" sldId="2147469875"/>
        </pc:sldMkLst>
      </pc:sldChg>
      <pc:sldChg chg="delSp add mod">
        <pc:chgData name="Kellyn Gorman" userId="e23a768f-2613-433c-8868-7d00ab8a4972" providerId="ADAL" clId="{7DC14D7F-3EE8-41F4-9070-FB933C8E6BC7}" dt="2025-07-18T20:09:01.714" v="2224" actId="478"/>
        <pc:sldMkLst>
          <pc:docMk/>
          <pc:sldMk cId="3565867624" sldId="2147469876"/>
        </pc:sldMkLst>
      </pc:sldChg>
      <pc:sldChg chg="delSp modSp add mod">
        <pc:chgData name="Kellyn Gorman" userId="e23a768f-2613-433c-8868-7d00ab8a4972" providerId="ADAL" clId="{7DC14D7F-3EE8-41F4-9070-FB933C8E6BC7}" dt="2025-07-18T20:10:27.482" v="2235" actId="1076"/>
        <pc:sldMkLst>
          <pc:docMk/>
          <pc:sldMk cId="1453949081" sldId="2147469877"/>
        </pc:sldMkLst>
      </pc:sldChg>
      <pc:sldChg chg="add del">
        <pc:chgData name="Kellyn Gorman" userId="e23a768f-2613-433c-8868-7d00ab8a4972" providerId="ADAL" clId="{7DC14D7F-3EE8-41F4-9070-FB933C8E6BC7}" dt="2025-07-18T19:38:55.846" v="42" actId="2696"/>
        <pc:sldMkLst>
          <pc:docMk/>
          <pc:sldMk cId="2129317408" sldId="2147469878"/>
        </pc:sldMkLst>
      </pc:sldChg>
      <pc:sldChg chg="add del">
        <pc:chgData name="Kellyn Gorman" userId="e23a768f-2613-433c-8868-7d00ab8a4972" providerId="ADAL" clId="{7DC14D7F-3EE8-41F4-9070-FB933C8E6BC7}" dt="2025-07-18T19:48:54.966" v="850" actId="47"/>
        <pc:sldMkLst>
          <pc:docMk/>
          <pc:sldMk cId="3138174286" sldId="2147469880"/>
        </pc:sldMkLst>
      </pc:sldChg>
      <pc:sldChg chg="add del">
        <pc:chgData name="Kellyn Gorman" userId="e23a768f-2613-433c-8868-7d00ab8a4972" providerId="ADAL" clId="{7DC14D7F-3EE8-41F4-9070-FB933C8E6BC7}" dt="2025-07-18T19:47:15.983" v="746" actId="47"/>
        <pc:sldMkLst>
          <pc:docMk/>
          <pc:sldMk cId="1403149327" sldId="2147469884"/>
        </pc:sldMkLst>
      </pc:sldChg>
      <pc:sldChg chg="add del">
        <pc:chgData name="Kellyn Gorman" userId="e23a768f-2613-433c-8868-7d00ab8a4972" providerId="ADAL" clId="{7DC14D7F-3EE8-41F4-9070-FB933C8E6BC7}" dt="2025-07-18T19:48:15.654" v="789" actId="47"/>
        <pc:sldMkLst>
          <pc:docMk/>
          <pc:sldMk cId="3371143208" sldId="2147469885"/>
        </pc:sldMkLst>
      </pc:sldChg>
      <pc:sldChg chg="delSp modSp add mod">
        <pc:chgData name="Kellyn Gorman" userId="e23a768f-2613-433c-8868-7d00ab8a4972" providerId="ADAL" clId="{7DC14D7F-3EE8-41F4-9070-FB933C8E6BC7}" dt="2025-07-18T20:05:12.039" v="2194" actId="207"/>
        <pc:sldMkLst>
          <pc:docMk/>
          <pc:sldMk cId="1401027518" sldId="2147469886"/>
        </pc:sldMkLst>
      </pc:sldChg>
      <pc:sldChg chg="delSp modSp add mod">
        <pc:chgData name="Kellyn Gorman" userId="e23a768f-2613-433c-8868-7d00ab8a4972" providerId="ADAL" clId="{7DC14D7F-3EE8-41F4-9070-FB933C8E6BC7}" dt="2025-07-18T20:04:22.638" v="2186" actId="478"/>
        <pc:sldMkLst>
          <pc:docMk/>
          <pc:sldMk cId="653380593" sldId="2147469887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2409255198" sldId="2147469889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1482880620" sldId="2147469891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1509381380" sldId="2147469893"/>
        </pc:sldMkLst>
      </pc:sldChg>
      <pc:sldChg chg="add del">
        <pc:chgData name="Kellyn Gorman" userId="e23a768f-2613-433c-8868-7d00ab8a4972" providerId="ADAL" clId="{7DC14D7F-3EE8-41F4-9070-FB933C8E6BC7}" dt="2025-07-18T19:48:32.977" v="811" actId="47"/>
        <pc:sldMkLst>
          <pc:docMk/>
          <pc:sldMk cId="560081233" sldId="2147469894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3105187122" sldId="2147469895"/>
        </pc:sldMkLst>
      </pc:sldChg>
      <pc:sldChg chg="addSp modSp add mod">
        <pc:chgData name="Kellyn Gorman" userId="e23a768f-2613-433c-8868-7d00ab8a4972" providerId="ADAL" clId="{7DC14D7F-3EE8-41F4-9070-FB933C8E6BC7}" dt="2025-07-18T20:21:42.358" v="2285" actId="1076"/>
        <pc:sldMkLst>
          <pc:docMk/>
          <pc:sldMk cId="2176785550" sldId="2147469896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2914926279" sldId="2147469897"/>
        </pc:sldMkLst>
      </pc:sldChg>
      <pc:sldChg chg="modSp add mod">
        <pc:chgData name="Kellyn Gorman" userId="e23a768f-2613-433c-8868-7d00ab8a4972" providerId="ADAL" clId="{7DC14D7F-3EE8-41F4-9070-FB933C8E6BC7}" dt="2025-07-18T20:07:31.009" v="2212" actId="14100"/>
        <pc:sldMkLst>
          <pc:docMk/>
          <pc:sldMk cId="2314306142" sldId="2147469898"/>
        </pc:sldMkLst>
      </pc:sldChg>
      <pc:sldChg chg="add del mod modShow">
        <pc:chgData name="Kellyn Gorman" userId="e23a768f-2613-433c-8868-7d00ab8a4972" providerId="ADAL" clId="{7DC14D7F-3EE8-41F4-9070-FB933C8E6BC7}" dt="2025-07-18T20:07:56.794" v="2215" actId="2696"/>
        <pc:sldMkLst>
          <pc:docMk/>
          <pc:sldMk cId="1485896037" sldId="2147469899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2969011019" sldId="2147469900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2291426077" sldId="2147469901"/>
        </pc:sldMkLst>
      </pc:sldChg>
      <pc:sldChg chg="add">
        <pc:chgData name="Kellyn Gorman" userId="e23a768f-2613-433c-8868-7d00ab8a4972" providerId="ADAL" clId="{7DC14D7F-3EE8-41F4-9070-FB933C8E6BC7}" dt="2025-07-18T19:12:57.392" v="1"/>
        <pc:sldMkLst>
          <pc:docMk/>
          <pc:sldMk cId="1124314452" sldId="2147469902"/>
        </pc:sldMkLst>
      </pc:sldChg>
      <pc:sldChg chg="add">
        <pc:chgData name="Kellyn Gorman" userId="e23a768f-2613-433c-8868-7d00ab8a4972" providerId="ADAL" clId="{7DC14D7F-3EE8-41F4-9070-FB933C8E6BC7}" dt="2025-07-18T19:26:13.317" v="27"/>
        <pc:sldMkLst>
          <pc:docMk/>
          <pc:sldMk cId="2423464765" sldId="2147481650"/>
        </pc:sldMkLst>
      </pc:sldChg>
      <pc:sldChg chg="modSp add mod">
        <pc:chgData name="Kellyn Gorman" userId="e23a768f-2613-433c-8868-7d00ab8a4972" providerId="ADAL" clId="{7DC14D7F-3EE8-41F4-9070-FB933C8E6BC7}" dt="2025-07-18T20:05:34.841" v="2199" actId="14100"/>
        <pc:sldMkLst>
          <pc:docMk/>
          <pc:sldMk cId="1119459460" sldId="2147481663"/>
        </pc:sldMkLst>
      </pc:sldChg>
      <pc:sldChg chg="add">
        <pc:chgData name="Kellyn Gorman" userId="e23a768f-2613-433c-8868-7d00ab8a4972" providerId="ADAL" clId="{7DC14D7F-3EE8-41F4-9070-FB933C8E6BC7}" dt="2025-07-18T19:22:31.841" v="8"/>
        <pc:sldMkLst>
          <pc:docMk/>
          <pc:sldMk cId="3635952107" sldId="2147481664"/>
        </pc:sldMkLst>
      </pc:sldChg>
      <pc:sldChg chg="modSp new mod">
        <pc:chgData name="Kellyn Gorman" userId="e23a768f-2613-433c-8868-7d00ab8a4972" providerId="ADAL" clId="{7DC14D7F-3EE8-41F4-9070-FB933C8E6BC7}" dt="2025-07-18T19:45:11.631" v="576" actId="20577"/>
        <pc:sldMkLst>
          <pc:docMk/>
          <pc:sldMk cId="33678758" sldId="2147481665"/>
        </pc:sldMkLst>
      </pc:sldChg>
      <pc:sldChg chg="modSp add mod">
        <pc:chgData name="Kellyn Gorman" userId="e23a768f-2613-433c-8868-7d00ab8a4972" providerId="ADAL" clId="{7DC14D7F-3EE8-41F4-9070-FB933C8E6BC7}" dt="2025-07-18T20:23:11.638" v="2301" actId="20577"/>
        <pc:sldMkLst>
          <pc:docMk/>
          <pc:sldMk cId="1656928557" sldId="2147481666"/>
        </pc:sldMkLst>
      </pc:sldChg>
      <pc:sldChg chg="modSp add mod">
        <pc:chgData name="Kellyn Gorman" userId="e23a768f-2613-433c-8868-7d00ab8a4972" providerId="ADAL" clId="{7DC14D7F-3EE8-41F4-9070-FB933C8E6BC7}" dt="2025-07-18T19:47:43.352" v="767" actId="20577"/>
        <pc:sldMkLst>
          <pc:docMk/>
          <pc:sldMk cId="3494589052" sldId="2147481667"/>
        </pc:sldMkLst>
      </pc:sldChg>
      <pc:sldChg chg="modSp add mod">
        <pc:chgData name="Kellyn Gorman" userId="e23a768f-2613-433c-8868-7d00ab8a4972" providerId="ADAL" clId="{7DC14D7F-3EE8-41F4-9070-FB933C8E6BC7}" dt="2025-07-18T19:48:10.379" v="788" actId="20577"/>
        <pc:sldMkLst>
          <pc:docMk/>
          <pc:sldMk cId="3079893046" sldId="2147481668"/>
        </pc:sldMkLst>
      </pc:sldChg>
      <pc:sldChg chg="modSp add mod">
        <pc:chgData name="Kellyn Gorman" userId="e23a768f-2613-433c-8868-7d00ab8a4972" providerId="ADAL" clId="{7DC14D7F-3EE8-41F4-9070-FB933C8E6BC7}" dt="2025-07-18T19:48:30.216" v="810" actId="20577"/>
        <pc:sldMkLst>
          <pc:docMk/>
          <pc:sldMk cId="4219312599" sldId="2147481669"/>
        </pc:sldMkLst>
      </pc:sldChg>
      <pc:sldChg chg="modSp add mod">
        <pc:chgData name="Kellyn Gorman" userId="e23a768f-2613-433c-8868-7d00ab8a4972" providerId="ADAL" clId="{7DC14D7F-3EE8-41F4-9070-FB933C8E6BC7}" dt="2025-07-18T19:48:52.543" v="849" actId="20577"/>
        <pc:sldMkLst>
          <pc:docMk/>
          <pc:sldMk cId="445416266" sldId="2147481670"/>
        </pc:sldMkLst>
      </pc:sldChg>
      <pc:sldChg chg="modSp add mod">
        <pc:chgData name="Kellyn Gorman" userId="e23a768f-2613-433c-8868-7d00ab8a4972" providerId="ADAL" clId="{7DC14D7F-3EE8-41F4-9070-FB933C8E6BC7}" dt="2025-07-18T19:49:22.106" v="861" actId="20577"/>
        <pc:sldMkLst>
          <pc:docMk/>
          <pc:sldMk cId="2290342247" sldId="2147481671"/>
        </pc:sldMkLst>
      </pc:sldChg>
      <pc:sldChg chg="modSp new mod">
        <pc:chgData name="Kellyn Gorman" userId="e23a768f-2613-433c-8868-7d00ab8a4972" providerId="ADAL" clId="{7DC14D7F-3EE8-41F4-9070-FB933C8E6BC7}" dt="2025-07-18T19:56:38.434" v="1924" actId="20577"/>
        <pc:sldMkLst>
          <pc:docMk/>
          <pc:sldMk cId="1539227689" sldId="2147481672"/>
        </pc:sldMkLst>
      </pc:sldChg>
      <pc:sldChg chg="modSp new mod">
        <pc:chgData name="Kellyn Gorman" userId="e23a768f-2613-433c-8868-7d00ab8a4972" providerId="ADAL" clId="{7DC14D7F-3EE8-41F4-9070-FB933C8E6BC7}" dt="2025-07-18T19:52:57.476" v="1511" actId="20577"/>
        <pc:sldMkLst>
          <pc:docMk/>
          <pc:sldMk cId="1536476049" sldId="2147481673"/>
        </pc:sldMkLst>
      </pc:sldChg>
      <pc:sldChg chg="modSp new mod">
        <pc:chgData name="Kellyn Gorman" userId="e23a768f-2613-433c-8868-7d00ab8a4972" providerId="ADAL" clId="{7DC14D7F-3EE8-41F4-9070-FB933C8E6BC7}" dt="2025-07-18T19:55:54.224" v="1864" actId="20577"/>
        <pc:sldMkLst>
          <pc:docMk/>
          <pc:sldMk cId="2848188844" sldId="2147481674"/>
        </pc:sldMkLst>
      </pc:sldChg>
      <pc:sldChg chg="addSp modSp new mod ord">
        <pc:chgData name="Kellyn Gorman" userId="e23a768f-2613-433c-8868-7d00ab8a4972" providerId="ADAL" clId="{7DC14D7F-3EE8-41F4-9070-FB933C8E6BC7}" dt="2025-07-18T20:21:15.621" v="2283" actId="1076"/>
        <pc:sldMkLst>
          <pc:docMk/>
          <pc:sldMk cId="817867655" sldId="2147481675"/>
        </pc:sldMkLst>
      </pc:sldChg>
      <pc:sldChg chg="addSp delSp modSp new mod modClrScheme chgLayout">
        <pc:chgData name="Kellyn Gorman" userId="e23a768f-2613-433c-8868-7d00ab8a4972" providerId="ADAL" clId="{7DC14D7F-3EE8-41F4-9070-FB933C8E6BC7}" dt="2025-07-18T20:20:03.809" v="2281" actId="207"/>
        <pc:sldMkLst>
          <pc:docMk/>
          <pc:sldMk cId="4092460990" sldId="2147481676"/>
        </pc:sldMkLst>
      </pc:sldChg>
      <pc:sldMasterChg chg="delSldLayout">
        <pc:chgData name="Kellyn Gorman" userId="e23a768f-2613-433c-8868-7d00ab8a4972" providerId="ADAL" clId="{7DC14D7F-3EE8-41F4-9070-FB933C8E6BC7}" dt="2025-07-18T19:48:54.966" v="850" actId="47"/>
        <pc:sldMasterMkLst>
          <pc:docMk/>
          <pc:sldMasterMk cId="3225297586" sldId="2147483739"/>
        </pc:sldMasterMkLst>
        <pc:sldLayoutChg chg="del">
          <pc:chgData name="Kellyn Gorman" userId="e23a768f-2613-433c-8868-7d00ab8a4972" providerId="ADAL" clId="{7DC14D7F-3EE8-41F4-9070-FB933C8E6BC7}" dt="2025-07-18T19:48:54.966" v="850" actId="47"/>
          <pc:sldLayoutMkLst>
            <pc:docMk/>
            <pc:sldMasterMk cId="3225297586" sldId="2147483739"/>
            <pc:sldLayoutMk cId="747175428" sldId="2147483755"/>
          </pc:sldLayoutMkLst>
        </pc:sldLayoutChg>
        <pc:sldLayoutChg chg="del">
          <pc:chgData name="Kellyn Gorman" userId="e23a768f-2613-433c-8868-7d00ab8a4972" providerId="ADAL" clId="{7DC14D7F-3EE8-41F4-9070-FB933C8E6BC7}" dt="2025-07-18T19:24:55.511" v="24" actId="2696"/>
          <pc:sldLayoutMkLst>
            <pc:docMk/>
            <pc:sldMasterMk cId="3225297586" sldId="2147483739"/>
            <pc:sldLayoutMk cId="3835408438" sldId="2147483759"/>
          </pc:sldLayoutMkLst>
        </pc:sldLayoutChg>
        <pc:sldLayoutChg chg="del">
          <pc:chgData name="Kellyn Gorman" userId="e23a768f-2613-433c-8868-7d00ab8a4972" providerId="ADAL" clId="{7DC14D7F-3EE8-41F4-9070-FB933C8E6BC7}" dt="2025-07-18T19:38:37.871" v="40" actId="2696"/>
          <pc:sldLayoutMkLst>
            <pc:docMk/>
            <pc:sldMasterMk cId="3225297586" sldId="2147483739"/>
            <pc:sldLayoutMk cId="2547938968" sldId="2147483761"/>
          </pc:sldLayoutMkLst>
        </pc:sldLayoutChg>
        <pc:sldLayoutChg chg="del">
          <pc:chgData name="Kellyn Gorman" userId="e23a768f-2613-433c-8868-7d00ab8a4972" providerId="ADAL" clId="{7DC14D7F-3EE8-41F4-9070-FB933C8E6BC7}" dt="2025-07-18T19:44:22.637" v="485" actId="2696"/>
          <pc:sldLayoutMkLst>
            <pc:docMk/>
            <pc:sldMasterMk cId="3225297586" sldId="2147483739"/>
            <pc:sldLayoutMk cId="2290749357" sldId="2147483762"/>
          </pc:sldLayoutMkLst>
        </pc:sldLayoutChg>
      </pc:sldMasterChg>
    </pc:docChg>
  </pc:docChgLst>
</pc:chgInfo>
</file>

<file path=ppt/comments/modernComment_7FE4D896_6EFCB2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694758D-A3A4-4173-9DCF-B699D3D54538}" authorId="{16063348-729E-4E53-1647-FCA97C59F23B}" status="resolved" created="2025-07-17T09:17:56.338">
    <pc:sldMkLst xmlns:pc="http://schemas.microsoft.com/office/powerpoint/2013/main/command">
      <pc:docMk/>
      <pc:sldMk cId="1983354127" sldId="2145704070"/>
    </pc:sldMkLst>
    <p188:txBody>
      <a:bodyPr/>
      <a:lstStyle/>
      <a:p>
        <a:r>
          <a:rPr lang="en-US"/>
          <a:t>Please include this slide always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hyperlink" Target="chrome-extension://efaidnbmnnnibpcajpcglclefindmkaj/https:/www.oracle.com/a/ocom/docs/corporate/pricing/technology-price-list-070617.pdf" TargetMode="Externa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svg"/><Relationship Id="rId9" Type="http://schemas.openxmlformats.org/officeDocument/2006/relationships/image" Target="../media/image8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hyperlink" Target="chrome-extension://efaidnbmnnnibpcajpcglclefindmkaj/https:/www.oracle.com/a/ocom/docs/corporate/pricing/technology-price-list-070617.pdf" TargetMode="External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svg"/><Relationship Id="rId9" Type="http://schemas.openxmlformats.org/officeDocument/2006/relationships/image" Target="../media/image8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162905-AEFE-4673-979A-93FEBA2EF31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2E70EBD-0663-4087-ABFB-3EAA82A346EB}">
      <dgm:prSet/>
      <dgm:spPr/>
      <dgm:t>
        <a:bodyPr/>
        <a:lstStyle/>
        <a:p>
          <a:r>
            <a:rPr lang="en-US" b="0" i="0" dirty="0"/>
            <a:t>Conversation</a:t>
          </a:r>
          <a:endParaRPr lang="en-US" dirty="0"/>
        </a:p>
      </dgm:t>
    </dgm:pt>
    <dgm:pt modelId="{8E8D52A4-D1E6-467E-B04B-F9ACC03E7D0C}" type="parTrans" cxnId="{61FCF6D7-BBBA-4A12-9074-5E5BAD1E8947}">
      <dgm:prSet/>
      <dgm:spPr/>
      <dgm:t>
        <a:bodyPr/>
        <a:lstStyle/>
        <a:p>
          <a:endParaRPr lang="en-US"/>
        </a:p>
      </dgm:t>
    </dgm:pt>
    <dgm:pt modelId="{DD127FD6-58AF-4529-9A54-23354CBFEBF5}" type="sibTrans" cxnId="{61FCF6D7-BBBA-4A12-9074-5E5BAD1E8947}">
      <dgm:prSet/>
      <dgm:spPr/>
      <dgm:t>
        <a:bodyPr/>
        <a:lstStyle/>
        <a:p>
          <a:endParaRPr lang="en-US"/>
        </a:p>
      </dgm:t>
    </dgm:pt>
    <dgm:pt modelId="{B659AAC6-942B-4B17-926E-325BE6123623}">
      <dgm:prSet/>
      <dgm:spPr/>
      <dgm:t>
        <a:bodyPr/>
        <a:lstStyle/>
        <a:p>
          <a:r>
            <a:rPr lang="en-US" b="0" i="0"/>
            <a:t>Interactive</a:t>
          </a:r>
          <a:endParaRPr lang="en-US"/>
        </a:p>
      </dgm:t>
    </dgm:pt>
    <dgm:pt modelId="{AA01A651-0DF9-4B14-92A1-88C9961FD719}" type="parTrans" cxnId="{462D5F44-685F-4B87-B5A4-4B4CF933F031}">
      <dgm:prSet/>
      <dgm:spPr/>
      <dgm:t>
        <a:bodyPr/>
        <a:lstStyle/>
        <a:p>
          <a:endParaRPr lang="en-US"/>
        </a:p>
      </dgm:t>
    </dgm:pt>
    <dgm:pt modelId="{8A2D777B-378E-4E5F-86AC-10F788F52F6C}" type="sibTrans" cxnId="{462D5F44-685F-4B87-B5A4-4B4CF933F031}">
      <dgm:prSet/>
      <dgm:spPr/>
      <dgm:t>
        <a:bodyPr/>
        <a:lstStyle/>
        <a:p>
          <a:endParaRPr lang="en-US"/>
        </a:p>
      </dgm:t>
    </dgm:pt>
    <dgm:pt modelId="{4B14B6D7-2ECA-4400-AE03-3A6E7B548AA1}">
      <dgm:prSet/>
      <dgm:spPr/>
      <dgm:t>
        <a:bodyPr/>
        <a:lstStyle/>
        <a:p>
          <a:r>
            <a:rPr lang="en-US" b="0" i="0"/>
            <a:t>Value Positive</a:t>
          </a:r>
          <a:endParaRPr lang="en-US"/>
        </a:p>
      </dgm:t>
    </dgm:pt>
    <dgm:pt modelId="{5F8ED7D8-F289-4778-BBCA-D0626D257845}" type="parTrans" cxnId="{47BA826C-E163-4B42-B4F3-C5220B4CA1C6}">
      <dgm:prSet/>
      <dgm:spPr/>
      <dgm:t>
        <a:bodyPr/>
        <a:lstStyle/>
        <a:p>
          <a:endParaRPr lang="en-US"/>
        </a:p>
      </dgm:t>
    </dgm:pt>
    <dgm:pt modelId="{BA27A379-DBE8-4228-87C3-FC9B45A716A9}" type="sibTrans" cxnId="{47BA826C-E163-4B42-B4F3-C5220B4CA1C6}">
      <dgm:prSet/>
      <dgm:spPr/>
      <dgm:t>
        <a:bodyPr/>
        <a:lstStyle/>
        <a:p>
          <a:endParaRPr lang="en-US"/>
        </a:p>
      </dgm:t>
    </dgm:pt>
    <dgm:pt modelId="{7B4727EE-B3A5-4EB4-9CCD-211B44B63B83}" type="pres">
      <dgm:prSet presAssocID="{64162905-AEFE-4673-979A-93FEBA2EF315}" presName="root" presStyleCnt="0">
        <dgm:presLayoutVars>
          <dgm:dir/>
          <dgm:resizeHandles val="exact"/>
        </dgm:presLayoutVars>
      </dgm:prSet>
      <dgm:spPr/>
    </dgm:pt>
    <dgm:pt modelId="{EF4B62E4-9CBE-4BB8-AC5F-A4857F5DC0C4}" type="pres">
      <dgm:prSet presAssocID="{32E70EBD-0663-4087-ABFB-3EAA82A346EB}" presName="compNode" presStyleCnt="0"/>
      <dgm:spPr/>
    </dgm:pt>
    <dgm:pt modelId="{0AEC624A-0AB2-4776-8F19-5969F643EE1D}" type="pres">
      <dgm:prSet presAssocID="{32E70EBD-0663-4087-ABFB-3EAA82A346EB}" presName="bgRect" presStyleLbl="bgShp" presStyleIdx="0" presStyleCnt="3" custLinFactNeighborX="38" custLinFactNeighborY="180"/>
      <dgm:spPr/>
    </dgm:pt>
    <dgm:pt modelId="{D3E62490-FE13-420E-896B-5BF879C518AA}" type="pres">
      <dgm:prSet presAssocID="{32E70EBD-0663-4087-ABFB-3EAA82A346E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58F9DB2-1A88-4FCF-84DD-9EAF0D9F329C}" type="pres">
      <dgm:prSet presAssocID="{32E70EBD-0663-4087-ABFB-3EAA82A346EB}" presName="spaceRect" presStyleCnt="0"/>
      <dgm:spPr/>
    </dgm:pt>
    <dgm:pt modelId="{5AFBF97A-7E21-48F1-AF65-92A39AB0DB5F}" type="pres">
      <dgm:prSet presAssocID="{32E70EBD-0663-4087-ABFB-3EAA82A346EB}" presName="parTx" presStyleLbl="revTx" presStyleIdx="0" presStyleCnt="3">
        <dgm:presLayoutVars>
          <dgm:chMax val="0"/>
          <dgm:chPref val="0"/>
        </dgm:presLayoutVars>
      </dgm:prSet>
      <dgm:spPr/>
    </dgm:pt>
    <dgm:pt modelId="{A527A778-3B93-453A-9672-BD091EC072B0}" type="pres">
      <dgm:prSet presAssocID="{DD127FD6-58AF-4529-9A54-23354CBFEBF5}" presName="sibTrans" presStyleCnt="0"/>
      <dgm:spPr/>
    </dgm:pt>
    <dgm:pt modelId="{09362530-89E4-4989-AA72-5FE26C9C7E57}" type="pres">
      <dgm:prSet presAssocID="{B659AAC6-942B-4B17-926E-325BE6123623}" presName="compNode" presStyleCnt="0"/>
      <dgm:spPr/>
    </dgm:pt>
    <dgm:pt modelId="{1C491341-2BED-493D-B376-FEF0210E9CB4}" type="pres">
      <dgm:prSet presAssocID="{B659AAC6-942B-4B17-926E-325BE6123623}" presName="bgRect" presStyleLbl="bgShp" presStyleIdx="1" presStyleCnt="3"/>
      <dgm:spPr/>
    </dgm:pt>
    <dgm:pt modelId="{695B33D1-289F-4E32-97F0-906F45246EFC}" type="pres">
      <dgm:prSet presAssocID="{B659AAC6-942B-4B17-926E-325BE61236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57C932BF-896A-49AD-858B-3C9312160AD1}" type="pres">
      <dgm:prSet presAssocID="{B659AAC6-942B-4B17-926E-325BE6123623}" presName="spaceRect" presStyleCnt="0"/>
      <dgm:spPr/>
    </dgm:pt>
    <dgm:pt modelId="{F5385B11-719B-424E-9B16-4B9AF8248FDE}" type="pres">
      <dgm:prSet presAssocID="{B659AAC6-942B-4B17-926E-325BE6123623}" presName="parTx" presStyleLbl="revTx" presStyleIdx="1" presStyleCnt="3">
        <dgm:presLayoutVars>
          <dgm:chMax val="0"/>
          <dgm:chPref val="0"/>
        </dgm:presLayoutVars>
      </dgm:prSet>
      <dgm:spPr/>
    </dgm:pt>
    <dgm:pt modelId="{2ADDC35A-CF38-444B-A3B0-DCF8EF8F3EF6}" type="pres">
      <dgm:prSet presAssocID="{8A2D777B-378E-4E5F-86AC-10F788F52F6C}" presName="sibTrans" presStyleCnt="0"/>
      <dgm:spPr/>
    </dgm:pt>
    <dgm:pt modelId="{E12F7C5A-FC30-4508-A766-4847DF0BFE52}" type="pres">
      <dgm:prSet presAssocID="{4B14B6D7-2ECA-4400-AE03-3A6E7B548AA1}" presName="compNode" presStyleCnt="0"/>
      <dgm:spPr/>
    </dgm:pt>
    <dgm:pt modelId="{CE10CC0A-F69A-4341-891B-C3E18942F647}" type="pres">
      <dgm:prSet presAssocID="{4B14B6D7-2ECA-4400-AE03-3A6E7B548AA1}" presName="bgRect" presStyleLbl="bgShp" presStyleIdx="2" presStyleCnt="3"/>
      <dgm:spPr/>
    </dgm:pt>
    <dgm:pt modelId="{9FD28678-5EF5-4C64-A668-7BB812931917}" type="pres">
      <dgm:prSet presAssocID="{4B14B6D7-2ECA-4400-AE03-3A6E7B548A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A1745DD1-DA99-44E7-9C0F-C55F16CF1D25}" type="pres">
      <dgm:prSet presAssocID="{4B14B6D7-2ECA-4400-AE03-3A6E7B548AA1}" presName="spaceRect" presStyleCnt="0"/>
      <dgm:spPr/>
    </dgm:pt>
    <dgm:pt modelId="{42A77F7E-3F24-43BC-9D04-F5ADDA128F88}" type="pres">
      <dgm:prSet presAssocID="{4B14B6D7-2ECA-4400-AE03-3A6E7B548A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5C9500-0609-4C2A-96D5-B1411696720F}" type="presOf" srcId="{B659AAC6-942B-4B17-926E-325BE6123623}" destId="{F5385B11-719B-424E-9B16-4B9AF8248FDE}" srcOrd="0" destOrd="0" presId="urn:microsoft.com/office/officeart/2018/2/layout/IconVerticalSolidList"/>
    <dgm:cxn modelId="{F7DAA402-4FAD-4298-ACE4-09494D8901B6}" type="presOf" srcId="{4B14B6D7-2ECA-4400-AE03-3A6E7B548AA1}" destId="{42A77F7E-3F24-43BC-9D04-F5ADDA128F88}" srcOrd="0" destOrd="0" presId="urn:microsoft.com/office/officeart/2018/2/layout/IconVerticalSolidList"/>
    <dgm:cxn modelId="{462D5F44-685F-4B87-B5A4-4B4CF933F031}" srcId="{64162905-AEFE-4673-979A-93FEBA2EF315}" destId="{B659AAC6-942B-4B17-926E-325BE6123623}" srcOrd="1" destOrd="0" parTransId="{AA01A651-0DF9-4B14-92A1-88C9961FD719}" sibTransId="{8A2D777B-378E-4E5F-86AC-10F788F52F6C}"/>
    <dgm:cxn modelId="{47BA826C-E163-4B42-B4F3-C5220B4CA1C6}" srcId="{64162905-AEFE-4673-979A-93FEBA2EF315}" destId="{4B14B6D7-2ECA-4400-AE03-3A6E7B548AA1}" srcOrd="2" destOrd="0" parTransId="{5F8ED7D8-F289-4778-BBCA-D0626D257845}" sibTransId="{BA27A379-DBE8-4228-87C3-FC9B45A716A9}"/>
    <dgm:cxn modelId="{0EFDE1AB-6B3A-4BC0-BF86-C926A05646EC}" type="presOf" srcId="{32E70EBD-0663-4087-ABFB-3EAA82A346EB}" destId="{5AFBF97A-7E21-48F1-AF65-92A39AB0DB5F}" srcOrd="0" destOrd="0" presId="urn:microsoft.com/office/officeart/2018/2/layout/IconVerticalSolidList"/>
    <dgm:cxn modelId="{61FCF6D7-BBBA-4A12-9074-5E5BAD1E8947}" srcId="{64162905-AEFE-4673-979A-93FEBA2EF315}" destId="{32E70EBD-0663-4087-ABFB-3EAA82A346EB}" srcOrd="0" destOrd="0" parTransId="{8E8D52A4-D1E6-467E-B04B-F9ACC03E7D0C}" sibTransId="{DD127FD6-58AF-4529-9A54-23354CBFEBF5}"/>
    <dgm:cxn modelId="{E35B3BED-BE7C-4660-99B9-1D0A12088A34}" type="presOf" srcId="{64162905-AEFE-4673-979A-93FEBA2EF315}" destId="{7B4727EE-B3A5-4EB4-9CCD-211B44B63B83}" srcOrd="0" destOrd="0" presId="urn:microsoft.com/office/officeart/2018/2/layout/IconVerticalSolidList"/>
    <dgm:cxn modelId="{CDEE0B9E-6734-4341-9E1C-55C43E46EA4D}" type="presParOf" srcId="{7B4727EE-B3A5-4EB4-9CCD-211B44B63B83}" destId="{EF4B62E4-9CBE-4BB8-AC5F-A4857F5DC0C4}" srcOrd="0" destOrd="0" presId="urn:microsoft.com/office/officeart/2018/2/layout/IconVerticalSolidList"/>
    <dgm:cxn modelId="{AF10E829-6D29-49A0-AF58-9D868776DC34}" type="presParOf" srcId="{EF4B62E4-9CBE-4BB8-AC5F-A4857F5DC0C4}" destId="{0AEC624A-0AB2-4776-8F19-5969F643EE1D}" srcOrd="0" destOrd="0" presId="urn:microsoft.com/office/officeart/2018/2/layout/IconVerticalSolidList"/>
    <dgm:cxn modelId="{97FF305B-C3C2-483C-AAEC-5CAFC4F439AB}" type="presParOf" srcId="{EF4B62E4-9CBE-4BB8-AC5F-A4857F5DC0C4}" destId="{D3E62490-FE13-420E-896B-5BF879C518AA}" srcOrd="1" destOrd="0" presId="urn:microsoft.com/office/officeart/2018/2/layout/IconVerticalSolidList"/>
    <dgm:cxn modelId="{5EFA4BB0-0D65-45C1-9009-06A048F52658}" type="presParOf" srcId="{EF4B62E4-9CBE-4BB8-AC5F-A4857F5DC0C4}" destId="{058F9DB2-1A88-4FCF-84DD-9EAF0D9F329C}" srcOrd="2" destOrd="0" presId="urn:microsoft.com/office/officeart/2018/2/layout/IconVerticalSolidList"/>
    <dgm:cxn modelId="{E1B66DC3-909C-4212-8508-8F00D37C549C}" type="presParOf" srcId="{EF4B62E4-9CBE-4BB8-AC5F-A4857F5DC0C4}" destId="{5AFBF97A-7E21-48F1-AF65-92A39AB0DB5F}" srcOrd="3" destOrd="0" presId="urn:microsoft.com/office/officeart/2018/2/layout/IconVerticalSolidList"/>
    <dgm:cxn modelId="{80563806-D77A-4FEB-9867-A5FD3D6E9579}" type="presParOf" srcId="{7B4727EE-B3A5-4EB4-9CCD-211B44B63B83}" destId="{A527A778-3B93-453A-9672-BD091EC072B0}" srcOrd="1" destOrd="0" presId="urn:microsoft.com/office/officeart/2018/2/layout/IconVerticalSolidList"/>
    <dgm:cxn modelId="{93A12A89-E9B0-4F5E-8A99-CAB4BB151A8E}" type="presParOf" srcId="{7B4727EE-B3A5-4EB4-9CCD-211B44B63B83}" destId="{09362530-89E4-4989-AA72-5FE26C9C7E57}" srcOrd="2" destOrd="0" presId="urn:microsoft.com/office/officeart/2018/2/layout/IconVerticalSolidList"/>
    <dgm:cxn modelId="{D9AF4FDB-FC3F-4C50-BCA2-5FB02C5B7DBE}" type="presParOf" srcId="{09362530-89E4-4989-AA72-5FE26C9C7E57}" destId="{1C491341-2BED-493D-B376-FEF0210E9CB4}" srcOrd="0" destOrd="0" presId="urn:microsoft.com/office/officeart/2018/2/layout/IconVerticalSolidList"/>
    <dgm:cxn modelId="{DAE5B6B0-DFF6-47EB-B7CE-5E0673DE3B18}" type="presParOf" srcId="{09362530-89E4-4989-AA72-5FE26C9C7E57}" destId="{695B33D1-289F-4E32-97F0-906F45246EFC}" srcOrd="1" destOrd="0" presId="urn:microsoft.com/office/officeart/2018/2/layout/IconVerticalSolidList"/>
    <dgm:cxn modelId="{E4E5C9C5-A8DA-47EE-97EF-A78EB1B23091}" type="presParOf" srcId="{09362530-89E4-4989-AA72-5FE26C9C7E57}" destId="{57C932BF-896A-49AD-858B-3C9312160AD1}" srcOrd="2" destOrd="0" presId="urn:microsoft.com/office/officeart/2018/2/layout/IconVerticalSolidList"/>
    <dgm:cxn modelId="{64782CE8-652D-4822-B7AE-EF7FA02A175B}" type="presParOf" srcId="{09362530-89E4-4989-AA72-5FE26C9C7E57}" destId="{F5385B11-719B-424E-9B16-4B9AF8248FDE}" srcOrd="3" destOrd="0" presId="urn:microsoft.com/office/officeart/2018/2/layout/IconVerticalSolidList"/>
    <dgm:cxn modelId="{F10C433A-3F5B-40B8-8741-36CD473B03FF}" type="presParOf" srcId="{7B4727EE-B3A5-4EB4-9CCD-211B44B63B83}" destId="{2ADDC35A-CF38-444B-A3B0-DCF8EF8F3EF6}" srcOrd="3" destOrd="0" presId="urn:microsoft.com/office/officeart/2018/2/layout/IconVerticalSolidList"/>
    <dgm:cxn modelId="{BF100ABA-8946-4B06-BEF3-82BE362030C7}" type="presParOf" srcId="{7B4727EE-B3A5-4EB4-9CCD-211B44B63B83}" destId="{E12F7C5A-FC30-4508-A766-4847DF0BFE52}" srcOrd="4" destOrd="0" presId="urn:microsoft.com/office/officeart/2018/2/layout/IconVerticalSolidList"/>
    <dgm:cxn modelId="{5CEE23EB-09FE-4260-9A33-6737F1ABD233}" type="presParOf" srcId="{E12F7C5A-FC30-4508-A766-4847DF0BFE52}" destId="{CE10CC0A-F69A-4341-891B-C3E18942F647}" srcOrd="0" destOrd="0" presId="urn:microsoft.com/office/officeart/2018/2/layout/IconVerticalSolidList"/>
    <dgm:cxn modelId="{A552F588-6933-4827-9052-B41014C41BDF}" type="presParOf" srcId="{E12F7C5A-FC30-4508-A766-4847DF0BFE52}" destId="{9FD28678-5EF5-4C64-A668-7BB812931917}" srcOrd="1" destOrd="0" presId="urn:microsoft.com/office/officeart/2018/2/layout/IconVerticalSolidList"/>
    <dgm:cxn modelId="{F13C07E1-39C5-4290-B017-862A6C0A6E0A}" type="presParOf" srcId="{E12F7C5A-FC30-4508-A766-4847DF0BFE52}" destId="{A1745DD1-DA99-44E7-9C0F-C55F16CF1D25}" srcOrd="2" destOrd="0" presId="urn:microsoft.com/office/officeart/2018/2/layout/IconVerticalSolidList"/>
    <dgm:cxn modelId="{65D600F7-D77C-46CB-BA5B-F181061F9040}" type="presParOf" srcId="{E12F7C5A-FC30-4508-A766-4847DF0BFE52}" destId="{42A77F7E-3F24-43BC-9D04-F5ADDA128F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900FF3-ED89-4939-9E8D-52352A6428D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976D28-CB32-41C4-9A0D-AF7010471BB2}">
      <dgm:prSet/>
      <dgm:spPr/>
      <dgm:t>
        <a:bodyPr/>
        <a:lstStyle/>
        <a:p>
          <a:r>
            <a:rPr lang="en-US"/>
            <a:t>Hardware Vendor?</a:t>
          </a:r>
        </a:p>
      </dgm:t>
    </dgm:pt>
    <dgm:pt modelId="{69D7F7C3-A8C0-4CE1-85EF-A089213B8789}" type="parTrans" cxnId="{F5577200-8E28-456E-A72B-B31493AB882B}">
      <dgm:prSet/>
      <dgm:spPr/>
      <dgm:t>
        <a:bodyPr/>
        <a:lstStyle/>
        <a:p>
          <a:endParaRPr lang="en-US"/>
        </a:p>
      </dgm:t>
    </dgm:pt>
    <dgm:pt modelId="{E1F26E70-3E43-4607-BF24-C9A5707AEA34}" type="sibTrans" cxnId="{F5577200-8E28-456E-A72B-B31493AB882B}">
      <dgm:prSet/>
      <dgm:spPr/>
      <dgm:t>
        <a:bodyPr/>
        <a:lstStyle/>
        <a:p>
          <a:endParaRPr lang="en-US"/>
        </a:p>
      </dgm:t>
    </dgm:pt>
    <dgm:pt modelId="{DA905334-504C-4C71-B0C5-074C16A5AFCB}">
      <dgm:prSet/>
      <dgm:spPr/>
      <dgm:t>
        <a:bodyPr/>
        <a:lstStyle/>
        <a:p>
          <a:r>
            <a:rPr lang="en-US"/>
            <a:t>Application Suites?</a:t>
          </a:r>
        </a:p>
      </dgm:t>
    </dgm:pt>
    <dgm:pt modelId="{A72ADB8D-A487-413E-A8CA-CC75EC4DB2AD}" type="parTrans" cxnId="{B94D56D3-0193-4DAC-A2CB-5F4794DB73A8}">
      <dgm:prSet/>
      <dgm:spPr/>
      <dgm:t>
        <a:bodyPr/>
        <a:lstStyle/>
        <a:p>
          <a:endParaRPr lang="en-US"/>
        </a:p>
      </dgm:t>
    </dgm:pt>
    <dgm:pt modelId="{2E5C3A64-64DA-4450-AF75-F265FEC2399A}" type="sibTrans" cxnId="{B94D56D3-0193-4DAC-A2CB-5F4794DB73A8}">
      <dgm:prSet/>
      <dgm:spPr/>
      <dgm:t>
        <a:bodyPr/>
        <a:lstStyle/>
        <a:p>
          <a:endParaRPr lang="en-US"/>
        </a:p>
      </dgm:t>
    </dgm:pt>
    <dgm:pt modelId="{398218BD-233F-4515-9ED2-4445C09381C0}">
      <dgm:prSet/>
      <dgm:spPr/>
      <dgm:t>
        <a:bodyPr/>
        <a:lstStyle/>
        <a:p>
          <a:r>
            <a:rPr lang="en-US"/>
            <a:t>Storage Management System?</a:t>
          </a:r>
        </a:p>
      </dgm:t>
    </dgm:pt>
    <dgm:pt modelId="{4CCDA53E-6CEC-4C10-BAAD-A79B47889AC9}" type="parTrans" cxnId="{08A27406-1BF7-4F90-ACE2-F15760A80556}">
      <dgm:prSet/>
      <dgm:spPr/>
      <dgm:t>
        <a:bodyPr/>
        <a:lstStyle/>
        <a:p>
          <a:endParaRPr lang="en-US"/>
        </a:p>
      </dgm:t>
    </dgm:pt>
    <dgm:pt modelId="{F7B01AD1-1AC6-44AF-A72A-6F4DD21B3B01}" type="sibTrans" cxnId="{08A27406-1BF7-4F90-ACE2-F15760A80556}">
      <dgm:prSet/>
      <dgm:spPr/>
      <dgm:t>
        <a:bodyPr/>
        <a:lstStyle/>
        <a:p>
          <a:endParaRPr lang="en-US"/>
        </a:p>
      </dgm:t>
    </dgm:pt>
    <dgm:pt modelId="{8DC57308-A703-4A3A-B0A8-D426B8705EBD}">
      <dgm:prSet/>
      <dgm:spPr/>
      <dgm:t>
        <a:bodyPr/>
        <a:lstStyle/>
        <a:p>
          <a:r>
            <a:rPr lang="en-US"/>
            <a:t>Cloud Vendor?</a:t>
          </a:r>
        </a:p>
      </dgm:t>
    </dgm:pt>
    <dgm:pt modelId="{00A34D44-4E7A-48D8-90C7-91CE504859D4}" type="parTrans" cxnId="{3AB1994A-5FD4-4779-9044-740728EDEB6D}">
      <dgm:prSet/>
      <dgm:spPr/>
      <dgm:t>
        <a:bodyPr/>
        <a:lstStyle/>
        <a:p>
          <a:endParaRPr lang="en-US"/>
        </a:p>
      </dgm:t>
    </dgm:pt>
    <dgm:pt modelId="{01B5D96A-BF0B-4306-8DDE-D7DB44DC5947}" type="sibTrans" cxnId="{3AB1994A-5FD4-4779-9044-740728EDEB6D}">
      <dgm:prSet/>
      <dgm:spPr/>
      <dgm:t>
        <a:bodyPr/>
        <a:lstStyle/>
        <a:p>
          <a:endParaRPr lang="en-US"/>
        </a:p>
      </dgm:t>
    </dgm:pt>
    <dgm:pt modelId="{AFA69732-0EC4-4B08-A0E0-CFAFC4342989}">
      <dgm:prSet/>
      <dgm:spPr/>
      <dgm:t>
        <a:bodyPr/>
        <a:lstStyle/>
        <a:p>
          <a:r>
            <a:rPr lang="en-US"/>
            <a:t>Coding Language? </a:t>
          </a:r>
        </a:p>
      </dgm:t>
    </dgm:pt>
    <dgm:pt modelId="{53C9BE31-ECBA-4BCF-8BB0-4466D6464379}" type="parTrans" cxnId="{64A41D0C-EDFF-4932-B9E3-666BBBEE41FC}">
      <dgm:prSet/>
      <dgm:spPr/>
      <dgm:t>
        <a:bodyPr/>
        <a:lstStyle/>
        <a:p>
          <a:endParaRPr lang="en-US"/>
        </a:p>
      </dgm:t>
    </dgm:pt>
    <dgm:pt modelId="{5A39BB80-0B69-45C2-AC5F-2518EBB52D12}" type="sibTrans" cxnId="{64A41D0C-EDFF-4932-B9E3-666BBBEE41FC}">
      <dgm:prSet/>
      <dgm:spPr/>
      <dgm:t>
        <a:bodyPr/>
        <a:lstStyle/>
        <a:p>
          <a:endParaRPr lang="en-US"/>
        </a:p>
      </dgm:t>
    </dgm:pt>
    <dgm:pt modelId="{B4A21401-D8E1-4467-BBE4-27E80230F53E}" type="pres">
      <dgm:prSet presAssocID="{56900FF3-ED89-4939-9E8D-52352A6428D8}" presName="vert0" presStyleCnt="0">
        <dgm:presLayoutVars>
          <dgm:dir/>
          <dgm:animOne val="branch"/>
          <dgm:animLvl val="lvl"/>
        </dgm:presLayoutVars>
      </dgm:prSet>
      <dgm:spPr/>
    </dgm:pt>
    <dgm:pt modelId="{CCEAE7DB-26C9-498F-887E-D94EEAEF1C49}" type="pres">
      <dgm:prSet presAssocID="{2C976D28-CB32-41C4-9A0D-AF7010471BB2}" presName="thickLine" presStyleLbl="alignNode1" presStyleIdx="0" presStyleCnt="5"/>
      <dgm:spPr/>
    </dgm:pt>
    <dgm:pt modelId="{AB6BD1BC-CB89-43AB-9DF5-82716CB16CE9}" type="pres">
      <dgm:prSet presAssocID="{2C976D28-CB32-41C4-9A0D-AF7010471BB2}" presName="horz1" presStyleCnt="0"/>
      <dgm:spPr/>
    </dgm:pt>
    <dgm:pt modelId="{ACCA658A-A161-45EC-BB3F-1C462B87FAAC}" type="pres">
      <dgm:prSet presAssocID="{2C976D28-CB32-41C4-9A0D-AF7010471BB2}" presName="tx1" presStyleLbl="revTx" presStyleIdx="0" presStyleCnt="5"/>
      <dgm:spPr/>
    </dgm:pt>
    <dgm:pt modelId="{8C52FF33-BF45-4D2C-BB91-7AE7B376CE1B}" type="pres">
      <dgm:prSet presAssocID="{2C976D28-CB32-41C4-9A0D-AF7010471BB2}" presName="vert1" presStyleCnt="0"/>
      <dgm:spPr/>
    </dgm:pt>
    <dgm:pt modelId="{E0AB40EF-56E6-49C7-8C03-607D3256137D}" type="pres">
      <dgm:prSet presAssocID="{DA905334-504C-4C71-B0C5-074C16A5AFCB}" presName="thickLine" presStyleLbl="alignNode1" presStyleIdx="1" presStyleCnt="5"/>
      <dgm:spPr/>
    </dgm:pt>
    <dgm:pt modelId="{416A5DDB-5F9C-403E-90D0-3AA9A25AFF4C}" type="pres">
      <dgm:prSet presAssocID="{DA905334-504C-4C71-B0C5-074C16A5AFCB}" presName="horz1" presStyleCnt="0"/>
      <dgm:spPr/>
    </dgm:pt>
    <dgm:pt modelId="{70D50892-69C3-450B-9313-593CC3A9190A}" type="pres">
      <dgm:prSet presAssocID="{DA905334-504C-4C71-B0C5-074C16A5AFCB}" presName="tx1" presStyleLbl="revTx" presStyleIdx="1" presStyleCnt="5"/>
      <dgm:spPr/>
    </dgm:pt>
    <dgm:pt modelId="{63011106-E1FD-4667-85BB-B7CD5F9D11AD}" type="pres">
      <dgm:prSet presAssocID="{DA905334-504C-4C71-B0C5-074C16A5AFCB}" presName="vert1" presStyleCnt="0"/>
      <dgm:spPr/>
    </dgm:pt>
    <dgm:pt modelId="{4CD1A839-0F1E-4EA0-89A6-FA72D319EFBE}" type="pres">
      <dgm:prSet presAssocID="{398218BD-233F-4515-9ED2-4445C09381C0}" presName="thickLine" presStyleLbl="alignNode1" presStyleIdx="2" presStyleCnt="5"/>
      <dgm:spPr/>
    </dgm:pt>
    <dgm:pt modelId="{B5101634-1589-46C6-90A6-2939579D74D6}" type="pres">
      <dgm:prSet presAssocID="{398218BD-233F-4515-9ED2-4445C09381C0}" presName="horz1" presStyleCnt="0"/>
      <dgm:spPr/>
    </dgm:pt>
    <dgm:pt modelId="{7FBA2E06-8E1A-4809-BCE2-A160A2667154}" type="pres">
      <dgm:prSet presAssocID="{398218BD-233F-4515-9ED2-4445C09381C0}" presName="tx1" presStyleLbl="revTx" presStyleIdx="2" presStyleCnt="5"/>
      <dgm:spPr/>
    </dgm:pt>
    <dgm:pt modelId="{C4476B57-4A3F-4D8D-AC3D-83492937C98B}" type="pres">
      <dgm:prSet presAssocID="{398218BD-233F-4515-9ED2-4445C09381C0}" presName="vert1" presStyleCnt="0"/>
      <dgm:spPr/>
    </dgm:pt>
    <dgm:pt modelId="{C3E44D5A-8A19-403E-890D-7F5192D9B4BF}" type="pres">
      <dgm:prSet presAssocID="{8DC57308-A703-4A3A-B0A8-D426B8705EBD}" presName="thickLine" presStyleLbl="alignNode1" presStyleIdx="3" presStyleCnt="5"/>
      <dgm:spPr/>
    </dgm:pt>
    <dgm:pt modelId="{9146BE4D-2232-431F-A350-5BFDD50C0DD0}" type="pres">
      <dgm:prSet presAssocID="{8DC57308-A703-4A3A-B0A8-D426B8705EBD}" presName="horz1" presStyleCnt="0"/>
      <dgm:spPr/>
    </dgm:pt>
    <dgm:pt modelId="{9E5E30A5-EFB1-4564-8927-4DE66822EEB0}" type="pres">
      <dgm:prSet presAssocID="{8DC57308-A703-4A3A-B0A8-D426B8705EBD}" presName="tx1" presStyleLbl="revTx" presStyleIdx="3" presStyleCnt="5"/>
      <dgm:spPr/>
    </dgm:pt>
    <dgm:pt modelId="{5860332D-6138-44EC-8328-3BD97557CE48}" type="pres">
      <dgm:prSet presAssocID="{8DC57308-A703-4A3A-B0A8-D426B8705EBD}" presName="vert1" presStyleCnt="0"/>
      <dgm:spPr/>
    </dgm:pt>
    <dgm:pt modelId="{36998157-6963-43E6-9CB5-8C9329971A3B}" type="pres">
      <dgm:prSet presAssocID="{AFA69732-0EC4-4B08-A0E0-CFAFC4342989}" presName="thickLine" presStyleLbl="alignNode1" presStyleIdx="4" presStyleCnt="5"/>
      <dgm:spPr/>
    </dgm:pt>
    <dgm:pt modelId="{9F2E5147-26B3-484E-B50B-F877BB8A528F}" type="pres">
      <dgm:prSet presAssocID="{AFA69732-0EC4-4B08-A0E0-CFAFC4342989}" presName="horz1" presStyleCnt="0"/>
      <dgm:spPr/>
    </dgm:pt>
    <dgm:pt modelId="{791080CB-EC48-4AAF-BC6C-8CC8D9EB3EBC}" type="pres">
      <dgm:prSet presAssocID="{AFA69732-0EC4-4B08-A0E0-CFAFC4342989}" presName="tx1" presStyleLbl="revTx" presStyleIdx="4" presStyleCnt="5"/>
      <dgm:spPr/>
    </dgm:pt>
    <dgm:pt modelId="{02EA2022-7E57-423B-9C65-7F836A0A7BEA}" type="pres">
      <dgm:prSet presAssocID="{AFA69732-0EC4-4B08-A0E0-CFAFC4342989}" presName="vert1" presStyleCnt="0"/>
      <dgm:spPr/>
    </dgm:pt>
  </dgm:ptLst>
  <dgm:cxnLst>
    <dgm:cxn modelId="{F5577200-8E28-456E-A72B-B31493AB882B}" srcId="{56900FF3-ED89-4939-9E8D-52352A6428D8}" destId="{2C976D28-CB32-41C4-9A0D-AF7010471BB2}" srcOrd="0" destOrd="0" parTransId="{69D7F7C3-A8C0-4CE1-85EF-A089213B8789}" sibTransId="{E1F26E70-3E43-4607-BF24-C9A5707AEA34}"/>
    <dgm:cxn modelId="{08A27406-1BF7-4F90-ACE2-F15760A80556}" srcId="{56900FF3-ED89-4939-9E8D-52352A6428D8}" destId="{398218BD-233F-4515-9ED2-4445C09381C0}" srcOrd="2" destOrd="0" parTransId="{4CCDA53E-6CEC-4C10-BAAD-A79B47889AC9}" sibTransId="{F7B01AD1-1AC6-44AF-A72A-6F4DD21B3B01}"/>
    <dgm:cxn modelId="{64A41D0C-EDFF-4932-B9E3-666BBBEE41FC}" srcId="{56900FF3-ED89-4939-9E8D-52352A6428D8}" destId="{AFA69732-0EC4-4B08-A0E0-CFAFC4342989}" srcOrd="4" destOrd="0" parTransId="{53C9BE31-ECBA-4BCF-8BB0-4466D6464379}" sibTransId="{5A39BB80-0B69-45C2-AC5F-2518EBB52D12}"/>
    <dgm:cxn modelId="{5226760D-A0BB-4AE6-B14C-26782E5A1347}" type="presOf" srcId="{2C976D28-CB32-41C4-9A0D-AF7010471BB2}" destId="{ACCA658A-A161-45EC-BB3F-1C462B87FAAC}" srcOrd="0" destOrd="0" presId="urn:microsoft.com/office/officeart/2008/layout/LinedList"/>
    <dgm:cxn modelId="{F8812026-DAB5-4D7C-A629-383626B49CBB}" type="presOf" srcId="{56900FF3-ED89-4939-9E8D-52352A6428D8}" destId="{B4A21401-D8E1-4467-BBE4-27E80230F53E}" srcOrd="0" destOrd="0" presId="urn:microsoft.com/office/officeart/2008/layout/LinedList"/>
    <dgm:cxn modelId="{3F76F226-0634-468E-9B81-858583F20C62}" type="presOf" srcId="{DA905334-504C-4C71-B0C5-074C16A5AFCB}" destId="{70D50892-69C3-450B-9313-593CC3A9190A}" srcOrd="0" destOrd="0" presId="urn:microsoft.com/office/officeart/2008/layout/LinedList"/>
    <dgm:cxn modelId="{3AB1994A-5FD4-4779-9044-740728EDEB6D}" srcId="{56900FF3-ED89-4939-9E8D-52352A6428D8}" destId="{8DC57308-A703-4A3A-B0A8-D426B8705EBD}" srcOrd="3" destOrd="0" parTransId="{00A34D44-4E7A-48D8-90C7-91CE504859D4}" sibTransId="{01B5D96A-BF0B-4306-8DDE-D7DB44DC5947}"/>
    <dgm:cxn modelId="{ADB23258-0CB4-4BAD-B372-5B25A9616D56}" type="presOf" srcId="{AFA69732-0EC4-4B08-A0E0-CFAFC4342989}" destId="{791080CB-EC48-4AAF-BC6C-8CC8D9EB3EBC}" srcOrd="0" destOrd="0" presId="urn:microsoft.com/office/officeart/2008/layout/LinedList"/>
    <dgm:cxn modelId="{EB785AAA-8EBE-4397-A76D-3C1ECEE676D1}" type="presOf" srcId="{398218BD-233F-4515-9ED2-4445C09381C0}" destId="{7FBA2E06-8E1A-4809-BCE2-A160A2667154}" srcOrd="0" destOrd="0" presId="urn:microsoft.com/office/officeart/2008/layout/LinedList"/>
    <dgm:cxn modelId="{B94D56D3-0193-4DAC-A2CB-5F4794DB73A8}" srcId="{56900FF3-ED89-4939-9E8D-52352A6428D8}" destId="{DA905334-504C-4C71-B0C5-074C16A5AFCB}" srcOrd="1" destOrd="0" parTransId="{A72ADB8D-A487-413E-A8CA-CC75EC4DB2AD}" sibTransId="{2E5C3A64-64DA-4450-AF75-F265FEC2399A}"/>
    <dgm:cxn modelId="{1BCD46E9-C2EC-4711-8B78-2D6A78928248}" type="presOf" srcId="{8DC57308-A703-4A3A-B0A8-D426B8705EBD}" destId="{9E5E30A5-EFB1-4564-8927-4DE66822EEB0}" srcOrd="0" destOrd="0" presId="urn:microsoft.com/office/officeart/2008/layout/LinedList"/>
    <dgm:cxn modelId="{25C46294-79FD-4057-93E8-8E16E0036565}" type="presParOf" srcId="{B4A21401-D8E1-4467-BBE4-27E80230F53E}" destId="{CCEAE7DB-26C9-498F-887E-D94EEAEF1C49}" srcOrd="0" destOrd="0" presId="urn:microsoft.com/office/officeart/2008/layout/LinedList"/>
    <dgm:cxn modelId="{D6925395-8F32-4911-A765-371C57E76F2A}" type="presParOf" srcId="{B4A21401-D8E1-4467-BBE4-27E80230F53E}" destId="{AB6BD1BC-CB89-43AB-9DF5-82716CB16CE9}" srcOrd="1" destOrd="0" presId="urn:microsoft.com/office/officeart/2008/layout/LinedList"/>
    <dgm:cxn modelId="{14A43E90-1A58-45B5-B04D-E0B8C1A775F0}" type="presParOf" srcId="{AB6BD1BC-CB89-43AB-9DF5-82716CB16CE9}" destId="{ACCA658A-A161-45EC-BB3F-1C462B87FAAC}" srcOrd="0" destOrd="0" presId="urn:microsoft.com/office/officeart/2008/layout/LinedList"/>
    <dgm:cxn modelId="{E6B1E201-8653-4058-A728-78F581FDFF48}" type="presParOf" srcId="{AB6BD1BC-CB89-43AB-9DF5-82716CB16CE9}" destId="{8C52FF33-BF45-4D2C-BB91-7AE7B376CE1B}" srcOrd="1" destOrd="0" presId="urn:microsoft.com/office/officeart/2008/layout/LinedList"/>
    <dgm:cxn modelId="{7FCDAA85-FADD-46AC-A831-1642B256E6FD}" type="presParOf" srcId="{B4A21401-D8E1-4467-BBE4-27E80230F53E}" destId="{E0AB40EF-56E6-49C7-8C03-607D3256137D}" srcOrd="2" destOrd="0" presId="urn:microsoft.com/office/officeart/2008/layout/LinedList"/>
    <dgm:cxn modelId="{0005376F-D421-428C-97F9-1B4CBB2FD831}" type="presParOf" srcId="{B4A21401-D8E1-4467-BBE4-27E80230F53E}" destId="{416A5DDB-5F9C-403E-90D0-3AA9A25AFF4C}" srcOrd="3" destOrd="0" presId="urn:microsoft.com/office/officeart/2008/layout/LinedList"/>
    <dgm:cxn modelId="{48E9FD93-F21D-42E8-A3DA-466E2929E4B1}" type="presParOf" srcId="{416A5DDB-5F9C-403E-90D0-3AA9A25AFF4C}" destId="{70D50892-69C3-450B-9313-593CC3A9190A}" srcOrd="0" destOrd="0" presId="urn:microsoft.com/office/officeart/2008/layout/LinedList"/>
    <dgm:cxn modelId="{580E72E9-008B-4B98-9368-47B330DE603D}" type="presParOf" srcId="{416A5DDB-5F9C-403E-90D0-3AA9A25AFF4C}" destId="{63011106-E1FD-4667-85BB-B7CD5F9D11AD}" srcOrd="1" destOrd="0" presId="urn:microsoft.com/office/officeart/2008/layout/LinedList"/>
    <dgm:cxn modelId="{845D8D6C-8F86-4699-A27E-68A8048B08B1}" type="presParOf" srcId="{B4A21401-D8E1-4467-BBE4-27E80230F53E}" destId="{4CD1A839-0F1E-4EA0-89A6-FA72D319EFBE}" srcOrd="4" destOrd="0" presId="urn:microsoft.com/office/officeart/2008/layout/LinedList"/>
    <dgm:cxn modelId="{74D892AD-DB92-4462-A0A2-0CCF8BC6294A}" type="presParOf" srcId="{B4A21401-D8E1-4467-BBE4-27E80230F53E}" destId="{B5101634-1589-46C6-90A6-2939579D74D6}" srcOrd="5" destOrd="0" presId="urn:microsoft.com/office/officeart/2008/layout/LinedList"/>
    <dgm:cxn modelId="{C20729AE-811B-40F6-B9CF-3D012C1FE572}" type="presParOf" srcId="{B5101634-1589-46C6-90A6-2939579D74D6}" destId="{7FBA2E06-8E1A-4809-BCE2-A160A2667154}" srcOrd="0" destOrd="0" presId="urn:microsoft.com/office/officeart/2008/layout/LinedList"/>
    <dgm:cxn modelId="{AF29FF76-93F5-433D-B5E8-82AB5000C046}" type="presParOf" srcId="{B5101634-1589-46C6-90A6-2939579D74D6}" destId="{C4476B57-4A3F-4D8D-AC3D-83492937C98B}" srcOrd="1" destOrd="0" presId="urn:microsoft.com/office/officeart/2008/layout/LinedList"/>
    <dgm:cxn modelId="{8ABA4144-A6BA-4C48-98F3-DDA400474C34}" type="presParOf" srcId="{B4A21401-D8E1-4467-BBE4-27E80230F53E}" destId="{C3E44D5A-8A19-403E-890D-7F5192D9B4BF}" srcOrd="6" destOrd="0" presId="urn:microsoft.com/office/officeart/2008/layout/LinedList"/>
    <dgm:cxn modelId="{FF4C2CF0-3F77-4478-AE42-1B6048515AC9}" type="presParOf" srcId="{B4A21401-D8E1-4467-BBE4-27E80230F53E}" destId="{9146BE4D-2232-431F-A350-5BFDD50C0DD0}" srcOrd="7" destOrd="0" presId="urn:microsoft.com/office/officeart/2008/layout/LinedList"/>
    <dgm:cxn modelId="{60A0DA92-B0B8-4664-B2DD-FAF4C984AA50}" type="presParOf" srcId="{9146BE4D-2232-431F-A350-5BFDD50C0DD0}" destId="{9E5E30A5-EFB1-4564-8927-4DE66822EEB0}" srcOrd="0" destOrd="0" presId="urn:microsoft.com/office/officeart/2008/layout/LinedList"/>
    <dgm:cxn modelId="{8462DD40-5EE4-4CB6-8FC5-FCE27AFB8058}" type="presParOf" srcId="{9146BE4D-2232-431F-A350-5BFDD50C0DD0}" destId="{5860332D-6138-44EC-8328-3BD97557CE48}" srcOrd="1" destOrd="0" presId="urn:microsoft.com/office/officeart/2008/layout/LinedList"/>
    <dgm:cxn modelId="{ED3935D7-B2B2-45C0-9D17-27BEA1079628}" type="presParOf" srcId="{B4A21401-D8E1-4467-BBE4-27E80230F53E}" destId="{36998157-6963-43E6-9CB5-8C9329971A3B}" srcOrd="8" destOrd="0" presId="urn:microsoft.com/office/officeart/2008/layout/LinedList"/>
    <dgm:cxn modelId="{C1560FBC-01F4-461A-8755-7F8B27E238D7}" type="presParOf" srcId="{B4A21401-D8E1-4467-BBE4-27E80230F53E}" destId="{9F2E5147-26B3-484E-B50B-F877BB8A528F}" srcOrd="9" destOrd="0" presId="urn:microsoft.com/office/officeart/2008/layout/LinedList"/>
    <dgm:cxn modelId="{8840881B-62D8-4DF0-8986-E5A403D06380}" type="presParOf" srcId="{9F2E5147-26B3-484E-B50B-F877BB8A528F}" destId="{791080CB-EC48-4AAF-BC6C-8CC8D9EB3EBC}" srcOrd="0" destOrd="0" presId="urn:microsoft.com/office/officeart/2008/layout/LinedList"/>
    <dgm:cxn modelId="{44D1A696-515B-4F9B-A720-583E305EAB62}" type="presParOf" srcId="{9F2E5147-26B3-484E-B50B-F877BB8A528F}" destId="{02EA2022-7E57-423B-9C65-7F836A0A7B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B60EB4-3EAC-4D5E-B5F6-ADF7B411882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F9E8D65-1CA7-4E80-88F1-5B1765CF9475}">
      <dgm:prSet/>
      <dgm:spPr/>
      <dgm:t>
        <a:bodyPr/>
        <a:lstStyle/>
        <a:p>
          <a:r>
            <a:rPr lang="en-US" b="1"/>
            <a:t>E-business Suite- </a:t>
          </a:r>
          <a:r>
            <a:rPr lang="en-US"/>
            <a:t>Accounts Receivable, Order Entry, Customer Orders, etc.  Multi-tier system with Concurrent Manager for job management.</a:t>
          </a:r>
        </a:p>
      </dgm:t>
    </dgm:pt>
    <dgm:pt modelId="{F325040E-A799-413E-82F7-221BBAE44372}" type="parTrans" cxnId="{349F508A-5345-4A7E-AE91-B1E941F29BE1}">
      <dgm:prSet/>
      <dgm:spPr/>
      <dgm:t>
        <a:bodyPr/>
        <a:lstStyle/>
        <a:p>
          <a:endParaRPr lang="en-US"/>
        </a:p>
      </dgm:t>
    </dgm:pt>
    <dgm:pt modelId="{030F8D57-1025-4276-AEA1-4C2DE79FE71E}" type="sibTrans" cxnId="{349F508A-5345-4A7E-AE91-B1E941F29BE1}">
      <dgm:prSet/>
      <dgm:spPr/>
      <dgm:t>
        <a:bodyPr/>
        <a:lstStyle/>
        <a:p>
          <a:endParaRPr lang="en-US"/>
        </a:p>
      </dgm:t>
    </dgm:pt>
    <dgm:pt modelId="{B0D2AA3C-A53E-4D90-AA06-D1C57B8B4F7E}">
      <dgm:prSet/>
      <dgm:spPr/>
      <dgm:t>
        <a:bodyPr/>
        <a:lstStyle/>
        <a:p>
          <a:r>
            <a:rPr lang="en-US" b="1"/>
            <a:t>Peoplesoft</a:t>
          </a:r>
          <a:r>
            <a:rPr lang="en-US"/>
            <a:t>- HR software suite</a:t>
          </a:r>
        </a:p>
      </dgm:t>
    </dgm:pt>
    <dgm:pt modelId="{52CDC636-D97D-4F59-BC72-0FA6779C3EDD}" type="parTrans" cxnId="{4336889D-D03A-4E2B-A0A8-454C07FAEDD2}">
      <dgm:prSet/>
      <dgm:spPr/>
      <dgm:t>
        <a:bodyPr/>
        <a:lstStyle/>
        <a:p>
          <a:endParaRPr lang="en-US"/>
        </a:p>
      </dgm:t>
    </dgm:pt>
    <dgm:pt modelId="{EC5A8E5B-D114-48E2-B80F-091AEC21AE3F}" type="sibTrans" cxnId="{4336889D-D03A-4E2B-A0A8-454C07FAEDD2}">
      <dgm:prSet/>
      <dgm:spPr/>
      <dgm:t>
        <a:bodyPr/>
        <a:lstStyle/>
        <a:p>
          <a:endParaRPr lang="en-US"/>
        </a:p>
      </dgm:t>
    </dgm:pt>
    <dgm:pt modelId="{AE34ACAC-F46C-4F81-BFC8-46E3A27915F6}">
      <dgm:prSet/>
      <dgm:spPr/>
      <dgm:t>
        <a:bodyPr/>
        <a:lstStyle/>
        <a:p>
          <a:r>
            <a:rPr lang="en-US" b="1"/>
            <a:t>Hyperion/EPM </a:t>
          </a:r>
          <a:r>
            <a:rPr lang="en-US"/>
            <a:t>– Financial and Operation performance Software</a:t>
          </a:r>
        </a:p>
      </dgm:t>
    </dgm:pt>
    <dgm:pt modelId="{EBE0ED13-CEE5-44BF-B890-10552E63959B}" type="parTrans" cxnId="{46EB28CE-0D51-4233-A346-5BE3404D380A}">
      <dgm:prSet/>
      <dgm:spPr/>
      <dgm:t>
        <a:bodyPr/>
        <a:lstStyle/>
        <a:p>
          <a:endParaRPr lang="en-US"/>
        </a:p>
      </dgm:t>
    </dgm:pt>
    <dgm:pt modelId="{01EC98DB-41C0-49B8-B60E-5BF0571960F5}" type="sibTrans" cxnId="{46EB28CE-0D51-4233-A346-5BE3404D380A}">
      <dgm:prSet/>
      <dgm:spPr/>
      <dgm:t>
        <a:bodyPr/>
        <a:lstStyle/>
        <a:p>
          <a:endParaRPr lang="en-US"/>
        </a:p>
      </dgm:t>
    </dgm:pt>
    <dgm:pt modelId="{934F277E-0160-4939-868B-4007E03BEF17}">
      <dgm:prSet/>
      <dgm:spPr/>
      <dgm:t>
        <a:bodyPr/>
        <a:lstStyle/>
        <a:p>
          <a:r>
            <a:rPr lang="en-US" b="1"/>
            <a:t>JD Edwards – </a:t>
          </a:r>
          <a:r>
            <a:rPr lang="en-US"/>
            <a:t>Financial System</a:t>
          </a:r>
        </a:p>
      </dgm:t>
    </dgm:pt>
    <dgm:pt modelId="{9C8B2E1F-2BD5-4C63-9C64-54EC9B6C882F}" type="parTrans" cxnId="{EB8A01F3-7C27-4D19-92F2-12D5D982E77C}">
      <dgm:prSet/>
      <dgm:spPr/>
      <dgm:t>
        <a:bodyPr/>
        <a:lstStyle/>
        <a:p>
          <a:endParaRPr lang="en-US"/>
        </a:p>
      </dgm:t>
    </dgm:pt>
    <dgm:pt modelId="{9C616DA2-0AE7-4E3A-B8C9-75D3F5ED6FB4}" type="sibTrans" cxnId="{EB8A01F3-7C27-4D19-92F2-12D5D982E77C}">
      <dgm:prSet/>
      <dgm:spPr/>
      <dgm:t>
        <a:bodyPr/>
        <a:lstStyle/>
        <a:p>
          <a:endParaRPr lang="en-US"/>
        </a:p>
      </dgm:t>
    </dgm:pt>
    <dgm:pt modelId="{2145A3F1-F7C1-43AC-BC08-1D01B7A76946}">
      <dgm:prSet/>
      <dgm:spPr/>
      <dgm:t>
        <a:bodyPr/>
        <a:lstStyle/>
        <a:p>
          <a:r>
            <a:rPr lang="en-US" b="1"/>
            <a:t>Primavera – </a:t>
          </a:r>
          <a:r>
            <a:rPr lang="en-US"/>
            <a:t>Project Management Software</a:t>
          </a:r>
        </a:p>
      </dgm:t>
    </dgm:pt>
    <dgm:pt modelId="{F8BEC233-BF58-45ED-8E5D-ABF338F8F013}" type="parTrans" cxnId="{E6FB1244-FDD9-417F-A8BC-8EF2C91E16E7}">
      <dgm:prSet/>
      <dgm:spPr/>
      <dgm:t>
        <a:bodyPr/>
        <a:lstStyle/>
        <a:p>
          <a:endParaRPr lang="en-US"/>
        </a:p>
      </dgm:t>
    </dgm:pt>
    <dgm:pt modelId="{DBD7074B-F317-4687-A2AB-5E35ACE2352A}" type="sibTrans" cxnId="{E6FB1244-FDD9-417F-A8BC-8EF2C91E16E7}">
      <dgm:prSet/>
      <dgm:spPr/>
      <dgm:t>
        <a:bodyPr/>
        <a:lstStyle/>
        <a:p>
          <a:endParaRPr lang="en-US"/>
        </a:p>
      </dgm:t>
    </dgm:pt>
    <dgm:pt modelId="{A8835AEE-44DB-4027-8CC2-4ACD5AF3E693}">
      <dgm:prSet/>
      <dgm:spPr/>
      <dgm:t>
        <a:bodyPr/>
        <a:lstStyle/>
        <a:p>
          <a:r>
            <a:rPr lang="en-US" b="1"/>
            <a:t>Opera – </a:t>
          </a:r>
          <a:r>
            <a:rPr lang="en-US"/>
            <a:t>Hotel and Resort Management</a:t>
          </a:r>
        </a:p>
      </dgm:t>
    </dgm:pt>
    <dgm:pt modelId="{D22D86E8-1D7D-436C-9C4F-E95D0112DCA4}" type="parTrans" cxnId="{4F2C730B-E317-4018-8BA9-56E8A2693619}">
      <dgm:prSet/>
      <dgm:spPr/>
      <dgm:t>
        <a:bodyPr/>
        <a:lstStyle/>
        <a:p>
          <a:endParaRPr lang="en-US"/>
        </a:p>
      </dgm:t>
    </dgm:pt>
    <dgm:pt modelId="{C012F52D-361F-4C79-9E06-97036E86C8AF}" type="sibTrans" cxnId="{4F2C730B-E317-4018-8BA9-56E8A2693619}">
      <dgm:prSet/>
      <dgm:spPr/>
      <dgm:t>
        <a:bodyPr/>
        <a:lstStyle/>
        <a:p>
          <a:endParaRPr lang="en-US"/>
        </a:p>
      </dgm:t>
    </dgm:pt>
    <dgm:pt modelId="{2204FA07-1F70-4087-B143-FDCA155D904B}">
      <dgm:prSet/>
      <dgm:spPr/>
      <dgm:t>
        <a:bodyPr/>
        <a:lstStyle/>
        <a:p>
          <a:r>
            <a:rPr lang="en-US" b="1" dirty="0"/>
            <a:t>APEX – </a:t>
          </a:r>
          <a:r>
            <a:rPr lang="en-US" b="0" dirty="0"/>
            <a:t>Application Express</a:t>
          </a:r>
          <a:r>
            <a:rPr lang="en-US" b="1" dirty="0"/>
            <a:t>, </a:t>
          </a:r>
          <a:r>
            <a:rPr lang="en-US" dirty="0"/>
            <a:t>Web application creation suite</a:t>
          </a:r>
        </a:p>
      </dgm:t>
    </dgm:pt>
    <dgm:pt modelId="{66B7AE06-04EB-417B-90FB-DB91FC4079BF}" type="parTrans" cxnId="{86201DBB-A8DD-46DC-8DB9-D0CA30AF13BD}">
      <dgm:prSet/>
      <dgm:spPr/>
      <dgm:t>
        <a:bodyPr/>
        <a:lstStyle/>
        <a:p>
          <a:endParaRPr lang="en-US"/>
        </a:p>
      </dgm:t>
    </dgm:pt>
    <dgm:pt modelId="{549D7777-D5F6-43CA-87E6-5BD8DAA19AAB}" type="sibTrans" cxnId="{86201DBB-A8DD-46DC-8DB9-D0CA30AF13BD}">
      <dgm:prSet/>
      <dgm:spPr/>
      <dgm:t>
        <a:bodyPr/>
        <a:lstStyle/>
        <a:p>
          <a:endParaRPr lang="en-US"/>
        </a:p>
      </dgm:t>
    </dgm:pt>
    <dgm:pt modelId="{B0102F8D-61F1-4413-A397-4B41D52D0980}" type="pres">
      <dgm:prSet presAssocID="{ABB60EB4-3EAC-4D5E-B5F6-ADF7B411882F}" presName="vert0" presStyleCnt="0">
        <dgm:presLayoutVars>
          <dgm:dir/>
          <dgm:animOne val="branch"/>
          <dgm:animLvl val="lvl"/>
        </dgm:presLayoutVars>
      </dgm:prSet>
      <dgm:spPr/>
    </dgm:pt>
    <dgm:pt modelId="{97C572C2-870D-47C0-A704-44F1D45592D6}" type="pres">
      <dgm:prSet presAssocID="{CF9E8D65-1CA7-4E80-88F1-5B1765CF9475}" presName="thickLine" presStyleLbl="alignNode1" presStyleIdx="0" presStyleCnt="7"/>
      <dgm:spPr/>
    </dgm:pt>
    <dgm:pt modelId="{EA0A68D5-8C16-4AA0-A5DB-5C9E4BC3F508}" type="pres">
      <dgm:prSet presAssocID="{CF9E8D65-1CA7-4E80-88F1-5B1765CF9475}" presName="horz1" presStyleCnt="0"/>
      <dgm:spPr/>
    </dgm:pt>
    <dgm:pt modelId="{3A3FB9E2-D079-457A-B9C8-DF257579D800}" type="pres">
      <dgm:prSet presAssocID="{CF9E8D65-1CA7-4E80-88F1-5B1765CF9475}" presName="tx1" presStyleLbl="revTx" presStyleIdx="0" presStyleCnt="7"/>
      <dgm:spPr/>
    </dgm:pt>
    <dgm:pt modelId="{1415AEAE-3665-4898-B123-405753E0F0F5}" type="pres">
      <dgm:prSet presAssocID="{CF9E8D65-1CA7-4E80-88F1-5B1765CF9475}" presName="vert1" presStyleCnt="0"/>
      <dgm:spPr/>
    </dgm:pt>
    <dgm:pt modelId="{1172F58E-D57B-4327-B683-6F9AA84D4735}" type="pres">
      <dgm:prSet presAssocID="{B0D2AA3C-A53E-4D90-AA06-D1C57B8B4F7E}" presName="thickLine" presStyleLbl="alignNode1" presStyleIdx="1" presStyleCnt="7"/>
      <dgm:spPr/>
    </dgm:pt>
    <dgm:pt modelId="{6987E4C1-E3FA-456E-8F6B-2550E7114E82}" type="pres">
      <dgm:prSet presAssocID="{B0D2AA3C-A53E-4D90-AA06-D1C57B8B4F7E}" presName="horz1" presStyleCnt="0"/>
      <dgm:spPr/>
    </dgm:pt>
    <dgm:pt modelId="{D6E171B2-C807-4FB8-8594-67AE6998F1C3}" type="pres">
      <dgm:prSet presAssocID="{B0D2AA3C-A53E-4D90-AA06-D1C57B8B4F7E}" presName="tx1" presStyleLbl="revTx" presStyleIdx="1" presStyleCnt="7"/>
      <dgm:spPr/>
    </dgm:pt>
    <dgm:pt modelId="{9372FA27-1759-4E3E-A331-3898BCCC880A}" type="pres">
      <dgm:prSet presAssocID="{B0D2AA3C-A53E-4D90-AA06-D1C57B8B4F7E}" presName="vert1" presStyleCnt="0"/>
      <dgm:spPr/>
    </dgm:pt>
    <dgm:pt modelId="{D1D7495E-6849-46B8-9736-6C1C54DAE972}" type="pres">
      <dgm:prSet presAssocID="{AE34ACAC-F46C-4F81-BFC8-46E3A27915F6}" presName="thickLine" presStyleLbl="alignNode1" presStyleIdx="2" presStyleCnt="7"/>
      <dgm:spPr/>
    </dgm:pt>
    <dgm:pt modelId="{054F40C7-D501-4749-A09C-FC21CEB8754D}" type="pres">
      <dgm:prSet presAssocID="{AE34ACAC-F46C-4F81-BFC8-46E3A27915F6}" presName="horz1" presStyleCnt="0"/>
      <dgm:spPr/>
    </dgm:pt>
    <dgm:pt modelId="{20C9F282-389E-470C-8B8C-DCA67CEAF113}" type="pres">
      <dgm:prSet presAssocID="{AE34ACAC-F46C-4F81-BFC8-46E3A27915F6}" presName="tx1" presStyleLbl="revTx" presStyleIdx="2" presStyleCnt="7"/>
      <dgm:spPr/>
    </dgm:pt>
    <dgm:pt modelId="{5180ABDA-F96A-47D3-8CD5-6D07CD49D863}" type="pres">
      <dgm:prSet presAssocID="{AE34ACAC-F46C-4F81-BFC8-46E3A27915F6}" presName="vert1" presStyleCnt="0"/>
      <dgm:spPr/>
    </dgm:pt>
    <dgm:pt modelId="{769999B2-E30A-47B5-B833-2AF105588F42}" type="pres">
      <dgm:prSet presAssocID="{934F277E-0160-4939-868B-4007E03BEF17}" presName="thickLine" presStyleLbl="alignNode1" presStyleIdx="3" presStyleCnt="7"/>
      <dgm:spPr/>
    </dgm:pt>
    <dgm:pt modelId="{BD1CD22E-0824-493E-8FEB-E9338D3AD1CA}" type="pres">
      <dgm:prSet presAssocID="{934F277E-0160-4939-868B-4007E03BEF17}" presName="horz1" presStyleCnt="0"/>
      <dgm:spPr/>
    </dgm:pt>
    <dgm:pt modelId="{C87C6AAF-8B23-40DB-88CA-A3D74C3C72C8}" type="pres">
      <dgm:prSet presAssocID="{934F277E-0160-4939-868B-4007E03BEF17}" presName="tx1" presStyleLbl="revTx" presStyleIdx="3" presStyleCnt="7"/>
      <dgm:spPr/>
    </dgm:pt>
    <dgm:pt modelId="{424953DD-BE83-43D7-9382-96FDE6CE409C}" type="pres">
      <dgm:prSet presAssocID="{934F277E-0160-4939-868B-4007E03BEF17}" presName="vert1" presStyleCnt="0"/>
      <dgm:spPr/>
    </dgm:pt>
    <dgm:pt modelId="{227B1D42-1F09-4A2F-A7A9-768488812620}" type="pres">
      <dgm:prSet presAssocID="{2145A3F1-F7C1-43AC-BC08-1D01B7A76946}" presName="thickLine" presStyleLbl="alignNode1" presStyleIdx="4" presStyleCnt="7"/>
      <dgm:spPr/>
    </dgm:pt>
    <dgm:pt modelId="{2021E934-A71B-4333-B69D-3F600776FAF0}" type="pres">
      <dgm:prSet presAssocID="{2145A3F1-F7C1-43AC-BC08-1D01B7A76946}" presName="horz1" presStyleCnt="0"/>
      <dgm:spPr/>
    </dgm:pt>
    <dgm:pt modelId="{1317D3C5-1EE6-4839-AC1B-F007416C8FB4}" type="pres">
      <dgm:prSet presAssocID="{2145A3F1-F7C1-43AC-BC08-1D01B7A76946}" presName="tx1" presStyleLbl="revTx" presStyleIdx="4" presStyleCnt="7"/>
      <dgm:spPr/>
    </dgm:pt>
    <dgm:pt modelId="{98696226-4D94-4329-97D3-78C9FCA2CFF1}" type="pres">
      <dgm:prSet presAssocID="{2145A3F1-F7C1-43AC-BC08-1D01B7A76946}" presName="vert1" presStyleCnt="0"/>
      <dgm:spPr/>
    </dgm:pt>
    <dgm:pt modelId="{7DA01E10-989C-4F57-AB37-9BB7616BD4DB}" type="pres">
      <dgm:prSet presAssocID="{A8835AEE-44DB-4027-8CC2-4ACD5AF3E693}" presName="thickLine" presStyleLbl="alignNode1" presStyleIdx="5" presStyleCnt="7"/>
      <dgm:spPr/>
    </dgm:pt>
    <dgm:pt modelId="{8CFFCD2C-2ED3-42CE-A435-B54985DA7D3E}" type="pres">
      <dgm:prSet presAssocID="{A8835AEE-44DB-4027-8CC2-4ACD5AF3E693}" presName="horz1" presStyleCnt="0"/>
      <dgm:spPr/>
    </dgm:pt>
    <dgm:pt modelId="{F9DA9850-8F75-4EA9-B601-193A1C0CB6C4}" type="pres">
      <dgm:prSet presAssocID="{A8835AEE-44DB-4027-8CC2-4ACD5AF3E693}" presName="tx1" presStyleLbl="revTx" presStyleIdx="5" presStyleCnt="7"/>
      <dgm:spPr/>
    </dgm:pt>
    <dgm:pt modelId="{500BED46-0040-4CB7-952A-C55356887AA7}" type="pres">
      <dgm:prSet presAssocID="{A8835AEE-44DB-4027-8CC2-4ACD5AF3E693}" presName="vert1" presStyleCnt="0"/>
      <dgm:spPr/>
    </dgm:pt>
    <dgm:pt modelId="{5914EB19-1A2B-4558-86E5-3BCA8606912D}" type="pres">
      <dgm:prSet presAssocID="{2204FA07-1F70-4087-B143-FDCA155D904B}" presName="thickLine" presStyleLbl="alignNode1" presStyleIdx="6" presStyleCnt="7"/>
      <dgm:spPr/>
    </dgm:pt>
    <dgm:pt modelId="{971FBEA1-BBEA-4D3E-92F1-DF63EF875C76}" type="pres">
      <dgm:prSet presAssocID="{2204FA07-1F70-4087-B143-FDCA155D904B}" presName="horz1" presStyleCnt="0"/>
      <dgm:spPr/>
    </dgm:pt>
    <dgm:pt modelId="{7A38C7DC-CF23-4499-9849-90561F27DB53}" type="pres">
      <dgm:prSet presAssocID="{2204FA07-1F70-4087-B143-FDCA155D904B}" presName="tx1" presStyleLbl="revTx" presStyleIdx="6" presStyleCnt="7"/>
      <dgm:spPr/>
    </dgm:pt>
    <dgm:pt modelId="{B9BB86C7-1C9E-43EA-B900-08BBF9EF144E}" type="pres">
      <dgm:prSet presAssocID="{2204FA07-1F70-4087-B143-FDCA155D904B}" presName="vert1" presStyleCnt="0"/>
      <dgm:spPr/>
    </dgm:pt>
  </dgm:ptLst>
  <dgm:cxnLst>
    <dgm:cxn modelId="{3BBC3503-7B0A-42E5-9272-AA4398F15B76}" type="presOf" srcId="{2145A3F1-F7C1-43AC-BC08-1D01B7A76946}" destId="{1317D3C5-1EE6-4839-AC1B-F007416C8FB4}" srcOrd="0" destOrd="0" presId="urn:microsoft.com/office/officeart/2008/layout/LinedList"/>
    <dgm:cxn modelId="{4F2C730B-E317-4018-8BA9-56E8A2693619}" srcId="{ABB60EB4-3EAC-4D5E-B5F6-ADF7B411882F}" destId="{A8835AEE-44DB-4027-8CC2-4ACD5AF3E693}" srcOrd="5" destOrd="0" parTransId="{D22D86E8-1D7D-436C-9C4F-E95D0112DCA4}" sibTransId="{C012F52D-361F-4C79-9E06-97036E86C8AF}"/>
    <dgm:cxn modelId="{D8EBF938-B3CA-4F6B-98BB-06D35341C14D}" type="presOf" srcId="{ABB60EB4-3EAC-4D5E-B5F6-ADF7B411882F}" destId="{B0102F8D-61F1-4413-A397-4B41D52D0980}" srcOrd="0" destOrd="0" presId="urn:microsoft.com/office/officeart/2008/layout/LinedList"/>
    <dgm:cxn modelId="{E6FB1244-FDD9-417F-A8BC-8EF2C91E16E7}" srcId="{ABB60EB4-3EAC-4D5E-B5F6-ADF7B411882F}" destId="{2145A3F1-F7C1-43AC-BC08-1D01B7A76946}" srcOrd="4" destOrd="0" parTransId="{F8BEC233-BF58-45ED-8E5D-ABF338F8F013}" sibTransId="{DBD7074B-F317-4687-A2AB-5E35ACE2352A}"/>
    <dgm:cxn modelId="{8206A25A-E37F-484B-A8D1-E33942EFBA17}" type="presOf" srcId="{AE34ACAC-F46C-4F81-BFC8-46E3A27915F6}" destId="{20C9F282-389E-470C-8B8C-DCA67CEAF113}" srcOrd="0" destOrd="0" presId="urn:microsoft.com/office/officeart/2008/layout/LinedList"/>
    <dgm:cxn modelId="{1F74377C-0D63-461C-9732-B7C3D8CFE9C7}" type="presOf" srcId="{934F277E-0160-4939-868B-4007E03BEF17}" destId="{C87C6AAF-8B23-40DB-88CA-A3D74C3C72C8}" srcOrd="0" destOrd="0" presId="urn:microsoft.com/office/officeart/2008/layout/LinedList"/>
    <dgm:cxn modelId="{349F508A-5345-4A7E-AE91-B1E941F29BE1}" srcId="{ABB60EB4-3EAC-4D5E-B5F6-ADF7B411882F}" destId="{CF9E8D65-1CA7-4E80-88F1-5B1765CF9475}" srcOrd="0" destOrd="0" parTransId="{F325040E-A799-413E-82F7-221BBAE44372}" sibTransId="{030F8D57-1025-4276-AEA1-4C2DE79FE71E}"/>
    <dgm:cxn modelId="{6A6F0F8B-A831-4AD2-BD79-7484C530FA0D}" type="presOf" srcId="{B0D2AA3C-A53E-4D90-AA06-D1C57B8B4F7E}" destId="{D6E171B2-C807-4FB8-8594-67AE6998F1C3}" srcOrd="0" destOrd="0" presId="urn:microsoft.com/office/officeart/2008/layout/LinedList"/>
    <dgm:cxn modelId="{4336889D-D03A-4E2B-A0A8-454C07FAEDD2}" srcId="{ABB60EB4-3EAC-4D5E-B5F6-ADF7B411882F}" destId="{B0D2AA3C-A53E-4D90-AA06-D1C57B8B4F7E}" srcOrd="1" destOrd="0" parTransId="{52CDC636-D97D-4F59-BC72-0FA6779C3EDD}" sibTransId="{EC5A8E5B-D114-48E2-B80F-091AEC21AE3F}"/>
    <dgm:cxn modelId="{887DABB9-272A-4177-84C8-8E15400C0302}" type="presOf" srcId="{2204FA07-1F70-4087-B143-FDCA155D904B}" destId="{7A38C7DC-CF23-4499-9849-90561F27DB53}" srcOrd="0" destOrd="0" presId="urn:microsoft.com/office/officeart/2008/layout/LinedList"/>
    <dgm:cxn modelId="{86201DBB-A8DD-46DC-8DB9-D0CA30AF13BD}" srcId="{ABB60EB4-3EAC-4D5E-B5F6-ADF7B411882F}" destId="{2204FA07-1F70-4087-B143-FDCA155D904B}" srcOrd="6" destOrd="0" parTransId="{66B7AE06-04EB-417B-90FB-DB91FC4079BF}" sibTransId="{549D7777-D5F6-43CA-87E6-5BD8DAA19AAB}"/>
    <dgm:cxn modelId="{46EB28CE-0D51-4233-A346-5BE3404D380A}" srcId="{ABB60EB4-3EAC-4D5E-B5F6-ADF7B411882F}" destId="{AE34ACAC-F46C-4F81-BFC8-46E3A27915F6}" srcOrd="2" destOrd="0" parTransId="{EBE0ED13-CEE5-44BF-B890-10552E63959B}" sibTransId="{01EC98DB-41C0-49B8-B60E-5BF0571960F5}"/>
    <dgm:cxn modelId="{925CAEE9-DCFA-45E0-B870-E87F78FEE5C4}" type="presOf" srcId="{A8835AEE-44DB-4027-8CC2-4ACD5AF3E693}" destId="{F9DA9850-8F75-4EA9-B601-193A1C0CB6C4}" srcOrd="0" destOrd="0" presId="urn:microsoft.com/office/officeart/2008/layout/LinedList"/>
    <dgm:cxn modelId="{EB8A01F3-7C27-4D19-92F2-12D5D982E77C}" srcId="{ABB60EB4-3EAC-4D5E-B5F6-ADF7B411882F}" destId="{934F277E-0160-4939-868B-4007E03BEF17}" srcOrd="3" destOrd="0" parTransId="{9C8B2E1F-2BD5-4C63-9C64-54EC9B6C882F}" sibTransId="{9C616DA2-0AE7-4E3A-B8C9-75D3F5ED6FB4}"/>
    <dgm:cxn modelId="{EEE953F4-3CDA-4BE3-8CDC-6A6466E679B0}" type="presOf" srcId="{CF9E8D65-1CA7-4E80-88F1-5B1765CF9475}" destId="{3A3FB9E2-D079-457A-B9C8-DF257579D800}" srcOrd="0" destOrd="0" presId="urn:microsoft.com/office/officeart/2008/layout/LinedList"/>
    <dgm:cxn modelId="{7BBFF491-44F5-4932-8DC1-5B335735D94D}" type="presParOf" srcId="{B0102F8D-61F1-4413-A397-4B41D52D0980}" destId="{97C572C2-870D-47C0-A704-44F1D45592D6}" srcOrd="0" destOrd="0" presId="urn:microsoft.com/office/officeart/2008/layout/LinedList"/>
    <dgm:cxn modelId="{7BDA3CBB-2E74-4F16-B890-F72C7B892CF0}" type="presParOf" srcId="{B0102F8D-61F1-4413-A397-4B41D52D0980}" destId="{EA0A68D5-8C16-4AA0-A5DB-5C9E4BC3F508}" srcOrd="1" destOrd="0" presId="urn:microsoft.com/office/officeart/2008/layout/LinedList"/>
    <dgm:cxn modelId="{B354F492-A7BE-492F-8432-866DFFD3D97E}" type="presParOf" srcId="{EA0A68D5-8C16-4AA0-A5DB-5C9E4BC3F508}" destId="{3A3FB9E2-D079-457A-B9C8-DF257579D800}" srcOrd="0" destOrd="0" presId="urn:microsoft.com/office/officeart/2008/layout/LinedList"/>
    <dgm:cxn modelId="{270196B7-C627-4204-8F71-35071B738621}" type="presParOf" srcId="{EA0A68D5-8C16-4AA0-A5DB-5C9E4BC3F508}" destId="{1415AEAE-3665-4898-B123-405753E0F0F5}" srcOrd="1" destOrd="0" presId="urn:microsoft.com/office/officeart/2008/layout/LinedList"/>
    <dgm:cxn modelId="{542C32E0-12AE-4C4B-BD4F-10FF6F47379F}" type="presParOf" srcId="{B0102F8D-61F1-4413-A397-4B41D52D0980}" destId="{1172F58E-D57B-4327-B683-6F9AA84D4735}" srcOrd="2" destOrd="0" presId="urn:microsoft.com/office/officeart/2008/layout/LinedList"/>
    <dgm:cxn modelId="{DB370764-560F-4560-9D50-D03221D4A923}" type="presParOf" srcId="{B0102F8D-61F1-4413-A397-4B41D52D0980}" destId="{6987E4C1-E3FA-456E-8F6B-2550E7114E82}" srcOrd="3" destOrd="0" presId="urn:microsoft.com/office/officeart/2008/layout/LinedList"/>
    <dgm:cxn modelId="{F321F27C-D93B-4E56-9870-99B868194C69}" type="presParOf" srcId="{6987E4C1-E3FA-456E-8F6B-2550E7114E82}" destId="{D6E171B2-C807-4FB8-8594-67AE6998F1C3}" srcOrd="0" destOrd="0" presId="urn:microsoft.com/office/officeart/2008/layout/LinedList"/>
    <dgm:cxn modelId="{75CAC962-9B43-4440-8613-330111147998}" type="presParOf" srcId="{6987E4C1-E3FA-456E-8F6B-2550E7114E82}" destId="{9372FA27-1759-4E3E-A331-3898BCCC880A}" srcOrd="1" destOrd="0" presId="urn:microsoft.com/office/officeart/2008/layout/LinedList"/>
    <dgm:cxn modelId="{FDED2463-A710-436E-A295-5930C28C5A8B}" type="presParOf" srcId="{B0102F8D-61F1-4413-A397-4B41D52D0980}" destId="{D1D7495E-6849-46B8-9736-6C1C54DAE972}" srcOrd="4" destOrd="0" presId="urn:microsoft.com/office/officeart/2008/layout/LinedList"/>
    <dgm:cxn modelId="{6E1A5760-6B64-4384-99F7-51CA1BEE8464}" type="presParOf" srcId="{B0102F8D-61F1-4413-A397-4B41D52D0980}" destId="{054F40C7-D501-4749-A09C-FC21CEB8754D}" srcOrd="5" destOrd="0" presId="urn:microsoft.com/office/officeart/2008/layout/LinedList"/>
    <dgm:cxn modelId="{58E32C22-ECC8-4C11-88BE-F58C7B44276E}" type="presParOf" srcId="{054F40C7-D501-4749-A09C-FC21CEB8754D}" destId="{20C9F282-389E-470C-8B8C-DCA67CEAF113}" srcOrd="0" destOrd="0" presId="urn:microsoft.com/office/officeart/2008/layout/LinedList"/>
    <dgm:cxn modelId="{3C3D6F94-ED60-41F8-9374-E7DDA831EC3F}" type="presParOf" srcId="{054F40C7-D501-4749-A09C-FC21CEB8754D}" destId="{5180ABDA-F96A-47D3-8CD5-6D07CD49D863}" srcOrd="1" destOrd="0" presId="urn:microsoft.com/office/officeart/2008/layout/LinedList"/>
    <dgm:cxn modelId="{7C70BB9A-8B12-460C-AFCA-FD946DB666A5}" type="presParOf" srcId="{B0102F8D-61F1-4413-A397-4B41D52D0980}" destId="{769999B2-E30A-47B5-B833-2AF105588F42}" srcOrd="6" destOrd="0" presId="urn:microsoft.com/office/officeart/2008/layout/LinedList"/>
    <dgm:cxn modelId="{376FA20A-D123-46C8-978A-BFCEC42E0A0B}" type="presParOf" srcId="{B0102F8D-61F1-4413-A397-4B41D52D0980}" destId="{BD1CD22E-0824-493E-8FEB-E9338D3AD1CA}" srcOrd="7" destOrd="0" presId="urn:microsoft.com/office/officeart/2008/layout/LinedList"/>
    <dgm:cxn modelId="{6CD0630D-866B-429D-8528-98BF903F5677}" type="presParOf" srcId="{BD1CD22E-0824-493E-8FEB-E9338D3AD1CA}" destId="{C87C6AAF-8B23-40DB-88CA-A3D74C3C72C8}" srcOrd="0" destOrd="0" presId="urn:microsoft.com/office/officeart/2008/layout/LinedList"/>
    <dgm:cxn modelId="{98914E07-26F8-48D2-B4A0-BE8A375AEE2C}" type="presParOf" srcId="{BD1CD22E-0824-493E-8FEB-E9338D3AD1CA}" destId="{424953DD-BE83-43D7-9382-96FDE6CE409C}" srcOrd="1" destOrd="0" presId="urn:microsoft.com/office/officeart/2008/layout/LinedList"/>
    <dgm:cxn modelId="{CFD889A7-1E8D-449E-B870-6FBFF353E586}" type="presParOf" srcId="{B0102F8D-61F1-4413-A397-4B41D52D0980}" destId="{227B1D42-1F09-4A2F-A7A9-768488812620}" srcOrd="8" destOrd="0" presId="urn:microsoft.com/office/officeart/2008/layout/LinedList"/>
    <dgm:cxn modelId="{C1DE70F6-B42A-48D6-A449-0F3551265E90}" type="presParOf" srcId="{B0102F8D-61F1-4413-A397-4B41D52D0980}" destId="{2021E934-A71B-4333-B69D-3F600776FAF0}" srcOrd="9" destOrd="0" presId="urn:microsoft.com/office/officeart/2008/layout/LinedList"/>
    <dgm:cxn modelId="{3279A351-E9B1-4245-9CD2-28E7EC306353}" type="presParOf" srcId="{2021E934-A71B-4333-B69D-3F600776FAF0}" destId="{1317D3C5-1EE6-4839-AC1B-F007416C8FB4}" srcOrd="0" destOrd="0" presId="urn:microsoft.com/office/officeart/2008/layout/LinedList"/>
    <dgm:cxn modelId="{FBBFA861-A9E7-4DF7-9162-9AB86927E568}" type="presParOf" srcId="{2021E934-A71B-4333-B69D-3F600776FAF0}" destId="{98696226-4D94-4329-97D3-78C9FCA2CFF1}" srcOrd="1" destOrd="0" presId="urn:microsoft.com/office/officeart/2008/layout/LinedList"/>
    <dgm:cxn modelId="{129E6F3F-E92C-4A10-8BD4-04E04812CA3D}" type="presParOf" srcId="{B0102F8D-61F1-4413-A397-4B41D52D0980}" destId="{7DA01E10-989C-4F57-AB37-9BB7616BD4DB}" srcOrd="10" destOrd="0" presId="urn:microsoft.com/office/officeart/2008/layout/LinedList"/>
    <dgm:cxn modelId="{C3625F02-2FB6-4683-8C20-96C9B44CF1BA}" type="presParOf" srcId="{B0102F8D-61F1-4413-A397-4B41D52D0980}" destId="{8CFFCD2C-2ED3-42CE-A435-B54985DA7D3E}" srcOrd="11" destOrd="0" presId="urn:microsoft.com/office/officeart/2008/layout/LinedList"/>
    <dgm:cxn modelId="{F5091E0A-D8BC-4FF7-A067-7B9B7559DCB8}" type="presParOf" srcId="{8CFFCD2C-2ED3-42CE-A435-B54985DA7D3E}" destId="{F9DA9850-8F75-4EA9-B601-193A1C0CB6C4}" srcOrd="0" destOrd="0" presId="urn:microsoft.com/office/officeart/2008/layout/LinedList"/>
    <dgm:cxn modelId="{AC187B20-88B0-4B59-B7A7-A42F907D341F}" type="presParOf" srcId="{8CFFCD2C-2ED3-42CE-A435-B54985DA7D3E}" destId="{500BED46-0040-4CB7-952A-C55356887AA7}" srcOrd="1" destOrd="0" presId="urn:microsoft.com/office/officeart/2008/layout/LinedList"/>
    <dgm:cxn modelId="{3BF58B58-971A-411F-89D2-06745AB6E598}" type="presParOf" srcId="{B0102F8D-61F1-4413-A397-4B41D52D0980}" destId="{5914EB19-1A2B-4558-86E5-3BCA8606912D}" srcOrd="12" destOrd="0" presId="urn:microsoft.com/office/officeart/2008/layout/LinedList"/>
    <dgm:cxn modelId="{E2ABEA25-39C0-4154-B07E-C6530FAD8737}" type="presParOf" srcId="{B0102F8D-61F1-4413-A397-4B41D52D0980}" destId="{971FBEA1-BBEA-4D3E-92F1-DF63EF875C76}" srcOrd="13" destOrd="0" presId="urn:microsoft.com/office/officeart/2008/layout/LinedList"/>
    <dgm:cxn modelId="{E895719D-0692-4D1C-9BDC-278FAED3643F}" type="presParOf" srcId="{971FBEA1-BBEA-4D3E-92F1-DF63EF875C76}" destId="{7A38C7DC-CF23-4499-9849-90561F27DB53}" srcOrd="0" destOrd="0" presId="urn:microsoft.com/office/officeart/2008/layout/LinedList"/>
    <dgm:cxn modelId="{0D188B19-AD4B-4BD5-A277-80089E0D815F}" type="presParOf" srcId="{971FBEA1-BBEA-4D3E-92F1-DF63EF875C76}" destId="{B9BB86C7-1C9E-43EA-B900-08BBF9EF14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51C682-226A-4C45-BE0A-E9C2AC79EAB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1F25E5-1D21-415F-B19B-F56A8F5858D8}">
      <dgm:prSet/>
      <dgm:spPr/>
      <dgm:t>
        <a:bodyPr/>
        <a:lstStyle/>
        <a:p>
          <a:r>
            <a:rPr lang="en-US"/>
            <a:t>Automatic Storage Management, ASM</a:t>
          </a:r>
        </a:p>
      </dgm:t>
    </dgm:pt>
    <dgm:pt modelId="{4B19F520-41F7-4219-92B8-B9C5991EBD06}" type="parTrans" cxnId="{528E33B9-9808-4B13-8331-770FFF1332BC}">
      <dgm:prSet/>
      <dgm:spPr/>
      <dgm:t>
        <a:bodyPr/>
        <a:lstStyle/>
        <a:p>
          <a:endParaRPr lang="en-US"/>
        </a:p>
      </dgm:t>
    </dgm:pt>
    <dgm:pt modelId="{0B880E3B-B0E6-449A-9358-CF12560C51CE}" type="sibTrans" cxnId="{528E33B9-9808-4B13-8331-770FFF1332BC}">
      <dgm:prSet/>
      <dgm:spPr/>
      <dgm:t>
        <a:bodyPr/>
        <a:lstStyle/>
        <a:p>
          <a:endParaRPr lang="en-US"/>
        </a:p>
      </dgm:t>
    </dgm:pt>
    <dgm:pt modelId="{B6A4971F-2559-48FF-B14A-3ADEB11E4E4B}">
      <dgm:prSet/>
      <dgm:spPr/>
      <dgm:t>
        <a:bodyPr/>
        <a:lstStyle/>
        <a:p>
          <a:r>
            <a:rPr lang="en-US"/>
            <a:t>Like NFTS or FAT32 in Windows</a:t>
          </a:r>
        </a:p>
      </dgm:t>
    </dgm:pt>
    <dgm:pt modelId="{ED5FEBA4-1589-4C71-A999-25DD4B0EEEB3}" type="parTrans" cxnId="{D47A3C4D-B961-49F0-8792-6393B369A565}">
      <dgm:prSet/>
      <dgm:spPr/>
      <dgm:t>
        <a:bodyPr/>
        <a:lstStyle/>
        <a:p>
          <a:endParaRPr lang="en-US"/>
        </a:p>
      </dgm:t>
    </dgm:pt>
    <dgm:pt modelId="{3CFBF8D6-4E29-40DD-B055-FAD5E3043485}" type="sibTrans" cxnId="{D47A3C4D-B961-49F0-8792-6393B369A565}">
      <dgm:prSet/>
      <dgm:spPr/>
      <dgm:t>
        <a:bodyPr/>
        <a:lstStyle/>
        <a:p>
          <a:endParaRPr lang="en-US"/>
        </a:p>
      </dgm:t>
    </dgm:pt>
    <dgm:pt modelId="{EEF01FCB-9103-4075-BBAE-BC24607C964A}">
      <dgm:prSet/>
      <dgm:spPr/>
      <dgm:t>
        <a:bodyPr/>
        <a:lstStyle/>
        <a:p>
          <a:r>
            <a:rPr lang="en-US"/>
            <a:t>Very similar to Linux Volume Manager(LVM) and UDEV in Linux/Unix</a:t>
          </a:r>
        </a:p>
      </dgm:t>
    </dgm:pt>
    <dgm:pt modelId="{30E1DD0A-C09B-46EE-9A3F-D4F8D16BEEA5}" type="parTrans" cxnId="{89309CAA-7E47-4969-8733-C282D32B9770}">
      <dgm:prSet/>
      <dgm:spPr/>
      <dgm:t>
        <a:bodyPr/>
        <a:lstStyle/>
        <a:p>
          <a:endParaRPr lang="en-US"/>
        </a:p>
      </dgm:t>
    </dgm:pt>
    <dgm:pt modelId="{2634BEC9-1BD1-4DAD-8890-99A2D0884F89}" type="sibTrans" cxnId="{89309CAA-7E47-4969-8733-C282D32B9770}">
      <dgm:prSet/>
      <dgm:spPr/>
      <dgm:t>
        <a:bodyPr/>
        <a:lstStyle/>
        <a:p>
          <a:endParaRPr lang="en-US"/>
        </a:p>
      </dgm:t>
    </dgm:pt>
    <dgm:pt modelId="{035199CF-2DC4-451F-BFC5-36F0039BC17D}">
      <dgm:prSet/>
      <dgm:spPr/>
      <dgm:t>
        <a:bodyPr/>
        <a:lstStyle/>
        <a:p>
          <a:r>
            <a:rPr lang="en-US"/>
            <a:t>Possesses its own Oracle instance that is running and managing the storage layer for Oracle.</a:t>
          </a:r>
        </a:p>
      </dgm:t>
    </dgm:pt>
    <dgm:pt modelId="{1D5C7BF7-D94B-490E-A9CA-F59F25B32518}" type="parTrans" cxnId="{670BFF76-776B-434D-8AD7-511829254789}">
      <dgm:prSet/>
      <dgm:spPr/>
      <dgm:t>
        <a:bodyPr/>
        <a:lstStyle/>
        <a:p>
          <a:endParaRPr lang="en-US"/>
        </a:p>
      </dgm:t>
    </dgm:pt>
    <dgm:pt modelId="{F65CD886-8023-4024-8403-B9EB55E9AB87}" type="sibTrans" cxnId="{670BFF76-776B-434D-8AD7-511829254789}">
      <dgm:prSet/>
      <dgm:spPr/>
      <dgm:t>
        <a:bodyPr/>
        <a:lstStyle/>
        <a:p>
          <a:endParaRPr lang="en-US"/>
        </a:p>
      </dgm:t>
    </dgm:pt>
    <dgm:pt modelId="{0F9EEA66-E5B2-442A-9DDC-75E9CA79512B}">
      <dgm:prSet/>
      <dgm:spPr/>
      <dgm:t>
        <a:bodyPr/>
        <a:lstStyle/>
        <a:p>
          <a:r>
            <a:rPr lang="en-US"/>
            <a:t>Removes the secondary layer at the OS level and is optimized for Oracle databases</a:t>
          </a:r>
        </a:p>
      </dgm:t>
    </dgm:pt>
    <dgm:pt modelId="{4FFDE61D-2DCE-491F-A7FF-89A1F75A5401}" type="parTrans" cxnId="{EEE2ACAB-22E3-4CE1-BD49-706961C43618}">
      <dgm:prSet/>
      <dgm:spPr/>
      <dgm:t>
        <a:bodyPr/>
        <a:lstStyle/>
        <a:p>
          <a:endParaRPr lang="en-US"/>
        </a:p>
      </dgm:t>
    </dgm:pt>
    <dgm:pt modelId="{973709EE-8F9E-45D1-815F-82F40EE19742}" type="sibTrans" cxnId="{EEE2ACAB-22E3-4CE1-BD49-706961C43618}">
      <dgm:prSet/>
      <dgm:spPr/>
      <dgm:t>
        <a:bodyPr/>
        <a:lstStyle/>
        <a:p>
          <a:endParaRPr lang="en-US"/>
        </a:p>
      </dgm:t>
    </dgm:pt>
    <dgm:pt modelId="{8068B226-FACD-4956-968D-55714BA8A101}">
      <dgm:prSet/>
      <dgm:spPr/>
      <dgm:t>
        <a:bodyPr/>
        <a:lstStyle/>
        <a:p>
          <a:r>
            <a:rPr lang="en-US"/>
            <a:t>Has its own syntax, utilities, views and command line reference.</a:t>
          </a:r>
        </a:p>
      </dgm:t>
    </dgm:pt>
    <dgm:pt modelId="{295B1F2D-0766-40CD-98EF-7390980EF5B1}" type="parTrans" cxnId="{E7331EE8-D6BC-40FC-8891-109A2E7B657B}">
      <dgm:prSet/>
      <dgm:spPr/>
      <dgm:t>
        <a:bodyPr/>
        <a:lstStyle/>
        <a:p>
          <a:endParaRPr lang="en-US"/>
        </a:p>
      </dgm:t>
    </dgm:pt>
    <dgm:pt modelId="{0729E797-4A2D-408A-A4D7-0CCDE7BD86EA}" type="sibTrans" cxnId="{E7331EE8-D6BC-40FC-8891-109A2E7B657B}">
      <dgm:prSet/>
      <dgm:spPr/>
      <dgm:t>
        <a:bodyPr/>
        <a:lstStyle/>
        <a:p>
          <a:endParaRPr lang="en-US"/>
        </a:p>
      </dgm:t>
    </dgm:pt>
    <dgm:pt modelId="{E7CFE224-70DB-4FD6-961B-C484226AA9EC}" type="pres">
      <dgm:prSet presAssocID="{2351C682-226A-4C45-BE0A-E9C2AC79EAB4}" presName="linear" presStyleCnt="0">
        <dgm:presLayoutVars>
          <dgm:animLvl val="lvl"/>
          <dgm:resizeHandles val="exact"/>
        </dgm:presLayoutVars>
      </dgm:prSet>
      <dgm:spPr/>
    </dgm:pt>
    <dgm:pt modelId="{C0CF03A1-F68E-4C25-AA3B-AF63D606C59B}" type="pres">
      <dgm:prSet presAssocID="{B11F25E5-1D21-415F-B19B-F56A8F5858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A60BFB-3C50-426C-825A-AC60324BAA4E}" type="pres">
      <dgm:prSet presAssocID="{B11F25E5-1D21-415F-B19B-F56A8F5858D8}" presName="childText" presStyleLbl="revTx" presStyleIdx="0" presStyleCnt="1">
        <dgm:presLayoutVars>
          <dgm:bulletEnabled val="1"/>
        </dgm:presLayoutVars>
      </dgm:prSet>
      <dgm:spPr/>
    </dgm:pt>
    <dgm:pt modelId="{2D14AC5A-1CBA-40CD-9FE1-672029172B19}" type="pres">
      <dgm:prSet presAssocID="{035199CF-2DC4-451F-BFC5-36F0039BC17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DFCD10-BF7E-496C-B1F5-071BC053DE67}" type="pres">
      <dgm:prSet presAssocID="{F65CD886-8023-4024-8403-B9EB55E9AB87}" presName="spacer" presStyleCnt="0"/>
      <dgm:spPr/>
    </dgm:pt>
    <dgm:pt modelId="{1A20DA83-2C79-47F4-82A5-A0F19723E4B3}" type="pres">
      <dgm:prSet presAssocID="{0F9EEA66-E5B2-442A-9DDC-75E9CA7951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B1A3D0-8748-438B-88AB-84B609AEE42D}" type="pres">
      <dgm:prSet presAssocID="{973709EE-8F9E-45D1-815F-82F40EE19742}" presName="spacer" presStyleCnt="0"/>
      <dgm:spPr/>
    </dgm:pt>
    <dgm:pt modelId="{FE4BEC3C-84C2-4FD7-8FE8-D9AC92BC67CF}" type="pres">
      <dgm:prSet presAssocID="{8068B226-FACD-4956-968D-55714BA8A10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8CC501C-10B8-446B-8F70-B231037D5E90}" type="presOf" srcId="{B11F25E5-1D21-415F-B19B-F56A8F5858D8}" destId="{C0CF03A1-F68E-4C25-AA3B-AF63D606C59B}" srcOrd="0" destOrd="0" presId="urn:microsoft.com/office/officeart/2005/8/layout/vList2"/>
    <dgm:cxn modelId="{D47A3C4D-B961-49F0-8792-6393B369A565}" srcId="{B11F25E5-1D21-415F-B19B-F56A8F5858D8}" destId="{B6A4971F-2559-48FF-B14A-3ADEB11E4E4B}" srcOrd="0" destOrd="0" parTransId="{ED5FEBA4-1589-4C71-A999-25DD4B0EEEB3}" sibTransId="{3CFBF8D6-4E29-40DD-B055-FAD5E3043485}"/>
    <dgm:cxn modelId="{B8858D54-14B7-452D-B4D8-2DDC7C536F8B}" type="presOf" srcId="{2351C682-226A-4C45-BE0A-E9C2AC79EAB4}" destId="{E7CFE224-70DB-4FD6-961B-C484226AA9EC}" srcOrd="0" destOrd="0" presId="urn:microsoft.com/office/officeart/2005/8/layout/vList2"/>
    <dgm:cxn modelId="{4F9E9B56-4E99-45D0-909B-BD5FA07D7B92}" type="presOf" srcId="{EEF01FCB-9103-4075-BBAE-BC24607C964A}" destId="{FFA60BFB-3C50-426C-825A-AC60324BAA4E}" srcOrd="0" destOrd="1" presId="urn:microsoft.com/office/officeart/2005/8/layout/vList2"/>
    <dgm:cxn modelId="{98E6D976-5048-4BE0-835E-D39197D331FC}" type="presOf" srcId="{035199CF-2DC4-451F-BFC5-36F0039BC17D}" destId="{2D14AC5A-1CBA-40CD-9FE1-672029172B19}" srcOrd="0" destOrd="0" presId="urn:microsoft.com/office/officeart/2005/8/layout/vList2"/>
    <dgm:cxn modelId="{670BFF76-776B-434D-8AD7-511829254789}" srcId="{2351C682-226A-4C45-BE0A-E9C2AC79EAB4}" destId="{035199CF-2DC4-451F-BFC5-36F0039BC17D}" srcOrd="1" destOrd="0" parTransId="{1D5C7BF7-D94B-490E-A9CA-F59F25B32518}" sibTransId="{F65CD886-8023-4024-8403-B9EB55E9AB87}"/>
    <dgm:cxn modelId="{F7CD52A8-9729-4F12-829F-110008067CA7}" type="presOf" srcId="{8068B226-FACD-4956-968D-55714BA8A101}" destId="{FE4BEC3C-84C2-4FD7-8FE8-D9AC92BC67CF}" srcOrd="0" destOrd="0" presId="urn:microsoft.com/office/officeart/2005/8/layout/vList2"/>
    <dgm:cxn modelId="{DAEEF7A9-0D04-4448-9E30-AE6DE96F7C6F}" type="presOf" srcId="{B6A4971F-2559-48FF-B14A-3ADEB11E4E4B}" destId="{FFA60BFB-3C50-426C-825A-AC60324BAA4E}" srcOrd="0" destOrd="0" presId="urn:microsoft.com/office/officeart/2005/8/layout/vList2"/>
    <dgm:cxn modelId="{89309CAA-7E47-4969-8733-C282D32B9770}" srcId="{B11F25E5-1D21-415F-B19B-F56A8F5858D8}" destId="{EEF01FCB-9103-4075-BBAE-BC24607C964A}" srcOrd="1" destOrd="0" parTransId="{30E1DD0A-C09B-46EE-9A3F-D4F8D16BEEA5}" sibTransId="{2634BEC9-1BD1-4DAD-8890-99A2D0884F89}"/>
    <dgm:cxn modelId="{EEE2ACAB-22E3-4CE1-BD49-706961C43618}" srcId="{2351C682-226A-4C45-BE0A-E9C2AC79EAB4}" destId="{0F9EEA66-E5B2-442A-9DDC-75E9CA79512B}" srcOrd="2" destOrd="0" parTransId="{4FFDE61D-2DCE-491F-A7FF-89A1F75A5401}" sibTransId="{973709EE-8F9E-45D1-815F-82F40EE19742}"/>
    <dgm:cxn modelId="{360B01B3-2EF5-4AF5-8FE6-738C4F949C17}" type="presOf" srcId="{0F9EEA66-E5B2-442A-9DDC-75E9CA79512B}" destId="{1A20DA83-2C79-47F4-82A5-A0F19723E4B3}" srcOrd="0" destOrd="0" presId="urn:microsoft.com/office/officeart/2005/8/layout/vList2"/>
    <dgm:cxn modelId="{528E33B9-9808-4B13-8331-770FFF1332BC}" srcId="{2351C682-226A-4C45-BE0A-E9C2AC79EAB4}" destId="{B11F25E5-1D21-415F-B19B-F56A8F5858D8}" srcOrd="0" destOrd="0" parTransId="{4B19F520-41F7-4219-92B8-B9C5991EBD06}" sibTransId="{0B880E3B-B0E6-449A-9358-CF12560C51CE}"/>
    <dgm:cxn modelId="{E7331EE8-D6BC-40FC-8891-109A2E7B657B}" srcId="{2351C682-226A-4C45-BE0A-E9C2AC79EAB4}" destId="{8068B226-FACD-4956-968D-55714BA8A101}" srcOrd="3" destOrd="0" parTransId="{295B1F2D-0766-40CD-98EF-7390980EF5B1}" sibTransId="{0729E797-4A2D-408A-A4D7-0CCDE7BD86EA}"/>
    <dgm:cxn modelId="{AF2930F2-5E1C-4F2A-BF84-E45B67011DDE}" type="presParOf" srcId="{E7CFE224-70DB-4FD6-961B-C484226AA9EC}" destId="{C0CF03A1-F68E-4C25-AA3B-AF63D606C59B}" srcOrd="0" destOrd="0" presId="urn:microsoft.com/office/officeart/2005/8/layout/vList2"/>
    <dgm:cxn modelId="{C9B0D31D-3DA8-4B59-AA91-3E7C39E13981}" type="presParOf" srcId="{E7CFE224-70DB-4FD6-961B-C484226AA9EC}" destId="{FFA60BFB-3C50-426C-825A-AC60324BAA4E}" srcOrd="1" destOrd="0" presId="urn:microsoft.com/office/officeart/2005/8/layout/vList2"/>
    <dgm:cxn modelId="{51BA71F1-7C35-4F9E-B100-00775E32A257}" type="presParOf" srcId="{E7CFE224-70DB-4FD6-961B-C484226AA9EC}" destId="{2D14AC5A-1CBA-40CD-9FE1-672029172B19}" srcOrd="2" destOrd="0" presId="urn:microsoft.com/office/officeart/2005/8/layout/vList2"/>
    <dgm:cxn modelId="{C222DFAD-8691-4826-BCDA-740B385131C6}" type="presParOf" srcId="{E7CFE224-70DB-4FD6-961B-C484226AA9EC}" destId="{CADFCD10-BF7E-496C-B1F5-071BC053DE67}" srcOrd="3" destOrd="0" presId="urn:microsoft.com/office/officeart/2005/8/layout/vList2"/>
    <dgm:cxn modelId="{CF7CE268-9A10-4D1E-857F-357F52978817}" type="presParOf" srcId="{E7CFE224-70DB-4FD6-961B-C484226AA9EC}" destId="{1A20DA83-2C79-47F4-82A5-A0F19723E4B3}" srcOrd="4" destOrd="0" presId="urn:microsoft.com/office/officeart/2005/8/layout/vList2"/>
    <dgm:cxn modelId="{700CA4F8-FC09-4A03-9978-B0D31A18C172}" type="presParOf" srcId="{E7CFE224-70DB-4FD6-961B-C484226AA9EC}" destId="{C8B1A3D0-8748-438B-88AB-84B609AEE42D}" srcOrd="5" destOrd="0" presId="urn:microsoft.com/office/officeart/2005/8/layout/vList2"/>
    <dgm:cxn modelId="{4F4D56BF-2560-4FB2-83B3-DC70B00508BC}" type="presParOf" srcId="{E7CFE224-70DB-4FD6-961B-C484226AA9EC}" destId="{FE4BEC3C-84C2-4FD7-8FE8-D9AC92BC67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3B69B3-C67C-4BAE-80EB-A14BD665E70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1DE278-D43D-45ED-A01A-AB66DDDB10DD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Oracle licensing costs </a:t>
          </a:r>
          <a:r>
            <a:rPr lang="en-US"/>
            <a:t>are commonly the most expensive part of any database project.</a:t>
          </a:r>
        </a:p>
      </dgm:t>
    </dgm:pt>
    <dgm:pt modelId="{B21BD584-A4EE-4067-89D7-9EC3F1064D72}" type="parTrans" cxnId="{1C8B4331-5DF1-4D7B-9C76-129A711E7A21}">
      <dgm:prSet/>
      <dgm:spPr/>
      <dgm:t>
        <a:bodyPr/>
        <a:lstStyle/>
        <a:p>
          <a:endParaRPr lang="en-US"/>
        </a:p>
      </dgm:t>
    </dgm:pt>
    <dgm:pt modelId="{70341ABB-A0C4-40A0-A23C-32FD63B2AC75}" type="sibTrans" cxnId="{1C8B4331-5DF1-4D7B-9C76-129A711E7A21}">
      <dgm:prSet/>
      <dgm:spPr/>
      <dgm:t>
        <a:bodyPr/>
        <a:lstStyle/>
        <a:p>
          <a:endParaRPr lang="en-US"/>
        </a:p>
      </dgm:t>
    </dgm:pt>
    <dgm:pt modelId="{FEE2F09C-5A2D-4CBC-9A9F-9FA3665883FF}">
      <dgm:prSet/>
      <dgm:spPr/>
      <dgm:t>
        <a:bodyPr/>
        <a:lstStyle/>
        <a:p>
          <a:r>
            <a:rPr lang="en-US"/>
            <a:t>Oracle is licensed by CORE, management pack.</a:t>
          </a:r>
        </a:p>
      </dgm:t>
    </dgm:pt>
    <dgm:pt modelId="{0AA923A7-BAC2-42B8-B086-367702B23567}" type="parTrans" cxnId="{29EC556C-018D-45B6-9530-4A7FC6969973}">
      <dgm:prSet/>
      <dgm:spPr/>
      <dgm:t>
        <a:bodyPr/>
        <a:lstStyle/>
        <a:p>
          <a:endParaRPr lang="en-US"/>
        </a:p>
      </dgm:t>
    </dgm:pt>
    <dgm:pt modelId="{82A9041C-7A7E-4EF1-9FB4-46146946F819}" type="sibTrans" cxnId="{29EC556C-018D-45B6-9530-4A7FC6969973}">
      <dgm:prSet/>
      <dgm:spPr/>
      <dgm:t>
        <a:bodyPr/>
        <a:lstStyle/>
        <a:p>
          <a:endParaRPr lang="en-US"/>
        </a:p>
      </dgm:t>
    </dgm:pt>
    <dgm:pt modelId="{5B000FB8-1B68-4E2D-9E7D-8986046307E2}">
      <dgm:prSet/>
      <dgm:spPr/>
      <dgm:t>
        <a:bodyPr/>
        <a:lstStyle/>
        <a:p>
          <a:r>
            <a:rPr lang="en-US"/>
            <a:t>There are unlimited licensing agreements (EULAs) with large customers.</a:t>
          </a:r>
        </a:p>
      </dgm:t>
    </dgm:pt>
    <dgm:pt modelId="{441CBBEA-95A7-4BAE-BBB8-D746FDBD2E6A}" type="parTrans" cxnId="{C04813DA-F740-4F9F-8B1D-6DDBA1E9F34F}">
      <dgm:prSet/>
      <dgm:spPr/>
      <dgm:t>
        <a:bodyPr/>
        <a:lstStyle/>
        <a:p>
          <a:endParaRPr lang="en-US"/>
        </a:p>
      </dgm:t>
    </dgm:pt>
    <dgm:pt modelId="{9BA74473-C185-4EDF-8E66-C665B4A9CEFC}" type="sibTrans" cxnId="{C04813DA-F740-4F9F-8B1D-6DDBA1E9F34F}">
      <dgm:prSet/>
      <dgm:spPr/>
      <dgm:t>
        <a:bodyPr/>
        <a:lstStyle/>
        <a:p>
          <a:endParaRPr lang="en-US"/>
        </a:p>
      </dgm:t>
    </dgm:pt>
    <dgm:pt modelId="{4F03C236-BE01-463F-9C29-D36062FD4FC8}">
      <dgm:prSet/>
      <dgm:spPr/>
      <dgm:t>
        <a:bodyPr/>
        <a:lstStyle/>
        <a:p>
          <a:r>
            <a:rPr lang="en-US"/>
            <a:t>Customer’s rarely pay list price-  often large discounts in end.</a:t>
          </a:r>
        </a:p>
      </dgm:t>
    </dgm:pt>
    <dgm:pt modelId="{4E857E0B-78C0-4C1B-B69D-BF44A7E4B646}" type="parTrans" cxnId="{E25F8CD3-CC41-4242-AA00-4C406AB553F4}">
      <dgm:prSet/>
      <dgm:spPr/>
      <dgm:t>
        <a:bodyPr/>
        <a:lstStyle/>
        <a:p>
          <a:endParaRPr lang="en-US"/>
        </a:p>
      </dgm:t>
    </dgm:pt>
    <dgm:pt modelId="{D6ADF97D-54B5-47D6-9846-AAF442C02900}" type="sibTrans" cxnId="{E25F8CD3-CC41-4242-AA00-4C406AB553F4}">
      <dgm:prSet/>
      <dgm:spPr/>
      <dgm:t>
        <a:bodyPr/>
        <a:lstStyle/>
        <a:p>
          <a:endParaRPr lang="en-US"/>
        </a:p>
      </dgm:t>
    </dgm:pt>
    <dgm:pt modelId="{E607E4DF-392F-4895-B628-17E34EEA3473}">
      <dgm:prSet/>
      <dgm:spPr/>
      <dgm:t>
        <a:bodyPr/>
        <a:lstStyle/>
        <a:p>
          <a:r>
            <a:rPr lang="en-US"/>
            <a:t>Annual support cost on top of licensing.</a:t>
          </a:r>
        </a:p>
      </dgm:t>
    </dgm:pt>
    <dgm:pt modelId="{EF4EC992-DC15-4A94-8CF5-662BDB17F4B9}" type="parTrans" cxnId="{98707E02-3D32-44C6-98E8-E9B55C65F778}">
      <dgm:prSet/>
      <dgm:spPr/>
      <dgm:t>
        <a:bodyPr/>
        <a:lstStyle/>
        <a:p>
          <a:endParaRPr lang="en-US"/>
        </a:p>
      </dgm:t>
    </dgm:pt>
    <dgm:pt modelId="{BEAE5AC9-9884-4950-8C80-D30453D04254}" type="sibTrans" cxnId="{98707E02-3D32-44C6-98E8-E9B55C65F778}">
      <dgm:prSet/>
      <dgm:spPr/>
      <dgm:t>
        <a:bodyPr/>
        <a:lstStyle/>
        <a:p>
          <a:endParaRPr lang="en-US"/>
        </a:p>
      </dgm:t>
    </dgm:pt>
    <dgm:pt modelId="{6164724F-468D-4DA4-B3EE-A7D5780E5DE5}" type="pres">
      <dgm:prSet presAssocID="{403B69B3-C67C-4BAE-80EB-A14BD665E708}" presName="linear" presStyleCnt="0">
        <dgm:presLayoutVars>
          <dgm:animLvl val="lvl"/>
          <dgm:resizeHandles val="exact"/>
        </dgm:presLayoutVars>
      </dgm:prSet>
      <dgm:spPr/>
    </dgm:pt>
    <dgm:pt modelId="{9063602A-D8B2-43A1-B26F-7C8119AFD832}" type="pres">
      <dgm:prSet presAssocID="{C71DE278-D43D-45ED-A01A-AB66DDDB10D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0524AA3-CD56-4D76-AD27-FD881A64C45B}" type="pres">
      <dgm:prSet presAssocID="{70341ABB-A0C4-40A0-A23C-32FD63B2AC75}" presName="spacer" presStyleCnt="0"/>
      <dgm:spPr/>
    </dgm:pt>
    <dgm:pt modelId="{CF6F2542-3E0E-4985-ACF7-3AA3049DE6C3}" type="pres">
      <dgm:prSet presAssocID="{FEE2F09C-5A2D-4CBC-9A9F-9FA3665883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74F53EE-3167-443E-8D6A-1D52DAA50478}" type="pres">
      <dgm:prSet presAssocID="{82A9041C-7A7E-4EF1-9FB4-46146946F819}" presName="spacer" presStyleCnt="0"/>
      <dgm:spPr/>
    </dgm:pt>
    <dgm:pt modelId="{50C5B241-741A-491A-BC24-9247E65DBD4D}" type="pres">
      <dgm:prSet presAssocID="{5B000FB8-1B68-4E2D-9E7D-8986046307E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1B5FBF-6234-421B-8A15-98696727B0BA}" type="pres">
      <dgm:prSet presAssocID="{9BA74473-C185-4EDF-8E66-C665B4A9CEFC}" presName="spacer" presStyleCnt="0"/>
      <dgm:spPr/>
    </dgm:pt>
    <dgm:pt modelId="{9FF58113-4733-480E-B21D-5912E35C4C58}" type="pres">
      <dgm:prSet presAssocID="{4F03C236-BE01-463F-9C29-D36062FD4F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2D758C-8B4A-439F-97B7-AB9A5C4E4510}" type="pres">
      <dgm:prSet presAssocID="{D6ADF97D-54B5-47D6-9846-AAF442C02900}" presName="spacer" presStyleCnt="0"/>
      <dgm:spPr/>
    </dgm:pt>
    <dgm:pt modelId="{3228F740-EE54-45F5-A796-1E1E41F0A6E2}" type="pres">
      <dgm:prSet presAssocID="{E607E4DF-392F-4895-B628-17E34EEA347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8707E02-3D32-44C6-98E8-E9B55C65F778}" srcId="{403B69B3-C67C-4BAE-80EB-A14BD665E708}" destId="{E607E4DF-392F-4895-B628-17E34EEA3473}" srcOrd="4" destOrd="0" parTransId="{EF4EC992-DC15-4A94-8CF5-662BDB17F4B9}" sibTransId="{BEAE5AC9-9884-4950-8C80-D30453D04254}"/>
    <dgm:cxn modelId="{B6CB7A0B-C490-4B6D-9C3E-887A5CD512CF}" type="presOf" srcId="{C71DE278-D43D-45ED-A01A-AB66DDDB10DD}" destId="{9063602A-D8B2-43A1-B26F-7C8119AFD832}" srcOrd="0" destOrd="0" presId="urn:microsoft.com/office/officeart/2005/8/layout/vList2"/>
    <dgm:cxn modelId="{E123532D-2F4C-464E-8A3E-EB548812F451}" type="presOf" srcId="{FEE2F09C-5A2D-4CBC-9A9F-9FA3665883FF}" destId="{CF6F2542-3E0E-4985-ACF7-3AA3049DE6C3}" srcOrd="0" destOrd="0" presId="urn:microsoft.com/office/officeart/2005/8/layout/vList2"/>
    <dgm:cxn modelId="{1C8B4331-5DF1-4D7B-9C76-129A711E7A21}" srcId="{403B69B3-C67C-4BAE-80EB-A14BD665E708}" destId="{C71DE278-D43D-45ED-A01A-AB66DDDB10DD}" srcOrd="0" destOrd="0" parTransId="{B21BD584-A4EE-4067-89D7-9EC3F1064D72}" sibTransId="{70341ABB-A0C4-40A0-A23C-32FD63B2AC75}"/>
    <dgm:cxn modelId="{8FE3B75B-8EBF-4510-86A8-A866D9C95A4E}" type="presOf" srcId="{E607E4DF-392F-4895-B628-17E34EEA3473}" destId="{3228F740-EE54-45F5-A796-1E1E41F0A6E2}" srcOrd="0" destOrd="0" presId="urn:microsoft.com/office/officeart/2005/8/layout/vList2"/>
    <dgm:cxn modelId="{29EC556C-018D-45B6-9530-4A7FC6969973}" srcId="{403B69B3-C67C-4BAE-80EB-A14BD665E708}" destId="{FEE2F09C-5A2D-4CBC-9A9F-9FA3665883FF}" srcOrd="1" destOrd="0" parTransId="{0AA923A7-BAC2-42B8-B086-367702B23567}" sibTransId="{82A9041C-7A7E-4EF1-9FB4-46146946F819}"/>
    <dgm:cxn modelId="{BB62AC57-DCBF-4C08-A9F2-665CC5FF32BA}" type="presOf" srcId="{5B000FB8-1B68-4E2D-9E7D-8986046307E2}" destId="{50C5B241-741A-491A-BC24-9247E65DBD4D}" srcOrd="0" destOrd="0" presId="urn:microsoft.com/office/officeart/2005/8/layout/vList2"/>
    <dgm:cxn modelId="{C862D4BC-63C4-4FB3-AE44-6C8828087355}" type="presOf" srcId="{403B69B3-C67C-4BAE-80EB-A14BD665E708}" destId="{6164724F-468D-4DA4-B3EE-A7D5780E5DE5}" srcOrd="0" destOrd="0" presId="urn:microsoft.com/office/officeart/2005/8/layout/vList2"/>
    <dgm:cxn modelId="{E25F8CD3-CC41-4242-AA00-4C406AB553F4}" srcId="{403B69B3-C67C-4BAE-80EB-A14BD665E708}" destId="{4F03C236-BE01-463F-9C29-D36062FD4FC8}" srcOrd="3" destOrd="0" parTransId="{4E857E0B-78C0-4C1B-B69D-BF44A7E4B646}" sibTransId="{D6ADF97D-54B5-47D6-9846-AAF442C02900}"/>
    <dgm:cxn modelId="{C04813DA-F740-4F9F-8B1D-6DDBA1E9F34F}" srcId="{403B69B3-C67C-4BAE-80EB-A14BD665E708}" destId="{5B000FB8-1B68-4E2D-9E7D-8986046307E2}" srcOrd="2" destOrd="0" parTransId="{441CBBEA-95A7-4BAE-BBB8-D746FDBD2E6A}" sibTransId="{9BA74473-C185-4EDF-8E66-C665B4A9CEFC}"/>
    <dgm:cxn modelId="{7F1ECEF9-9E8C-4C9F-A2AD-46AEEF25BFEC}" type="presOf" srcId="{4F03C236-BE01-463F-9C29-D36062FD4FC8}" destId="{9FF58113-4733-480E-B21D-5912E35C4C58}" srcOrd="0" destOrd="0" presId="urn:microsoft.com/office/officeart/2005/8/layout/vList2"/>
    <dgm:cxn modelId="{77E4B961-D4CC-4FE5-8454-54419BFCBBE3}" type="presParOf" srcId="{6164724F-468D-4DA4-B3EE-A7D5780E5DE5}" destId="{9063602A-D8B2-43A1-B26F-7C8119AFD832}" srcOrd="0" destOrd="0" presId="urn:microsoft.com/office/officeart/2005/8/layout/vList2"/>
    <dgm:cxn modelId="{00EF2777-A1AB-4F88-ADE6-2491B84C139E}" type="presParOf" srcId="{6164724F-468D-4DA4-B3EE-A7D5780E5DE5}" destId="{F0524AA3-CD56-4D76-AD27-FD881A64C45B}" srcOrd="1" destOrd="0" presId="urn:microsoft.com/office/officeart/2005/8/layout/vList2"/>
    <dgm:cxn modelId="{231BCCCA-B163-4478-9A07-C1F778CE4004}" type="presParOf" srcId="{6164724F-468D-4DA4-B3EE-A7D5780E5DE5}" destId="{CF6F2542-3E0E-4985-ACF7-3AA3049DE6C3}" srcOrd="2" destOrd="0" presId="urn:microsoft.com/office/officeart/2005/8/layout/vList2"/>
    <dgm:cxn modelId="{E2BD156A-C79B-498F-8C0B-7B1F417681D9}" type="presParOf" srcId="{6164724F-468D-4DA4-B3EE-A7D5780E5DE5}" destId="{A74F53EE-3167-443E-8D6A-1D52DAA50478}" srcOrd="3" destOrd="0" presId="urn:microsoft.com/office/officeart/2005/8/layout/vList2"/>
    <dgm:cxn modelId="{AAEF4C1A-C9E4-4260-AD52-868F73B8AEDF}" type="presParOf" srcId="{6164724F-468D-4DA4-B3EE-A7D5780E5DE5}" destId="{50C5B241-741A-491A-BC24-9247E65DBD4D}" srcOrd="4" destOrd="0" presId="urn:microsoft.com/office/officeart/2005/8/layout/vList2"/>
    <dgm:cxn modelId="{44F37199-634B-4F1B-805A-61A7BB4E2429}" type="presParOf" srcId="{6164724F-468D-4DA4-B3EE-A7D5780E5DE5}" destId="{DB1B5FBF-6234-421B-8A15-98696727B0BA}" srcOrd="5" destOrd="0" presId="urn:microsoft.com/office/officeart/2005/8/layout/vList2"/>
    <dgm:cxn modelId="{94464C14-6CFF-44F4-939F-3FDE09ECA96F}" type="presParOf" srcId="{6164724F-468D-4DA4-B3EE-A7D5780E5DE5}" destId="{9FF58113-4733-480E-B21D-5912E35C4C58}" srcOrd="6" destOrd="0" presId="urn:microsoft.com/office/officeart/2005/8/layout/vList2"/>
    <dgm:cxn modelId="{1ED7D251-C154-4B2B-AA4B-F15BC593B011}" type="presParOf" srcId="{6164724F-468D-4DA4-B3EE-A7D5780E5DE5}" destId="{602D758C-8B4A-439F-97B7-AB9A5C4E4510}" srcOrd="7" destOrd="0" presId="urn:microsoft.com/office/officeart/2005/8/layout/vList2"/>
    <dgm:cxn modelId="{0E4E30FE-7D02-4EAC-AF16-F90F42DC386A}" type="presParOf" srcId="{6164724F-468D-4DA4-B3EE-A7D5780E5DE5}" destId="{3228F740-EE54-45F5-A796-1E1E41F0A6E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056BEA-97E2-4E0C-B744-B6686B4CE8A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91AA6B2-6DF3-4EE6-B7B0-C97792DEAE73}">
      <dgm:prSet/>
      <dgm:spPr>
        <a:solidFill>
          <a:schemeClr val="tx1"/>
        </a:solidFill>
      </dgm:spPr>
      <dgm:t>
        <a:bodyPr/>
        <a:lstStyle/>
        <a:p>
          <a:r>
            <a:rPr lang="en-US"/>
            <a:t>Database Administrator</a:t>
          </a:r>
        </a:p>
      </dgm:t>
    </dgm:pt>
    <dgm:pt modelId="{ED518900-0988-443B-ACF9-6EC777081AE4}" type="parTrans" cxnId="{B77887F7-1B3C-4196-8BD6-42176892FE33}">
      <dgm:prSet/>
      <dgm:spPr/>
      <dgm:t>
        <a:bodyPr/>
        <a:lstStyle/>
        <a:p>
          <a:endParaRPr lang="en-US"/>
        </a:p>
      </dgm:t>
    </dgm:pt>
    <dgm:pt modelId="{6551AB18-861A-4630-BEEE-A870D43F00E1}" type="sibTrans" cxnId="{B77887F7-1B3C-4196-8BD6-42176892FE33}">
      <dgm:prSet/>
      <dgm:spPr/>
      <dgm:t>
        <a:bodyPr/>
        <a:lstStyle/>
        <a:p>
          <a:endParaRPr lang="en-US"/>
        </a:p>
      </dgm:t>
    </dgm:pt>
    <dgm:pt modelId="{C06F1E3B-CB77-4211-B132-E2F5BFF77FE4}">
      <dgm:prSet/>
      <dgm:spPr/>
      <dgm:t>
        <a:bodyPr/>
        <a:lstStyle/>
        <a:p>
          <a:r>
            <a:rPr lang="en-US"/>
            <a:t>Development DBA</a:t>
          </a:r>
        </a:p>
      </dgm:t>
    </dgm:pt>
    <dgm:pt modelId="{C1712012-C496-4451-BC94-B2B3378A2690}" type="parTrans" cxnId="{AC4ABEFE-5C13-4071-8F66-2622B3720B2F}">
      <dgm:prSet/>
      <dgm:spPr/>
      <dgm:t>
        <a:bodyPr/>
        <a:lstStyle/>
        <a:p>
          <a:endParaRPr lang="en-US"/>
        </a:p>
      </dgm:t>
    </dgm:pt>
    <dgm:pt modelId="{5FF03D01-42E7-4133-9BE6-C2BCC600CD94}" type="sibTrans" cxnId="{AC4ABEFE-5C13-4071-8F66-2622B3720B2F}">
      <dgm:prSet/>
      <dgm:spPr/>
      <dgm:t>
        <a:bodyPr/>
        <a:lstStyle/>
        <a:p>
          <a:endParaRPr lang="en-US"/>
        </a:p>
      </dgm:t>
    </dgm:pt>
    <dgm:pt modelId="{AEB09F42-05A3-4B69-9191-64721BC5BC96}">
      <dgm:prSet/>
      <dgm:spPr/>
      <dgm:t>
        <a:bodyPr/>
        <a:lstStyle/>
        <a:p>
          <a:r>
            <a:rPr lang="en-US"/>
            <a:t>Production DBA</a:t>
          </a:r>
        </a:p>
      </dgm:t>
    </dgm:pt>
    <dgm:pt modelId="{62FBAAFE-77C8-4709-9582-E80EE276E188}" type="parTrans" cxnId="{560C4359-14CC-42E3-8F06-66CB976F571E}">
      <dgm:prSet/>
      <dgm:spPr/>
      <dgm:t>
        <a:bodyPr/>
        <a:lstStyle/>
        <a:p>
          <a:endParaRPr lang="en-US"/>
        </a:p>
      </dgm:t>
    </dgm:pt>
    <dgm:pt modelId="{9BA7F084-598B-4DBC-B81D-729A5E163FF2}" type="sibTrans" cxnId="{560C4359-14CC-42E3-8F06-66CB976F571E}">
      <dgm:prSet/>
      <dgm:spPr/>
      <dgm:t>
        <a:bodyPr/>
        <a:lstStyle/>
        <a:p>
          <a:endParaRPr lang="en-US"/>
        </a:p>
      </dgm:t>
    </dgm:pt>
    <dgm:pt modelId="{2DD5E890-99D8-45D7-9CED-191110896DD8}">
      <dgm:prSet/>
      <dgm:spPr/>
      <dgm:t>
        <a:bodyPr/>
        <a:lstStyle/>
        <a:p>
          <a:r>
            <a:rPr lang="en-US"/>
            <a:t>Application DBA</a:t>
          </a:r>
        </a:p>
      </dgm:t>
    </dgm:pt>
    <dgm:pt modelId="{0E1DD44D-6C05-4264-84D2-721F08CDCCE0}" type="parTrans" cxnId="{08383665-4DA9-4FAC-95F0-0880E8E17281}">
      <dgm:prSet/>
      <dgm:spPr/>
      <dgm:t>
        <a:bodyPr/>
        <a:lstStyle/>
        <a:p>
          <a:endParaRPr lang="en-US"/>
        </a:p>
      </dgm:t>
    </dgm:pt>
    <dgm:pt modelId="{5826DEC3-7D6E-4885-85C9-F2C18D452136}" type="sibTrans" cxnId="{08383665-4DA9-4FAC-95F0-0880E8E17281}">
      <dgm:prSet/>
      <dgm:spPr/>
      <dgm:t>
        <a:bodyPr/>
        <a:lstStyle/>
        <a:p>
          <a:endParaRPr lang="en-US"/>
        </a:p>
      </dgm:t>
    </dgm:pt>
    <dgm:pt modelId="{92F36C06-65FF-4DB7-AB65-D4F72887AE8F}">
      <dgm:prSet/>
      <dgm:spPr>
        <a:solidFill>
          <a:schemeClr val="accent4"/>
        </a:solidFill>
      </dgm:spPr>
      <dgm:t>
        <a:bodyPr/>
        <a:lstStyle/>
        <a:p>
          <a:r>
            <a:rPr lang="en-US"/>
            <a:t>Developer</a:t>
          </a:r>
        </a:p>
      </dgm:t>
    </dgm:pt>
    <dgm:pt modelId="{767064B5-90F5-4806-9B1C-E0B97F0B6F5E}" type="parTrans" cxnId="{FBACB099-7CB9-48ED-8DBB-6B4AC91BDE0D}">
      <dgm:prSet/>
      <dgm:spPr/>
      <dgm:t>
        <a:bodyPr/>
        <a:lstStyle/>
        <a:p>
          <a:endParaRPr lang="en-US"/>
        </a:p>
      </dgm:t>
    </dgm:pt>
    <dgm:pt modelId="{2CE4DAC0-4DFB-4E51-B4DD-873BB249DE2A}" type="sibTrans" cxnId="{FBACB099-7CB9-48ED-8DBB-6B4AC91BDE0D}">
      <dgm:prSet/>
      <dgm:spPr/>
      <dgm:t>
        <a:bodyPr/>
        <a:lstStyle/>
        <a:p>
          <a:endParaRPr lang="en-US"/>
        </a:p>
      </dgm:t>
    </dgm:pt>
    <dgm:pt modelId="{B6038230-C7A2-4C97-BABD-DDD453D75FDB}">
      <dgm:prSet/>
      <dgm:spPr/>
      <dgm:t>
        <a:bodyPr/>
        <a:lstStyle/>
        <a:p>
          <a:r>
            <a:rPr lang="en-US"/>
            <a:t>PL/SQL Developer</a:t>
          </a:r>
        </a:p>
      </dgm:t>
    </dgm:pt>
    <dgm:pt modelId="{4AAFD5EA-E1EA-407C-85A6-5CEE24B0EA5A}" type="parTrans" cxnId="{73DD57D1-B20C-46D5-A376-4F676C651D9F}">
      <dgm:prSet/>
      <dgm:spPr/>
      <dgm:t>
        <a:bodyPr/>
        <a:lstStyle/>
        <a:p>
          <a:endParaRPr lang="en-US"/>
        </a:p>
      </dgm:t>
    </dgm:pt>
    <dgm:pt modelId="{0F5CDBEC-BD5F-4866-AA68-D3A9DAFEB585}" type="sibTrans" cxnId="{73DD57D1-B20C-46D5-A376-4F676C651D9F}">
      <dgm:prSet/>
      <dgm:spPr/>
      <dgm:t>
        <a:bodyPr/>
        <a:lstStyle/>
        <a:p>
          <a:endParaRPr lang="en-US"/>
        </a:p>
      </dgm:t>
    </dgm:pt>
    <dgm:pt modelId="{1A2E20C0-D017-4E02-BBA7-F426178613A1}">
      <dgm:prSet/>
      <dgm:spPr/>
      <dgm:t>
        <a:bodyPr/>
        <a:lstStyle/>
        <a:p>
          <a:r>
            <a:rPr lang="en-US"/>
            <a:t>Application Developer</a:t>
          </a:r>
        </a:p>
      </dgm:t>
    </dgm:pt>
    <dgm:pt modelId="{C0E4CAD8-B1AA-4771-A65A-5433FFFAF7B7}" type="parTrans" cxnId="{5A3E6C92-61B3-462F-8DC5-EA4E8A5A539A}">
      <dgm:prSet/>
      <dgm:spPr/>
      <dgm:t>
        <a:bodyPr/>
        <a:lstStyle/>
        <a:p>
          <a:endParaRPr lang="en-US"/>
        </a:p>
      </dgm:t>
    </dgm:pt>
    <dgm:pt modelId="{F190E63D-5EB5-4017-BBAD-EF23B0CBD81E}" type="sibTrans" cxnId="{5A3E6C92-61B3-462F-8DC5-EA4E8A5A539A}">
      <dgm:prSet/>
      <dgm:spPr/>
      <dgm:t>
        <a:bodyPr/>
        <a:lstStyle/>
        <a:p>
          <a:endParaRPr lang="en-US"/>
        </a:p>
      </dgm:t>
    </dgm:pt>
    <dgm:pt modelId="{6397530E-ED0C-47CB-B1F1-F73FCF207414}">
      <dgm:prSet/>
      <dgm:spPr/>
      <dgm:t>
        <a:bodyPr/>
        <a:lstStyle/>
        <a:p>
          <a:r>
            <a:rPr lang="en-US"/>
            <a:t>Web Developer</a:t>
          </a:r>
        </a:p>
      </dgm:t>
    </dgm:pt>
    <dgm:pt modelId="{DE6B0E5D-D867-4D15-BC70-83AF7B647DA3}" type="parTrans" cxnId="{7B5F1C99-D361-4CE7-9F21-F2A7AD200BA8}">
      <dgm:prSet/>
      <dgm:spPr/>
      <dgm:t>
        <a:bodyPr/>
        <a:lstStyle/>
        <a:p>
          <a:endParaRPr lang="en-US"/>
        </a:p>
      </dgm:t>
    </dgm:pt>
    <dgm:pt modelId="{96D33AD8-8EC9-45EA-926B-FB736284920C}" type="sibTrans" cxnId="{7B5F1C99-D361-4CE7-9F21-F2A7AD200BA8}">
      <dgm:prSet/>
      <dgm:spPr/>
      <dgm:t>
        <a:bodyPr/>
        <a:lstStyle/>
        <a:p>
          <a:endParaRPr lang="en-US"/>
        </a:p>
      </dgm:t>
    </dgm:pt>
    <dgm:pt modelId="{E7551A0C-2EF1-4588-A2F7-8C7319215F1D}" type="pres">
      <dgm:prSet presAssocID="{90056BEA-97E2-4E0C-B744-B6686B4CE8A6}" presName="linear" presStyleCnt="0">
        <dgm:presLayoutVars>
          <dgm:animLvl val="lvl"/>
          <dgm:resizeHandles val="exact"/>
        </dgm:presLayoutVars>
      </dgm:prSet>
      <dgm:spPr/>
    </dgm:pt>
    <dgm:pt modelId="{35E99911-24A0-4BA6-B614-4008B0016AB7}" type="pres">
      <dgm:prSet presAssocID="{C91AA6B2-6DF3-4EE6-B7B0-C97792DEAE7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E2A1ED3-6312-4515-9AF5-B32F32C3AE80}" type="pres">
      <dgm:prSet presAssocID="{C91AA6B2-6DF3-4EE6-B7B0-C97792DEAE73}" presName="childText" presStyleLbl="revTx" presStyleIdx="0" presStyleCnt="2">
        <dgm:presLayoutVars>
          <dgm:bulletEnabled val="1"/>
        </dgm:presLayoutVars>
      </dgm:prSet>
      <dgm:spPr/>
    </dgm:pt>
    <dgm:pt modelId="{45244714-021B-49A2-8286-4A68D8060C68}" type="pres">
      <dgm:prSet presAssocID="{92F36C06-65FF-4DB7-AB65-D4F72887AE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FE5E693-E1D3-42A0-A876-1949D6098D21}" type="pres">
      <dgm:prSet presAssocID="{92F36C06-65FF-4DB7-AB65-D4F72887AE8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7529311-8791-405B-9B8A-DCA26475C3C6}" type="presOf" srcId="{1A2E20C0-D017-4E02-BBA7-F426178613A1}" destId="{3FE5E693-E1D3-42A0-A876-1949D6098D21}" srcOrd="0" destOrd="1" presId="urn:microsoft.com/office/officeart/2005/8/layout/vList2"/>
    <dgm:cxn modelId="{A2AEA11D-EFDD-4396-9833-340689C5AC3D}" type="presOf" srcId="{2DD5E890-99D8-45D7-9CED-191110896DD8}" destId="{3E2A1ED3-6312-4515-9AF5-B32F32C3AE80}" srcOrd="0" destOrd="2" presId="urn:microsoft.com/office/officeart/2005/8/layout/vList2"/>
    <dgm:cxn modelId="{09266A1F-7EDC-42AF-8DBD-D5DE34078A95}" type="presOf" srcId="{92F36C06-65FF-4DB7-AB65-D4F72887AE8F}" destId="{45244714-021B-49A2-8286-4A68D8060C68}" srcOrd="0" destOrd="0" presId="urn:microsoft.com/office/officeart/2005/8/layout/vList2"/>
    <dgm:cxn modelId="{08383665-4DA9-4FAC-95F0-0880E8E17281}" srcId="{C91AA6B2-6DF3-4EE6-B7B0-C97792DEAE73}" destId="{2DD5E890-99D8-45D7-9CED-191110896DD8}" srcOrd="2" destOrd="0" parTransId="{0E1DD44D-6C05-4264-84D2-721F08CDCCE0}" sibTransId="{5826DEC3-7D6E-4885-85C9-F2C18D452136}"/>
    <dgm:cxn modelId="{E2E2E147-3D1C-48CC-8919-2723B53EC0B7}" type="presOf" srcId="{90056BEA-97E2-4E0C-B744-B6686B4CE8A6}" destId="{E7551A0C-2EF1-4588-A2F7-8C7319215F1D}" srcOrd="0" destOrd="0" presId="urn:microsoft.com/office/officeart/2005/8/layout/vList2"/>
    <dgm:cxn modelId="{560C4359-14CC-42E3-8F06-66CB976F571E}" srcId="{C91AA6B2-6DF3-4EE6-B7B0-C97792DEAE73}" destId="{AEB09F42-05A3-4B69-9191-64721BC5BC96}" srcOrd="1" destOrd="0" parTransId="{62FBAAFE-77C8-4709-9582-E80EE276E188}" sibTransId="{9BA7F084-598B-4DBC-B81D-729A5E163FF2}"/>
    <dgm:cxn modelId="{F5D97891-C2F4-4761-BD54-9CB089BC0FBA}" type="presOf" srcId="{C06F1E3B-CB77-4211-B132-E2F5BFF77FE4}" destId="{3E2A1ED3-6312-4515-9AF5-B32F32C3AE80}" srcOrd="0" destOrd="0" presId="urn:microsoft.com/office/officeart/2005/8/layout/vList2"/>
    <dgm:cxn modelId="{5A3E6C92-61B3-462F-8DC5-EA4E8A5A539A}" srcId="{92F36C06-65FF-4DB7-AB65-D4F72887AE8F}" destId="{1A2E20C0-D017-4E02-BBA7-F426178613A1}" srcOrd="1" destOrd="0" parTransId="{C0E4CAD8-B1AA-4771-A65A-5433FFFAF7B7}" sibTransId="{F190E63D-5EB5-4017-BBAD-EF23B0CBD81E}"/>
    <dgm:cxn modelId="{7B5F1C99-D361-4CE7-9F21-F2A7AD200BA8}" srcId="{92F36C06-65FF-4DB7-AB65-D4F72887AE8F}" destId="{6397530E-ED0C-47CB-B1F1-F73FCF207414}" srcOrd="2" destOrd="0" parTransId="{DE6B0E5D-D867-4D15-BC70-83AF7B647DA3}" sibTransId="{96D33AD8-8EC9-45EA-926B-FB736284920C}"/>
    <dgm:cxn modelId="{FBACB099-7CB9-48ED-8DBB-6B4AC91BDE0D}" srcId="{90056BEA-97E2-4E0C-B744-B6686B4CE8A6}" destId="{92F36C06-65FF-4DB7-AB65-D4F72887AE8F}" srcOrd="1" destOrd="0" parTransId="{767064B5-90F5-4806-9B1C-E0B97F0B6F5E}" sibTransId="{2CE4DAC0-4DFB-4E51-B4DD-873BB249DE2A}"/>
    <dgm:cxn modelId="{F9D726D1-6717-4DB7-88EF-34AA7726CB59}" type="presOf" srcId="{6397530E-ED0C-47CB-B1F1-F73FCF207414}" destId="{3FE5E693-E1D3-42A0-A876-1949D6098D21}" srcOrd="0" destOrd="2" presId="urn:microsoft.com/office/officeart/2005/8/layout/vList2"/>
    <dgm:cxn modelId="{73DD57D1-B20C-46D5-A376-4F676C651D9F}" srcId="{92F36C06-65FF-4DB7-AB65-D4F72887AE8F}" destId="{B6038230-C7A2-4C97-BABD-DDD453D75FDB}" srcOrd="0" destOrd="0" parTransId="{4AAFD5EA-E1EA-407C-85A6-5CEE24B0EA5A}" sibTransId="{0F5CDBEC-BD5F-4866-AA68-D3A9DAFEB585}"/>
    <dgm:cxn modelId="{6AFFCFE0-D1E2-4784-8B4A-DC68DBB379FF}" type="presOf" srcId="{B6038230-C7A2-4C97-BABD-DDD453D75FDB}" destId="{3FE5E693-E1D3-42A0-A876-1949D6098D21}" srcOrd="0" destOrd="0" presId="urn:microsoft.com/office/officeart/2005/8/layout/vList2"/>
    <dgm:cxn modelId="{5A78DEF6-66A8-45A8-8B42-5854FD293AF9}" type="presOf" srcId="{AEB09F42-05A3-4B69-9191-64721BC5BC96}" destId="{3E2A1ED3-6312-4515-9AF5-B32F32C3AE80}" srcOrd="0" destOrd="1" presId="urn:microsoft.com/office/officeart/2005/8/layout/vList2"/>
    <dgm:cxn modelId="{B77887F7-1B3C-4196-8BD6-42176892FE33}" srcId="{90056BEA-97E2-4E0C-B744-B6686B4CE8A6}" destId="{C91AA6B2-6DF3-4EE6-B7B0-C97792DEAE73}" srcOrd="0" destOrd="0" parTransId="{ED518900-0988-443B-ACF9-6EC777081AE4}" sibTransId="{6551AB18-861A-4630-BEEE-A870D43F00E1}"/>
    <dgm:cxn modelId="{FE1F89FB-40BD-47FA-8A13-9A5A73C670AD}" type="presOf" srcId="{C91AA6B2-6DF3-4EE6-B7B0-C97792DEAE73}" destId="{35E99911-24A0-4BA6-B614-4008B0016AB7}" srcOrd="0" destOrd="0" presId="urn:microsoft.com/office/officeart/2005/8/layout/vList2"/>
    <dgm:cxn modelId="{AC4ABEFE-5C13-4071-8F66-2622B3720B2F}" srcId="{C91AA6B2-6DF3-4EE6-B7B0-C97792DEAE73}" destId="{C06F1E3B-CB77-4211-B132-E2F5BFF77FE4}" srcOrd="0" destOrd="0" parTransId="{C1712012-C496-4451-BC94-B2B3378A2690}" sibTransId="{5FF03D01-42E7-4133-9BE6-C2BCC600CD94}"/>
    <dgm:cxn modelId="{87C4F093-7D4E-4DC5-A410-5B48595AE79C}" type="presParOf" srcId="{E7551A0C-2EF1-4588-A2F7-8C7319215F1D}" destId="{35E99911-24A0-4BA6-B614-4008B0016AB7}" srcOrd="0" destOrd="0" presId="urn:microsoft.com/office/officeart/2005/8/layout/vList2"/>
    <dgm:cxn modelId="{94F4BD57-1ADA-4402-8616-5E2B6E3ECE0D}" type="presParOf" srcId="{E7551A0C-2EF1-4588-A2F7-8C7319215F1D}" destId="{3E2A1ED3-6312-4515-9AF5-B32F32C3AE80}" srcOrd="1" destOrd="0" presId="urn:microsoft.com/office/officeart/2005/8/layout/vList2"/>
    <dgm:cxn modelId="{4ADCB03A-241E-4DAA-9335-430CB2A46EDC}" type="presParOf" srcId="{E7551A0C-2EF1-4588-A2F7-8C7319215F1D}" destId="{45244714-021B-49A2-8286-4A68D8060C68}" srcOrd="2" destOrd="0" presId="urn:microsoft.com/office/officeart/2005/8/layout/vList2"/>
    <dgm:cxn modelId="{F2F4FB37-62A7-45AF-A724-2733FFC768A0}" type="presParOf" srcId="{E7551A0C-2EF1-4588-A2F7-8C7319215F1D}" destId="{3FE5E693-E1D3-42A0-A876-1949D6098D2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2E4B81-2EA1-4081-89F7-46C1A4B099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5D6420A-9F86-405B-959C-AE59FB517DA6}">
      <dgm:prSet/>
      <dgm:spPr/>
      <dgm:t>
        <a:bodyPr/>
        <a:lstStyle/>
        <a:p>
          <a:r>
            <a:rPr lang="en-US" b="0" i="0"/>
            <a:t>Same terms, different definitions</a:t>
          </a:r>
          <a:endParaRPr lang="en-US"/>
        </a:p>
      </dgm:t>
    </dgm:pt>
    <dgm:pt modelId="{50E12CF5-089B-4743-8E20-6931CE8E6721}" type="parTrans" cxnId="{85EA0EBC-1F4B-41EB-8283-0948EA48B280}">
      <dgm:prSet/>
      <dgm:spPr/>
      <dgm:t>
        <a:bodyPr/>
        <a:lstStyle/>
        <a:p>
          <a:endParaRPr lang="en-US"/>
        </a:p>
      </dgm:t>
    </dgm:pt>
    <dgm:pt modelId="{A628E0F9-AD6C-4D92-93F6-98A1D5EF4E32}" type="sibTrans" cxnId="{85EA0EBC-1F4B-41EB-8283-0948EA48B280}">
      <dgm:prSet/>
      <dgm:spPr/>
      <dgm:t>
        <a:bodyPr/>
        <a:lstStyle/>
        <a:p>
          <a:endParaRPr lang="en-US"/>
        </a:p>
      </dgm:t>
    </dgm:pt>
    <dgm:pt modelId="{4FF74667-D37F-497B-9630-563ED2B6BF69}">
      <dgm:prSet/>
      <dgm:spPr/>
      <dgm:t>
        <a:bodyPr/>
        <a:lstStyle/>
        <a:p>
          <a:r>
            <a:rPr lang="en-US" b="0" i="0"/>
            <a:t>Different tools</a:t>
          </a:r>
          <a:endParaRPr lang="en-US"/>
        </a:p>
      </dgm:t>
    </dgm:pt>
    <dgm:pt modelId="{2B290620-F93F-44D1-95FD-7A3A0C5C52F0}" type="parTrans" cxnId="{75E43031-BA05-413B-A6AD-2FB5C0B5A974}">
      <dgm:prSet/>
      <dgm:spPr/>
      <dgm:t>
        <a:bodyPr/>
        <a:lstStyle/>
        <a:p>
          <a:endParaRPr lang="en-US"/>
        </a:p>
      </dgm:t>
    </dgm:pt>
    <dgm:pt modelId="{F0B4E354-5CD8-47E5-A812-AC64476A271B}" type="sibTrans" cxnId="{75E43031-BA05-413B-A6AD-2FB5C0B5A974}">
      <dgm:prSet/>
      <dgm:spPr/>
      <dgm:t>
        <a:bodyPr/>
        <a:lstStyle/>
        <a:p>
          <a:endParaRPr lang="en-US"/>
        </a:p>
      </dgm:t>
    </dgm:pt>
    <dgm:pt modelId="{6DA7DA3E-2BE2-4341-A5E3-8072B7ED9DCD}">
      <dgm:prSet/>
      <dgm:spPr/>
      <dgm:t>
        <a:bodyPr/>
        <a:lstStyle/>
        <a:p>
          <a:r>
            <a:rPr lang="en-US" b="0" i="0"/>
            <a:t>Different uses for different platforms</a:t>
          </a:r>
          <a:endParaRPr lang="en-US"/>
        </a:p>
      </dgm:t>
    </dgm:pt>
    <dgm:pt modelId="{7397564F-C26B-4842-AE74-408923EEF90F}" type="parTrans" cxnId="{AD1915C3-3D58-4E79-B2D9-ABF590F08933}">
      <dgm:prSet/>
      <dgm:spPr/>
      <dgm:t>
        <a:bodyPr/>
        <a:lstStyle/>
        <a:p>
          <a:endParaRPr lang="en-US"/>
        </a:p>
      </dgm:t>
    </dgm:pt>
    <dgm:pt modelId="{2E8C2ED8-DCB3-46BA-B342-24D1A267A044}" type="sibTrans" cxnId="{AD1915C3-3D58-4E79-B2D9-ABF590F08933}">
      <dgm:prSet/>
      <dgm:spPr/>
      <dgm:t>
        <a:bodyPr/>
        <a:lstStyle/>
        <a:p>
          <a:endParaRPr lang="en-US"/>
        </a:p>
      </dgm:t>
    </dgm:pt>
    <dgm:pt modelId="{C46A17CE-14B5-4D7A-A96A-5EC230A9880D}">
      <dgm:prSet/>
      <dgm:spPr/>
      <dgm:t>
        <a:bodyPr/>
        <a:lstStyle/>
        <a:p>
          <a:r>
            <a:rPr lang="en-US" b="0" i="0"/>
            <a:t>Little understanding, “A database is a database…”</a:t>
          </a:r>
          <a:endParaRPr lang="en-US"/>
        </a:p>
      </dgm:t>
    </dgm:pt>
    <dgm:pt modelId="{406F137C-9703-4A31-95D7-E2158AB92333}" type="parTrans" cxnId="{ACEDC18C-C03D-46B7-B101-7ED5E381327C}">
      <dgm:prSet/>
      <dgm:spPr/>
      <dgm:t>
        <a:bodyPr/>
        <a:lstStyle/>
        <a:p>
          <a:endParaRPr lang="en-US"/>
        </a:p>
      </dgm:t>
    </dgm:pt>
    <dgm:pt modelId="{C9F2DE30-E304-4879-948D-222628B8E934}" type="sibTrans" cxnId="{ACEDC18C-C03D-46B7-B101-7ED5E381327C}">
      <dgm:prSet/>
      <dgm:spPr/>
      <dgm:t>
        <a:bodyPr/>
        <a:lstStyle/>
        <a:p>
          <a:endParaRPr lang="en-US"/>
        </a:p>
      </dgm:t>
    </dgm:pt>
    <dgm:pt modelId="{D753A303-08EA-4AF1-A514-3795F40034DF}" type="pres">
      <dgm:prSet presAssocID="{D12E4B81-2EA1-4081-89F7-46C1A4B09931}" presName="root" presStyleCnt="0">
        <dgm:presLayoutVars>
          <dgm:dir/>
          <dgm:resizeHandles val="exact"/>
        </dgm:presLayoutVars>
      </dgm:prSet>
      <dgm:spPr/>
    </dgm:pt>
    <dgm:pt modelId="{CA0A2288-4FD3-4562-86AB-0F69CAF13622}" type="pres">
      <dgm:prSet presAssocID="{95D6420A-9F86-405B-959C-AE59FB517DA6}" presName="compNode" presStyleCnt="0"/>
      <dgm:spPr/>
    </dgm:pt>
    <dgm:pt modelId="{C67F5A7F-3CDB-4ADD-A1E1-1DD1CF712D08}" type="pres">
      <dgm:prSet presAssocID="{95D6420A-9F86-405B-959C-AE59FB517DA6}" presName="bgRect" presStyleLbl="bgShp" presStyleIdx="0" presStyleCnt="4" custLinFactNeighborY="-36191"/>
      <dgm:spPr/>
    </dgm:pt>
    <dgm:pt modelId="{840978A9-BB87-4BEA-8A9E-EA4FB75CAB66}" type="pres">
      <dgm:prSet presAssocID="{95D6420A-9F86-405B-959C-AE59FB517D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90531C7-5F2D-4009-832E-933B3814A26D}" type="pres">
      <dgm:prSet presAssocID="{95D6420A-9F86-405B-959C-AE59FB517DA6}" presName="spaceRect" presStyleCnt="0"/>
      <dgm:spPr/>
    </dgm:pt>
    <dgm:pt modelId="{466B60D8-6F2C-4A10-A755-364A927B533C}" type="pres">
      <dgm:prSet presAssocID="{95D6420A-9F86-405B-959C-AE59FB517DA6}" presName="parTx" presStyleLbl="revTx" presStyleIdx="0" presStyleCnt="4">
        <dgm:presLayoutVars>
          <dgm:chMax val="0"/>
          <dgm:chPref val="0"/>
        </dgm:presLayoutVars>
      </dgm:prSet>
      <dgm:spPr/>
    </dgm:pt>
    <dgm:pt modelId="{78D7D91D-F7BC-4F66-9A72-525A47829E36}" type="pres">
      <dgm:prSet presAssocID="{A628E0F9-AD6C-4D92-93F6-98A1D5EF4E32}" presName="sibTrans" presStyleCnt="0"/>
      <dgm:spPr/>
    </dgm:pt>
    <dgm:pt modelId="{EAE1BB5F-E0D3-489F-86DE-62AFD161E08F}" type="pres">
      <dgm:prSet presAssocID="{4FF74667-D37F-497B-9630-563ED2B6BF69}" presName="compNode" presStyleCnt="0"/>
      <dgm:spPr/>
    </dgm:pt>
    <dgm:pt modelId="{4469AB3B-2387-4B6C-B3AE-B9B01BE2C54B}" type="pres">
      <dgm:prSet presAssocID="{4FF74667-D37F-497B-9630-563ED2B6BF69}" presName="bgRect" presStyleLbl="bgShp" presStyleIdx="1" presStyleCnt="4"/>
      <dgm:spPr/>
    </dgm:pt>
    <dgm:pt modelId="{22930B53-5D35-439B-828F-CDE331AD59D0}" type="pres">
      <dgm:prSet presAssocID="{4FF74667-D37F-497B-9630-563ED2B6BF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F1881F6-89CD-464E-B5A3-114D14240E27}" type="pres">
      <dgm:prSet presAssocID="{4FF74667-D37F-497B-9630-563ED2B6BF69}" presName="spaceRect" presStyleCnt="0"/>
      <dgm:spPr/>
    </dgm:pt>
    <dgm:pt modelId="{7D62C0C8-FD9D-4364-8E36-6897D9437326}" type="pres">
      <dgm:prSet presAssocID="{4FF74667-D37F-497B-9630-563ED2B6BF69}" presName="parTx" presStyleLbl="revTx" presStyleIdx="1" presStyleCnt="4">
        <dgm:presLayoutVars>
          <dgm:chMax val="0"/>
          <dgm:chPref val="0"/>
        </dgm:presLayoutVars>
      </dgm:prSet>
      <dgm:spPr/>
    </dgm:pt>
    <dgm:pt modelId="{11BF21C0-4713-42E1-8B8B-4DDF92E456BA}" type="pres">
      <dgm:prSet presAssocID="{F0B4E354-5CD8-47E5-A812-AC64476A271B}" presName="sibTrans" presStyleCnt="0"/>
      <dgm:spPr/>
    </dgm:pt>
    <dgm:pt modelId="{C29DD7BF-F07E-42A0-B3A8-2474793FED3A}" type="pres">
      <dgm:prSet presAssocID="{6DA7DA3E-2BE2-4341-A5E3-8072B7ED9DCD}" presName="compNode" presStyleCnt="0"/>
      <dgm:spPr/>
    </dgm:pt>
    <dgm:pt modelId="{2228A97A-6DED-40FB-A72C-A6DE98B1663F}" type="pres">
      <dgm:prSet presAssocID="{6DA7DA3E-2BE2-4341-A5E3-8072B7ED9DCD}" presName="bgRect" presStyleLbl="bgShp" presStyleIdx="2" presStyleCnt="4"/>
      <dgm:spPr/>
    </dgm:pt>
    <dgm:pt modelId="{244D1E0A-13CE-466C-A0C9-0324A68349F1}" type="pres">
      <dgm:prSet presAssocID="{6DA7DA3E-2BE2-4341-A5E3-8072B7ED9D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41BE970-B165-4B3C-8278-A75D106A3934}" type="pres">
      <dgm:prSet presAssocID="{6DA7DA3E-2BE2-4341-A5E3-8072B7ED9DCD}" presName="spaceRect" presStyleCnt="0"/>
      <dgm:spPr/>
    </dgm:pt>
    <dgm:pt modelId="{BDD0A316-400D-41EE-B328-1A36B6BA1E0D}" type="pres">
      <dgm:prSet presAssocID="{6DA7DA3E-2BE2-4341-A5E3-8072B7ED9DCD}" presName="parTx" presStyleLbl="revTx" presStyleIdx="2" presStyleCnt="4">
        <dgm:presLayoutVars>
          <dgm:chMax val="0"/>
          <dgm:chPref val="0"/>
        </dgm:presLayoutVars>
      </dgm:prSet>
      <dgm:spPr/>
    </dgm:pt>
    <dgm:pt modelId="{E0930CD7-AA69-4DB9-9C98-929CA83C2707}" type="pres">
      <dgm:prSet presAssocID="{2E8C2ED8-DCB3-46BA-B342-24D1A267A044}" presName="sibTrans" presStyleCnt="0"/>
      <dgm:spPr/>
    </dgm:pt>
    <dgm:pt modelId="{42C85A50-07FC-444C-BB66-4ED1300C271B}" type="pres">
      <dgm:prSet presAssocID="{C46A17CE-14B5-4D7A-A96A-5EC230A9880D}" presName="compNode" presStyleCnt="0"/>
      <dgm:spPr/>
    </dgm:pt>
    <dgm:pt modelId="{75FA0BB6-EBEA-423B-A87C-B252777CB989}" type="pres">
      <dgm:prSet presAssocID="{C46A17CE-14B5-4D7A-A96A-5EC230A9880D}" presName="bgRect" presStyleLbl="bgShp" presStyleIdx="3" presStyleCnt="4"/>
      <dgm:spPr/>
    </dgm:pt>
    <dgm:pt modelId="{75C592E6-15A6-43CD-92F4-A636919D7FB0}" type="pres">
      <dgm:prSet presAssocID="{C46A17CE-14B5-4D7A-A96A-5EC230A988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DB39AE-EFCD-4775-B961-D9496319F29D}" type="pres">
      <dgm:prSet presAssocID="{C46A17CE-14B5-4D7A-A96A-5EC230A9880D}" presName="spaceRect" presStyleCnt="0"/>
      <dgm:spPr/>
    </dgm:pt>
    <dgm:pt modelId="{C2B418BB-81FB-4A06-9D3F-17E1F137CF85}" type="pres">
      <dgm:prSet presAssocID="{C46A17CE-14B5-4D7A-A96A-5EC230A988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958530C-CBF7-4028-B4AB-A1E6CDD767FC}" type="presOf" srcId="{D12E4B81-2EA1-4081-89F7-46C1A4B09931}" destId="{D753A303-08EA-4AF1-A514-3795F40034DF}" srcOrd="0" destOrd="0" presId="urn:microsoft.com/office/officeart/2018/2/layout/IconVerticalSolidList"/>
    <dgm:cxn modelId="{75E43031-BA05-413B-A6AD-2FB5C0B5A974}" srcId="{D12E4B81-2EA1-4081-89F7-46C1A4B09931}" destId="{4FF74667-D37F-497B-9630-563ED2B6BF69}" srcOrd="1" destOrd="0" parTransId="{2B290620-F93F-44D1-95FD-7A3A0C5C52F0}" sibTransId="{F0B4E354-5CD8-47E5-A812-AC64476A271B}"/>
    <dgm:cxn modelId="{ACEDC18C-C03D-46B7-B101-7ED5E381327C}" srcId="{D12E4B81-2EA1-4081-89F7-46C1A4B09931}" destId="{C46A17CE-14B5-4D7A-A96A-5EC230A9880D}" srcOrd="3" destOrd="0" parTransId="{406F137C-9703-4A31-95D7-E2158AB92333}" sibTransId="{C9F2DE30-E304-4879-948D-222628B8E934}"/>
    <dgm:cxn modelId="{3AA39F9C-350F-4AD3-92AF-C1D2D89CC295}" type="presOf" srcId="{4FF74667-D37F-497B-9630-563ED2B6BF69}" destId="{7D62C0C8-FD9D-4364-8E36-6897D9437326}" srcOrd="0" destOrd="0" presId="urn:microsoft.com/office/officeart/2018/2/layout/IconVerticalSolidList"/>
    <dgm:cxn modelId="{D60B6EBA-AFED-43D8-8C7B-905CAC8175A6}" type="presOf" srcId="{6DA7DA3E-2BE2-4341-A5E3-8072B7ED9DCD}" destId="{BDD0A316-400D-41EE-B328-1A36B6BA1E0D}" srcOrd="0" destOrd="0" presId="urn:microsoft.com/office/officeart/2018/2/layout/IconVerticalSolidList"/>
    <dgm:cxn modelId="{85EA0EBC-1F4B-41EB-8283-0948EA48B280}" srcId="{D12E4B81-2EA1-4081-89F7-46C1A4B09931}" destId="{95D6420A-9F86-405B-959C-AE59FB517DA6}" srcOrd="0" destOrd="0" parTransId="{50E12CF5-089B-4743-8E20-6931CE8E6721}" sibTransId="{A628E0F9-AD6C-4D92-93F6-98A1D5EF4E32}"/>
    <dgm:cxn modelId="{315343C2-6B1C-4623-B2C1-4CECF630F34C}" type="presOf" srcId="{C46A17CE-14B5-4D7A-A96A-5EC230A9880D}" destId="{C2B418BB-81FB-4A06-9D3F-17E1F137CF85}" srcOrd="0" destOrd="0" presId="urn:microsoft.com/office/officeart/2018/2/layout/IconVerticalSolidList"/>
    <dgm:cxn modelId="{AD1915C3-3D58-4E79-B2D9-ABF590F08933}" srcId="{D12E4B81-2EA1-4081-89F7-46C1A4B09931}" destId="{6DA7DA3E-2BE2-4341-A5E3-8072B7ED9DCD}" srcOrd="2" destOrd="0" parTransId="{7397564F-C26B-4842-AE74-408923EEF90F}" sibTransId="{2E8C2ED8-DCB3-46BA-B342-24D1A267A044}"/>
    <dgm:cxn modelId="{0AE22BD2-601F-4137-AAAE-5AF0D2032C49}" type="presOf" srcId="{95D6420A-9F86-405B-959C-AE59FB517DA6}" destId="{466B60D8-6F2C-4A10-A755-364A927B533C}" srcOrd="0" destOrd="0" presId="urn:microsoft.com/office/officeart/2018/2/layout/IconVerticalSolidList"/>
    <dgm:cxn modelId="{A4DADBC0-E562-46CB-996C-722D9C9CB03F}" type="presParOf" srcId="{D753A303-08EA-4AF1-A514-3795F40034DF}" destId="{CA0A2288-4FD3-4562-86AB-0F69CAF13622}" srcOrd="0" destOrd="0" presId="urn:microsoft.com/office/officeart/2018/2/layout/IconVerticalSolidList"/>
    <dgm:cxn modelId="{2162B07D-AA11-49ED-97FA-2B66F5378439}" type="presParOf" srcId="{CA0A2288-4FD3-4562-86AB-0F69CAF13622}" destId="{C67F5A7F-3CDB-4ADD-A1E1-1DD1CF712D08}" srcOrd="0" destOrd="0" presId="urn:microsoft.com/office/officeart/2018/2/layout/IconVerticalSolidList"/>
    <dgm:cxn modelId="{4D1F23AA-29C7-4407-BF6D-36607F41F829}" type="presParOf" srcId="{CA0A2288-4FD3-4562-86AB-0F69CAF13622}" destId="{840978A9-BB87-4BEA-8A9E-EA4FB75CAB66}" srcOrd="1" destOrd="0" presId="urn:microsoft.com/office/officeart/2018/2/layout/IconVerticalSolidList"/>
    <dgm:cxn modelId="{35A4ED34-F1BF-4A76-B1CA-56AB9EB7B973}" type="presParOf" srcId="{CA0A2288-4FD3-4562-86AB-0F69CAF13622}" destId="{990531C7-5F2D-4009-832E-933B3814A26D}" srcOrd="2" destOrd="0" presId="urn:microsoft.com/office/officeart/2018/2/layout/IconVerticalSolidList"/>
    <dgm:cxn modelId="{86759924-B806-46C6-B7C5-371FFE9E3303}" type="presParOf" srcId="{CA0A2288-4FD3-4562-86AB-0F69CAF13622}" destId="{466B60D8-6F2C-4A10-A755-364A927B533C}" srcOrd="3" destOrd="0" presId="urn:microsoft.com/office/officeart/2018/2/layout/IconVerticalSolidList"/>
    <dgm:cxn modelId="{79900586-950E-4190-83FF-73AB351C04F9}" type="presParOf" srcId="{D753A303-08EA-4AF1-A514-3795F40034DF}" destId="{78D7D91D-F7BC-4F66-9A72-525A47829E36}" srcOrd="1" destOrd="0" presId="urn:microsoft.com/office/officeart/2018/2/layout/IconVerticalSolidList"/>
    <dgm:cxn modelId="{420F60CF-897B-4239-A582-CC425F6A3CEC}" type="presParOf" srcId="{D753A303-08EA-4AF1-A514-3795F40034DF}" destId="{EAE1BB5F-E0D3-489F-86DE-62AFD161E08F}" srcOrd="2" destOrd="0" presId="urn:microsoft.com/office/officeart/2018/2/layout/IconVerticalSolidList"/>
    <dgm:cxn modelId="{D9DE830D-1062-4C31-9543-0362196BFA7E}" type="presParOf" srcId="{EAE1BB5F-E0D3-489F-86DE-62AFD161E08F}" destId="{4469AB3B-2387-4B6C-B3AE-B9B01BE2C54B}" srcOrd="0" destOrd="0" presId="urn:microsoft.com/office/officeart/2018/2/layout/IconVerticalSolidList"/>
    <dgm:cxn modelId="{D2287378-80B1-47CC-9B0B-4020419CB0ED}" type="presParOf" srcId="{EAE1BB5F-E0D3-489F-86DE-62AFD161E08F}" destId="{22930B53-5D35-439B-828F-CDE331AD59D0}" srcOrd="1" destOrd="0" presId="urn:microsoft.com/office/officeart/2018/2/layout/IconVerticalSolidList"/>
    <dgm:cxn modelId="{3ED7734D-41C6-4030-AB96-D14A1A3D26F0}" type="presParOf" srcId="{EAE1BB5F-E0D3-489F-86DE-62AFD161E08F}" destId="{CF1881F6-89CD-464E-B5A3-114D14240E27}" srcOrd="2" destOrd="0" presId="urn:microsoft.com/office/officeart/2018/2/layout/IconVerticalSolidList"/>
    <dgm:cxn modelId="{52C24FDD-609F-4FE5-8BF4-0244CCA0B761}" type="presParOf" srcId="{EAE1BB5F-E0D3-489F-86DE-62AFD161E08F}" destId="{7D62C0C8-FD9D-4364-8E36-6897D9437326}" srcOrd="3" destOrd="0" presId="urn:microsoft.com/office/officeart/2018/2/layout/IconVerticalSolidList"/>
    <dgm:cxn modelId="{CE1598A5-DDE4-409F-96E3-53531656D081}" type="presParOf" srcId="{D753A303-08EA-4AF1-A514-3795F40034DF}" destId="{11BF21C0-4713-42E1-8B8B-4DDF92E456BA}" srcOrd="3" destOrd="0" presId="urn:microsoft.com/office/officeart/2018/2/layout/IconVerticalSolidList"/>
    <dgm:cxn modelId="{92A8EEC3-7A7C-4035-89B1-B99AB833F40D}" type="presParOf" srcId="{D753A303-08EA-4AF1-A514-3795F40034DF}" destId="{C29DD7BF-F07E-42A0-B3A8-2474793FED3A}" srcOrd="4" destOrd="0" presId="urn:microsoft.com/office/officeart/2018/2/layout/IconVerticalSolidList"/>
    <dgm:cxn modelId="{1058E608-3DE5-48F9-8274-19AA7337085B}" type="presParOf" srcId="{C29DD7BF-F07E-42A0-B3A8-2474793FED3A}" destId="{2228A97A-6DED-40FB-A72C-A6DE98B1663F}" srcOrd="0" destOrd="0" presId="urn:microsoft.com/office/officeart/2018/2/layout/IconVerticalSolidList"/>
    <dgm:cxn modelId="{6518E93C-D714-4377-B9BB-825C446CAAE1}" type="presParOf" srcId="{C29DD7BF-F07E-42A0-B3A8-2474793FED3A}" destId="{244D1E0A-13CE-466C-A0C9-0324A68349F1}" srcOrd="1" destOrd="0" presId="urn:microsoft.com/office/officeart/2018/2/layout/IconVerticalSolidList"/>
    <dgm:cxn modelId="{DA5D6611-E348-464E-9681-644C7F4DEDE0}" type="presParOf" srcId="{C29DD7BF-F07E-42A0-B3A8-2474793FED3A}" destId="{B41BE970-B165-4B3C-8278-A75D106A3934}" srcOrd="2" destOrd="0" presId="urn:microsoft.com/office/officeart/2018/2/layout/IconVerticalSolidList"/>
    <dgm:cxn modelId="{67E91DCE-32C6-45FC-934C-FFB2AAD93767}" type="presParOf" srcId="{C29DD7BF-F07E-42A0-B3A8-2474793FED3A}" destId="{BDD0A316-400D-41EE-B328-1A36B6BA1E0D}" srcOrd="3" destOrd="0" presId="urn:microsoft.com/office/officeart/2018/2/layout/IconVerticalSolidList"/>
    <dgm:cxn modelId="{83EA081E-3777-4DFB-8C10-800C5AE79D99}" type="presParOf" srcId="{D753A303-08EA-4AF1-A514-3795F40034DF}" destId="{E0930CD7-AA69-4DB9-9C98-929CA83C2707}" srcOrd="5" destOrd="0" presId="urn:microsoft.com/office/officeart/2018/2/layout/IconVerticalSolidList"/>
    <dgm:cxn modelId="{0BF31AAC-6699-4A6F-B7AB-AA9C934F91D8}" type="presParOf" srcId="{D753A303-08EA-4AF1-A514-3795F40034DF}" destId="{42C85A50-07FC-444C-BB66-4ED1300C271B}" srcOrd="6" destOrd="0" presId="urn:microsoft.com/office/officeart/2018/2/layout/IconVerticalSolidList"/>
    <dgm:cxn modelId="{F637A303-2110-4EED-9BC2-CAB2EB537DC9}" type="presParOf" srcId="{42C85A50-07FC-444C-BB66-4ED1300C271B}" destId="{75FA0BB6-EBEA-423B-A87C-B252777CB989}" srcOrd="0" destOrd="0" presId="urn:microsoft.com/office/officeart/2018/2/layout/IconVerticalSolidList"/>
    <dgm:cxn modelId="{C2D12993-A3C8-40D2-BB63-75DC58FBFAC9}" type="presParOf" srcId="{42C85A50-07FC-444C-BB66-4ED1300C271B}" destId="{75C592E6-15A6-43CD-92F4-A636919D7FB0}" srcOrd="1" destOrd="0" presId="urn:microsoft.com/office/officeart/2018/2/layout/IconVerticalSolidList"/>
    <dgm:cxn modelId="{3335091B-2362-418F-9FDE-7914A1AD709D}" type="presParOf" srcId="{42C85A50-07FC-444C-BB66-4ED1300C271B}" destId="{A6DB39AE-EFCD-4775-B961-D9496319F29D}" srcOrd="2" destOrd="0" presId="urn:microsoft.com/office/officeart/2018/2/layout/IconVerticalSolidList"/>
    <dgm:cxn modelId="{73E7D667-9A87-4284-90BA-91E45F369C0D}" type="presParOf" srcId="{42C85A50-07FC-444C-BB66-4ED1300C271B}" destId="{C2B418BB-81FB-4A06-9D3F-17E1F137CF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D13F60-3FA7-4382-AD73-B5435B0AB8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F680B13-37FC-49CD-B992-5E2678662D54}">
      <dgm:prSet/>
      <dgm:spPr/>
      <dgm:t>
        <a:bodyPr/>
        <a:lstStyle/>
        <a:p>
          <a:r>
            <a:rPr lang="en-US" b="0" i="0"/>
            <a:t>Upwards of 30+ background processes</a:t>
          </a:r>
          <a:endParaRPr lang="en-US"/>
        </a:p>
      </dgm:t>
    </dgm:pt>
    <dgm:pt modelId="{D367BFCE-E9B7-4A8E-979A-68A4112B6F61}" type="parTrans" cxnId="{BF2ACA9C-5F9C-4905-8441-32B27971B248}">
      <dgm:prSet/>
      <dgm:spPr/>
      <dgm:t>
        <a:bodyPr/>
        <a:lstStyle/>
        <a:p>
          <a:endParaRPr lang="en-US"/>
        </a:p>
      </dgm:t>
    </dgm:pt>
    <dgm:pt modelId="{5A1AF378-0C68-47E5-972E-9DDE823ECB4A}" type="sibTrans" cxnId="{BF2ACA9C-5F9C-4905-8441-32B27971B248}">
      <dgm:prSet/>
      <dgm:spPr/>
      <dgm:t>
        <a:bodyPr/>
        <a:lstStyle/>
        <a:p>
          <a:endParaRPr lang="en-US"/>
        </a:p>
      </dgm:t>
    </dgm:pt>
    <dgm:pt modelId="{D11DCEC5-EEFD-48C6-B5E8-DE518B48C93C}">
      <dgm:prSet/>
      <dgm:spPr/>
      <dgm:t>
        <a:bodyPr/>
        <a:lstStyle/>
        <a:p>
          <a:r>
            <a:rPr lang="en-US" b="0" i="0"/>
            <a:t>LGWR, DBWR and J*** (jobs) can have numerous number of processes.</a:t>
          </a:r>
          <a:endParaRPr lang="en-US"/>
        </a:p>
      </dgm:t>
    </dgm:pt>
    <dgm:pt modelId="{2CB5D634-44D0-4B93-A567-E6F737EA5B88}" type="parTrans" cxnId="{45E96790-9723-4299-AC1B-6C6839C05AD6}">
      <dgm:prSet/>
      <dgm:spPr/>
      <dgm:t>
        <a:bodyPr/>
        <a:lstStyle/>
        <a:p>
          <a:endParaRPr lang="en-US"/>
        </a:p>
      </dgm:t>
    </dgm:pt>
    <dgm:pt modelId="{4FF48BD4-D06B-40EA-95C0-EC9412B37008}" type="sibTrans" cxnId="{45E96790-9723-4299-AC1B-6C6839C05AD6}">
      <dgm:prSet/>
      <dgm:spPr/>
      <dgm:t>
        <a:bodyPr/>
        <a:lstStyle/>
        <a:p>
          <a:endParaRPr lang="en-US"/>
        </a:p>
      </dgm:t>
    </dgm:pt>
    <dgm:pt modelId="{56570B5C-CE62-4A27-848D-CB22F8132CE1}">
      <dgm:prSet/>
      <dgm:spPr/>
      <dgm:t>
        <a:bodyPr/>
        <a:lstStyle/>
        <a:p>
          <a:r>
            <a:rPr lang="en-US" b="0" i="0"/>
            <a:t>Each user spawns a process on the host in Linux/Unix.</a:t>
          </a:r>
          <a:endParaRPr lang="en-US"/>
        </a:p>
      </dgm:t>
    </dgm:pt>
    <dgm:pt modelId="{28D19861-A467-467E-A896-03811DD38BE1}" type="parTrans" cxnId="{B67DCB5F-CB84-4CED-9590-80B88429E39C}">
      <dgm:prSet/>
      <dgm:spPr/>
      <dgm:t>
        <a:bodyPr/>
        <a:lstStyle/>
        <a:p>
          <a:endParaRPr lang="en-US"/>
        </a:p>
      </dgm:t>
    </dgm:pt>
    <dgm:pt modelId="{7A841B82-A3DD-422D-8730-93DDC514F585}" type="sibTrans" cxnId="{B67DCB5F-CB84-4CED-9590-80B88429E39C}">
      <dgm:prSet/>
      <dgm:spPr/>
      <dgm:t>
        <a:bodyPr/>
        <a:lstStyle/>
        <a:p>
          <a:endParaRPr lang="en-US"/>
        </a:p>
      </dgm:t>
    </dgm:pt>
    <dgm:pt modelId="{D890FBC4-0E6E-4394-8DE4-257C1D3AFC40}" type="pres">
      <dgm:prSet presAssocID="{74D13F60-3FA7-4382-AD73-B5435B0AB80D}" presName="root" presStyleCnt="0">
        <dgm:presLayoutVars>
          <dgm:dir/>
          <dgm:resizeHandles val="exact"/>
        </dgm:presLayoutVars>
      </dgm:prSet>
      <dgm:spPr/>
    </dgm:pt>
    <dgm:pt modelId="{B6042738-1D1D-4F33-A491-91D87CF6F6F6}" type="pres">
      <dgm:prSet presAssocID="{3F680B13-37FC-49CD-B992-5E2678662D54}" presName="compNode" presStyleCnt="0"/>
      <dgm:spPr/>
    </dgm:pt>
    <dgm:pt modelId="{2D881F0B-D3B5-4F94-A972-36D1D2E95DCC}" type="pres">
      <dgm:prSet presAssocID="{3F680B13-37FC-49CD-B992-5E2678662D54}" presName="bgRect" presStyleLbl="bgShp" presStyleIdx="0" presStyleCnt="3"/>
      <dgm:spPr/>
    </dgm:pt>
    <dgm:pt modelId="{A77DD278-9EF1-48F5-B6D7-A995B32892E3}" type="pres">
      <dgm:prSet presAssocID="{3F680B13-37FC-49CD-B992-5E2678662D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48B7D29-7078-462A-9261-8CF2747E248A}" type="pres">
      <dgm:prSet presAssocID="{3F680B13-37FC-49CD-B992-5E2678662D54}" presName="spaceRect" presStyleCnt="0"/>
      <dgm:spPr/>
    </dgm:pt>
    <dgm:pt modelId="{DF9F852B-5ACA-40B8-A0A0-18C4036756B5}" type="pres">
      <dgm:prSet presAssocID="{3F680B13-37FC-49CD-B992-5E2678662D54}" presName="parTx" presStyleLbl="revTx" presStyleIdx="0" presStyleCnt="3">
        <dgm:presLayoutVars>
          <dgm:chMax val="0"/>
          <dgm:chPref val="0"/>
        </dgm:presLayoutVars>
      </dgm:prSet>
      <dgm:spPr/>
    </dgm:pt>
    <dgm:pt modelId="{EEDDBB21-0146-48A6-9F18-AE1CD666E964}" type="pres">
      <dgm:prSet presAssocID="{5A1AF378-0C68-47E5-972E-9DDE823ECB4A}" presName="sibTrans" presStyleCnt="0"/>
      <dgm:spPr/>
    </dgm:pt>
    <dgm:pt modelId="{6A6FDDDF-0FFC-47FC-9979-C69A70D75561}" type="pres">
      <dgm:prSet presAssocID="{D11DCEC5-EEFD-48C6-B5E8-DE518B48C93C}" presName="compNode" presStyleCnt="0"/>
      <dgm:spPr/>
    </dgm:pt>
    <dgm:pt modelId="{38067984-D0D2-4A5A-A932-7BAA6D89BAF4}" type="pres">
      <dgm:prSet presAssocID="{D11DCEC5-EEFD-48C6-B5E8-DE518B48C93C}" presName="bgRect" presStyleLbl="bgShp" presStyleIdx="1" presStyleCnt="3"/>
      <dgm:spPr/>
    </dgm:pt>
    <dgm:pt modelId="{23014745-2852-43B9-9946-D154B44DA8EE}" type="pres">
      <dgm:prSet presAssocID="{D11DCEC5-EEFD-48C6-B5E8-DE518B48C9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AEC9D8D-8D31-46D9-93CF-22EFFCF1DBC7}" type="pres">
      <dgm:prSet presAssocID="{D11DCEC5-EEFD-48C6-B5E8-DE518B48C93C}" presName="spaceRect" presStyleCnt="0"/>
      <dgm:spPr/>
    </dgm:pt>
    <dgm:pt modelId="{F6351070-01FA-4325-942A-2B13C7A601AA}" type="pres">
      <dgm:prSet presAssocID="{D11DCEC5-EEFD-48C6-B5E8-DE518B48C93C}" presName="parTx" presStyleLbl="revTx" presStyleIdx="1" presStyleCnt="3">
        <dgm:presLayoutVars>
          <dgm:chMax val="0"/>
          <dgm:chPref val="0"/>
        </dgm:presLayoutVars>
      </dgm:prSet>
      <dgm:spPr/>
    </dgm:pt>
    <dgm:pt modelId="{D2761168-E1D8-46A1-BF9E-7A8F9D91A9AF}" type="pres">
      <dgm:prSet presAssocID="{4FF48BD4-D06B-40EA-95C0-EC9412B37008}" presName="sibTrans" presStyleCnt="0"/>
      <dgm:spPr/>
    </dgm:pt>
    <dgm:pt modelId="{8F6917F8-3F6C-4D57-839B-0FA64713ABF3}" type="pres">
      <dgm:prSet presAssocID="{56570B5C-CE62-4A27-848D-CB22F8132CE1}" presName="compNode" presStyleCnt="0"/>
      <dgm:spPr/>
    </dgm:pt>
    <dgm:pt modelId="{72FCB659-2A72-4F5C-96E9-C21973D5B1A9}" type="pres">
      <dgm:prSet presAssocID="{56570B5C-CE62-4A27-848D-CB22F8132CE1}" presName="bgRect" presStyleLbl="bgShp" presStyleIdx="2" presStyleCnt="3"/>
      <dgm:spPr/>
    </dgm:pt>
    <dgm:pt modelId="{8E552C70-70EB-47D4-BD87-35A82EE8D1A0}" type="pres">
      <dgm:prSet presAssocID="{56570B5C-CE62-4A27-848D-CB22F8132C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22CCC67-22BE-4D59-A2CC-9562E7B8C401}" type="pres">
      <dgm:prSet presAssocID="{56570B5C-CE62-4A27-848D-CB22F8132CE1}" presName="spaceRect" presStyleCnt="0"/>
      <dgm:spPr/>
    </dgm:pt>
    <dgm:pt modelId="{71127C2B-996A-4D66-9FFD-98CE06DDEBB7}" type="pres">
      <dgm:prSet presAssocID="{56570B5C-CE62-4A27-848D-CB22F8132C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67DCB5F-CB84-4CED-9590-80B88429E39C}" srcId="{74D13F60-3FA7-4382-AD73-B5435B0AB80D}" destId="{56570B5C-CE62-4A27-848D-CB22F8132CE1}" srcOrd="2" destOrd="0" parTransId="{28D19861-A467-467E-A896-03811DD38BE1}" sibTransId="{7A841B82-A3DD-422D-8730-93DDC514F585}"/>
    <dgm:cxn modelId="{A9BC0451-55F0-478B-9DA1-B93F1DCDAA4E}" type="presOf" srcId="{D11DCEC5-EEFD-48C6-B5E8-DE518B48C93C}" destId="{F6351070-01FA-4325-942A-2B13C7A601AA}" srcOrd="0" destOrd="0" presId="urn:microsoft.com/office/officeart/2018/2/layout/IconVerticalSolidList"/>
    <dgm:cxn modelId="{A371EF7E-6AA9-471F-A4EF-B4EC5577D5AC}" type="presOf" srcId="{74D13F60-3FA7-4382-AD73-B5435B0AB80D}" destId="{D890FBC4-0E6E-4394-8DE4-257C1D3AFC40}" srcOrd="0" destOrd="0" presId="urn:microsoft.com/office/officeart/2018/2/layout/IconVerticalSolidList"/>
    <dgm:cxn modelId="{77BCFF87-AFC8-4BF1-BF4C-2E48671AFD75}" type="presOf" srcId="{56570B5C-CE62-4A27-848D-CB22F8132CE1}" destId="{71127C2B-996A-4D66-9FFD-98CE06DDEBB7}" srcOrd="0" destOrd="0" presId="urn:microsoft.com/office/officeart/2018/2/layout/IconVerticalSolidList"/>
    <dgm:cxn modelId="{45E96790-9723-4299-AC1B-6C6839C05AD6}" srcId="{74D13F60-3FA7-4382-AD73-B5435B0AB80D}" destId="{D11DCEC5-EEFD-48C6-B5E8-DE518B48C93C}" srcOrd="1" destOrd="0" parTransId="{2CB5D634-44D0-4B93-A567-E6F737EA5B88}" sibTransId="{4FF48BD4-D06B-40EA-95C0-EC9412B37008}"/>
    <dgm:cxn modelId="{BF2ACA9C-5F9C-4905-8441-32B27971B248}" srcId="{74D13F60-3FA7-4382-AD73-B5435B0AB80D}" destId="{3F680B13-37FC-49CD-B992-5E2678662D54}" srcOrd="0" destOrd="0" parTransId="{D367BFCE-E9B7-4A8E-979A-68A4112B6F61}" sibTransId="{5A1AF378-0C68-47E5-972E-9DDE823ECB4A}"/>
    <dgm:cxn modelId="{0D64B6E7-F287-4A7E-9DCC-09254A2C8C72}" type="presOf" srcId="{3F680B13-37FC-49CD-B992-5E2678662D54}" destId="{DF9F852B-5ACA-40B8-A0A0-18C4036756B5}" srcOrd="0" destOrd="0" presId="urn:microsoft.com/office/officeart/2018/2/layout/IconVerticalSolidList"/>
    <dgm:cxn modelId="{A25F893C-B998-4890-91BC-2DC2504795BC}" type="presParOf" srcId="{D890FBC4-0E6E-4394-8DE4-257C1D3AFC40}" destId="{B6042738-1D1D-4F33-A491-91D87CF6F6F6}" srcOrd="0" destOrd="0" presId="urn:microsoft.com/office/officeart/2018/2/layout/IconVerticalSolidList"/>
    <dgm:cxn modelId="{58BEED72-F1B3-4DFA-857E-7865F207D68F}" type="presParOf" srcId="{B6042738-1D1D-4F33-A491-91D87CF6F6F6}" destId="{2D881F0B-D3B5-4F94-A972-36D1D2E95DCC}" srcOrd="0" destOrd="0" presId="urn:microsoft.com/office/officeart/2018/2/layout/IconVerticalSolidList"/>
    <dgm:cxn modelId="{43C6DEAE-C431-4E60-961C-D32D74D2D6FE}" type="presParOf" srcId="{B6042738-1D1D-4F33-A491-91D87CF6F6F6}" destId="{A77DD278-9EF1-48F5-B6D7-A995B32892E3}" srcOrd="1" destOrd="0" presId="urn:microsoft.com/office/officeart/2018/2/layout/IconVerticalSolidList"/>
    <dgm:cxn modelId="{3FBDB642-D17E-4A2C-ACB7-84EC72FB7E33}" type="presParOf" srcId="{B6042738-1D1D-4F33-A491-91D87CF6F6F6}" destId="{148B7D29-7078-462A-9261-8CF2747E248A}" srcOrd="2" destOrd="0" presId="urn:microsoft.com/office/officeart/2018/2/layout/IconVerticalSolidList"/>
    <dgm:cxn modelId="{F9DF23DF-5018-4B8F-87D5-9F8525718EC9}" type="presParOf" srcId="{B6042738-1D1D-4F33-A491-91D87CF6F6F6}" destId="{DF9F852B-5ACA-40B8-A0A0-18C4036756B5}" srcOrd="3" destOrd="0" presId="urn:microsoft.com/office/officeart/2018/2/layout/IconVerticalSolidList"/>
    <dgm:cxn modelId="{B79B1118-E6C7-442A-9646-14BDEED442EB}" type="presParOf" srcId="{D890FBC4-0E6E-4394-8DE4-257C1D3AFC40}" destId="{EEDDBB21-0146-48A6-9F18-AE1CD666E964}" srcOrd="1" destOrd="0" presId="urn:microsoft.com/office/officeart/2018/2/layout/IconVerticalSolidList"/>
    <dgm:cxn modelId="{A6F0DF28-F00A-415E-9FF8-17ED8821B139}" type="presParOf" srcId="{D890FBC4-0E6E-4394-8DE4-257C1D3AFC40}" destId="{6A6FDDDF-0FFC-47FC-9979-C69A70D75561}" srcOrd="2" destOrd="0" presId="urn:microsoft.com/office/officeart/2018/2/layout/IconVerticalSolidList"/>
    <dgm:cxn modelId="{AC366A23-38AC-4C21-8030-0CA433C89E6E}" type="presParOf" srcId="{6A6FDDDF-0FFC-47FC-9979-C69A70D75561}" destId="{38067984-D0D2-4A5A-A932-7BAA6D89BAF4}" srcOrd="0" destOrd="0" presId="urn:microsoft.com/office/officeart/2018/2/layout/IconVerticalSolidList"/>
    <dgm:cxn modelId="{C4760B80-E3BF-4D64-A0D1-0D9DB6A49BC3}" type="presParOf" srcId="{6A6FDDDF-0FFC-47FC-9979-C69A70D75561}" destId="{23014745-2852-43B9-9946-D154B44DA8EE}" srcOrd="1" destOrd="0" presId="urn:microsoft.com/office/officeart/2018/2/layout/IconVerticalSolidList"/>
    <dgm:cxn modelId="{7AE660B4-8885-47C8-9AEE-F36DFB22F2B9}" type="presParOf" srcId="{6A6FDDDF-0FFC-47FC-9979-C69A70D75561}" destId="{9AEC9D8D-8D31-46D9-93CF-22EFFCF1DBC7}" srcOrd="2" destOrd="0" presId="urn:microsoft.com/office/officeart/2018/2/layout/IconVerticalSolidList"/>
    <dgm:cxn modelId="{422511CC-12FA-4654-9F88-E4698C9F174C}" type="presParOf" srcId="{6A6FDDDF-0FFC-47FC-9979-C69A70D75561}" destId="{F6351070-01FA-4325-942A-2B13C7A601AA}" srcOrd="3" destOrd="0" presId="urn:microsoft.com/office/officeart/2018/2/layout/IconVerticalSolidList"/>
    <dgm:cxn modelId="{A1F410FA-A3B6-4466-A02C-F742ECCC55FF}" type="presParOf" srcId="{D890FBC4-0E6E-4394-8DE4-257C1D3AFC40}" destId="{D2761168-E1D8-46A1-BF9E-7A8F9D91A9AF}" srcOrd="3" destOrd="0" presId="urn:microsoft.com/office/officeart/2018/2/layout/IconVerticalSolidList"/>
    <dgm:cxn modelId="{4F303984-3EF8-4600-99AE-F17AF24A5DDD}" type="presParOf" srcId="{D890FBC4-0E6E-4394-8DE4-257C1D3AFC40}" destId="{8F6917F8-3F6C-4D57-839B-0FA64713ABF3}" srcOrd="4" destOrd="0" presId="urn:microsoft.com/office/officeart/2018/2/layout/IconVerticalSolidList"/>
    <dgm:cxn modelId="{513ABC1F-EA1B-4F40-8B71-F4F349F4B0B8}" type="presParOf" srcId="{8F6917F8-3F6C-4D57-839B-0FA64713ABF3}" destId="{72FCB659-2A72-4F5C-96E9-C21973D5B1A9}" srcOrd="0" destOrd="0" presId="urn:microsoft.com/office/officeart/2018/2/layout/IconVerticalSolidList"/>
    <dgm:cxn modelId="{C330B100-FA2B-4EB3-B116-CA78AAB43E64}" type="presParOf" srcId="{8F6917F8-3F6C-4D57-839B-0FA64713ABF3}" destId="{8E552C70-70EB-47D4-BD87-35A82EE8D1A0}" srcOrd="1" destOrd="0" presId="urn:microsoft.com/office/officeart/2018/2/layout/IconVerticalSolidList"/>
    <dgm:cxn modelId="{C66E525E-3719-4660-A650-C0E56A0AC8AD}" type="presParOf" srcId="{8F6917F8-3F6C-4D57-839B-0FA64713ABF3}" destId="{E22CCC67-22BE-4D59-A2CC-9562E7B8C401}" srcOrd="2" destOrd="0" presId="urn:microsoft.com/office/officeart/2018/2/layout/IconVerticalSolidList"/>
    <dgm:cxn modelId="{B62B5C41-9C55-4C55-AF9C-18D01AE63E93}" type="presParOf" srcId="{8F6917F8-3F6C-4D57-839B-0FA64713ABF3}" destId="{71127C2B-996A-4D66-9FFD-98CE06DDEB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630AC16-4FC3-48D2-A90B-5539B3769D4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DE9C7FF-BD26-4AE4-95C0-B125FA500B16}">
      <dgm:prSet/>
      <dgm:spPr/>
      <dgm:t>
        <a:bodyPr/>
        <a:lstStyle/>
        <a:p>
          <a:r>
            <a:rPr lang="en-US" dirty="0"/>
            <a:t>Owns all background processes.</a:t>
          </a:r>
        </a:p>
      </dgm:t>
    </dgm:pt>
    <dgm:pt modelId="{D1810103-080B-4951-A38E-163468F396D0}" type="parTrans" cxnId="{ABFCA869-5231-4092-93E6-437BE81111F5}">
      <dgm:prSet/>
      <dgm:spPr/>
      <dgm:t>
        <a:bodyPr/>
        <a:lstStyle/>
        <a:p>
          <a:endParaRPr lang="en-US"/>
        </a:p>
      </dgm:t>
    </dgm:pt>
    <dgm:pt modelId="{39951BCD-8C73-4246-842B-CBC87A4A22FD}" type="sibTrans" cxnId="{ABFCA869-5231-4092-93E6-437BE81111F5}">
      <dgm:prSet/>
      <dgm:spPr/>
      <dgm:t>
        <a:bodyPr/>
        <a:lstStyle/>
        <a:p>
          <a:endParaRPr lang="en-US"/>
        </a:p>
      </dgm:t>
    </dgm:pt>
    <dgm:pt modelId="{5EE144E7-BD19-4433-8A7E-36419BD6973F}">
      <dgm:prSet/>
      <dgm:spPr/>
      <dgm:t>
        <a:bodyPr/>
        <a:lstStyle/>
        <a:p>
          <a:r>
            <a:rPr lang="en-US"/>
            <a:t>Requires more resources to run a database, pushing for larger monolith systems.</a:t>
          </a:r>
        </a:p>
      </dgm:t>
    </dgm:pt>
    <dgm:pt modelId="{3D23C553-CAC6-4A08-AD84-90ABCAE37683}" type="parTrans" cxnId="{984B0D32-4874-4827-A280-171ED16DE2F4}">
      <dgm:prSet/>
      <dgm:spPr/>
      <dgm:t>
        <a:bodyPr/>
        <a:lstStyle/>
        <a:p>
          <a:endParaRPr lang="en-US"/>
        </a:p>
      </dgm:t>
    </dgm:pt>
    <dgm:pt modelId="{37875F4A-0244-4551-B66C-CD1BE1C8E9C3}" type="sibTrans" cxnId="{984B0D32-4874-4827-A280-171ED16DE2F4}">
      <dgm:prSet/>
      <dgm:spPr/>
      <dgm:t>
        <a:bodyPr/>
        <a:lstStyle/>
        <a:p>
          <a:endParaRPr lang="en-US"/>
        </a:p>
      </dgm:t>
    </dgm:pt>
    <dgm:pt modelId="{E3864C08-2670-4F04-B2CF-A62340628504}">
      <dgm:prSet/>
      <dgm:spPr/>
      <dgm:t>
        <a:bodyPr/>
        <a:lstStyle/>
        <a:p>
          <a:r>
            <a:rPr lang="en-US"/>
            <a:t>Limits the ability to migrate to the cloud.</a:t>
          </a:r>
        </a:p>
      </dgm:t>
    </dgm:pt>
    <dgm:pt modelId="{9F7AE1D9-0956-4432-8453-6294A7238EE8}" type="parTrans" cxnId="{99251B57-FAF5-49B8-8EBE-CD3F51CB2918}">
      <dgm:prSet/>
      <dgm:spPr/>
      <dgm:t>
        <a:bodyPr/>
        <a:lstStyle/>
        <a:p>
          <a:endParaRPr lang="en-US"/>
        </a:p>
      </dgm:t>
    </dgm:pt>
    <dgm:pt modelId="{F4BD99B6-CF52-4F8B-B53A-EB803D916973}" type="sibTrans" cxnId="{99251B57-FAF5-49B8-8EBE-CD3F51CB2918}">
      <dgm:prSet/>
      <dgm:spPr/>
      <dgm:t>
        <a:bodyPr/>
        <a:lstStyle/>
        <a:p>
          <a:endParaRPr lang="en-US"/>
        </a:p>
      </dgm:t>
    </dgm:pt>
    <dgm:pt modelId="{AB29D3AA-DB7D-43BE-A312-C828FA5AFE85}">
      <dgm:prSet/>
      <dgm:spPr>
        <a:solidFill>
          <a:schemeClr val="accent2">
            <a:lumMod val="85000"/>
            <a:lumOff val="15000"/>
          </a:schemeClr>
        </a:solidFill>
      </dgm:spPr>
      <dgm:t>
        <a:bodyPr/>
        <a:lstStyle/>
        <a:p>
          <a:r>
            <a:rPr lang="en-US"/>
            <a:t>More difficult backup/recovery and high availability solutions.</a:t>
          </a:r>
        </a:p>
      </dgm:t>
    </dgm:pt>
    <dgm:pt modelId="{B68E4984-6157-42F3-96C5-B28684916881}" type="parTrans" cxnId="{C41B49DF-349F-465B-884C-90D13773EEFC}">
      <dgm:prSet/>
      <dgm:spPr/>
      <dgm:t>
        <a:bodyPr/>
        <a:lstStyle/>
        <a:p>
          <a:endParaRPr lang="en-US"/>
        </a:p>
      </dgm:t>
    </dgm:pt>
    <dgm:pt modelId="{E93B8F8A-533E-452C-A99B-CC20C95AE6AF}" type="sibTrans" cxnId="{C41B49DF-349F-465B-884C-90D13773EEFC}">
      <dgm:prSet/>
      <dgm:spPr/>
      <dgm:t>
        <a:bodyPr/>
        <a:lstStyle/>
        <a:p>
          <a:endParaRPr lang="en-US"/>
        </a:p>
      </dgm:t>
    </dgm:pt>
    <dgm:pt modelId="{24C07A27-45CC-40B3-AD03-D5C012723319}">
      <dgm:prSet/>
      <dgm:spPr>
        <a:solidFill>
          <a:srgbClr val="FF0000"/>
        </a:solidFill>
      </dgm:spPr>
      <dgm:t>
        <a:bodyPr/>
        <a:lstStyle/>
        <a:p>
          <a:r>
            <a:rPr lang="en-US"/>
            <a:t>No longer available in Oracle 23ai</a:t>
          </a:r>
        </a:p>
      </dgm:t>
    </dgm:pt>
    <dgm:pt modelId="{3D633133-059B-4395-B955-7F6904F4AE85}" type="parTrans" cxnId="{EEAE9978-E7AF-40BC-9937-5920BF4BE065}">
      <dgm:prSet/>
      <dgm:spPr/>
      <dgm:t>
        <a:bodyPr/>
        <a:lstStyle/>
        <a:p>
          <a:endParaRPr lang="en-US"/>
        </a:p>
      </dgm:t>
    </dgm:pt>
    <dgm:pt modelId="{1E850C6E-35E2-492F-B153-A3B02A8EB77B}" type="sibTrans" cxnId="{EEAE9978-E7AF-40BC-9937-5920BF4BE065}">
      <dgm:prSet/>
      <dgm:spPr/>
      <dgm:t>
        <a:bodyPr/>
        <a:lstStyle/>
        <a:p>
          <a:endParaRPr lang="en-US"/>
        </a:p>
      </dgm:t>
    </dgm:pt>
    <dgm:pt modelId="{E8758A3D-CA2F-42AF-B41E-7625DA6B9C10}" type="pres">
      <dgm:prSet presAssocID="{2630AC16-4FC3-48D2-A90B-5539B3769D4F}" presName="outerComposite" presStyleCnt="0">
        <dgm:presLayoutVars>
          <dgm:chMax val="5"/>
          <dgm:dir/>
          <dgm:resizeHandles val="exact"/>
        </dgm:presLayoutVars>
      </dgm:prSet>
      <dgm:spPr/>
    </dgm:pt>
    <dgm:pt modelId="{2E5F3352-8DB8-475E-AA26-77297D52ECB9}" type="pres">
      <dgm:prSet presAssocID="{2630AC16-4FC3-48D2-A90B-5539B3769D4F}" presName="dummyMaxCanvas" presStyleCnt="0">
        <dgm:presLayoutVars/>
      </dgm:prSet>
      <dgm:spPr/>
    </dgm:pt>
    <dgm:pt modelId="{E7B9017A-4CD8-4AC6-A7B1-2D5AF822E514}" type="pres">
      <dgm:prSet presAssocID="{2630AC16-4FC3-48D2-A90B-5539B3769D4F}" presName="FiveNodes_1" presStyleLbl="node1" presStyleIdx="0" presStyleCnt="5">
        <dgm:presLayoutVars>
          <dgm:bulletEnabled val="1"/>
        </dgm:presLayoutVars>
      </dgm:prSet>
      <dgm:spPr/>
    </dgm:pt>
    <dgm:pt modelId="{2520A3A5-2969-4908-B6A3-C354B3E0DD67}" type="pres">
      <dgm:prSet presAssocID="{2630AC16-4FC3-48D2-A90B-5539B3769D4F}" presName="FiveNodes_2" presStyleLbl="node1" presStyleIdx="1" presStyleCnt="5">
        <dgm:presLayoutVars>
          <dgm:bulletEnabled val="1"/>
        </dgm:presLayoutVars>
      </dgm:prSet>
      <dgm:spPr/>
    </dgm:pt>
    <dgm:pt modelId="{DDE5B1BD-6C3F-4901-BAA1-ED70D3B09D67}" type="pres">
      <dgm:prSet presAssocID="{2630AC16-4FC3-48D2-A90B-5539B3769D4F}" presName="FiveNodes_3" presStyleLbl="node1" presStyleIdx="2" presStyleCnt="5">
        <dgm:presLayoutVars>
          <dgm:bulletEnabled val="1"/>
        </dgm:presLayoutVars>
      </dgm:prSet>
      <dgm:spPr/>
    </dgm:pt>
    <dgm:pt modelId="{F4431570-9A30-4857-836B-EB205DA8846D}" type="pres">
      <dgm:prSet presAssocID="{2630AC16-4FC3-48D2-A90B-5539B3769D4F}" presName="FiveNodes_4" presStyleLbl="node1" presStyleIdx="3" presStyleCnt="5">
        <dgm:presLayoutVars>
          <dgm:bulletEnabled val="1"/>
        </dgm:presLayoutVars>
      </dgm:prSet>
      <dgm:spPr/>
    </dgm:pt>
    <dgm:pt modelId="{98037E3B-BC21-451A-AE79-26A62FA983AE}" type="pres">
      <dgm:prSet presAssocID="{2630AC16-4FC3-48D2-A90B-5539B3769D4F}" presName="FiveNodes_5" presStyleLbl="node1" presStyleIdx="4" presStyleCnt="5">
        <dgm:presLayoutVars>
          <dgm:bulletEnabled val="1"/>
        </dgm:presLayoutVars>
      </dgm:prSet>
      <dgm:spPr/>
    </dgm:pt>
    <dgm:pt modelId="{77F6F4BE-1464-4378-BFFE-2775CBFE9CCF}" type="pres">
      <dgm:prSet presAssocID="{2630AC16-4FC3-48D2-A90B-5539B3769D4F}" presName="FiveConn_1-2" presStyleLbl="fgAccFollowNode1" presStyleIdx="0" presStyleCnt="4">
        <dgm:presLayoutVars>
          <dgm:bulletEnabled val="1"/>
        </dgm:presLayoutVars>
      </dgm:prSet>
      <dgm:spPr/>
    </dgm:pt>
    <dgm:pt modelId="{BB92887A-0AC4-4B3E-BF20-776C4A0EDB73}" type="pres">
      <dgm:prSet presAssocID="{2630AC16-4FC3-48D2-A90B-5539B3769D4F}" presName="FiveConn_2-3" presStyleLbl="fgAccFollowNode1" presStyleIdx="1" presStyleCnt="4">
        <dgm:presLayoutVars>
          <dgm:bulletEnabled val="1"/>
        </dgm:presLayoutVars>
      </dgm:prSet>
      <dgm:spPr/>
    </dgm:pt>
    <dgm:pt modelId="{2B35089E-821A-4628-985A-4A37E5CEAE8B}" type="pres">
      <dgm:prSet presAssocID="{2630AC16-4FC3-48D2-A90B-5539B3769D4F}" presName="FiveConn_3-4" presStyleLbl="fgAccFollowNode1" presStyleIdx="2" presStyleCnt="4">
        <dgm:presLayoutVars>
          <dgm:bulletEnabled val="1"/>
        </dgm:presLayoutVars>
      </dgm:prSet>
      <dgm:spPr/>
    </dgm:pt>
    <dgm:pt modelId="{E0A34600-B205-42C6-9CEA-C20E6391A10D}" type="pres">
      <dgm:prSet presAssocID="{2630AC16-4FC3-48D2-A90B-5539B3769D4F}" presName="FiveConn_4-5" presStyleLbl="fgAccFollowNode1" presStyleIdx="3" presStyleCnt="4">
        <dgm:presLayoutVars>
          <dgm:bulletEnabled val="1"/>
        </dgm:presLayoutVars>
      </dgm:prSet>
      <dgm:spPr/>
    </dgm:pt>
    <dgm:pt modelId="{CEC2417F-80A1-4BEB-9393-E64FC23C4DE1}" type="pres">
      <dgm:prSet presAssocID="{2630AC16-4FC3-48D2-A90B-5539B3769D4F}" presName="FiveNodes_1_text" presStyleLbl="node1" presStyleIdx="4" presStyleCnt="5">
        <dgm:presLayoutVars>
          <dgm:bulletEnabled val="1"/>
        </dgm:presLayoutVars>
      </dgm:prSet>
      <dgm:spPr/>
    </dgm:pt>
    <dgm:pt modelId="{0B025980-5390-4274-849F-A0D8001967FA}" type="pres">
      <dgm:prSet presAssocID="{2630AC16-4FC3-48D2-A90B-5539B3769D4F}" presName="FiveNodes_2_text" presStyleLbl="node1" presStyleIdx="4" presStyleCnt="5">
        <dgm:presLayoutVars>
          <dgm:bulletEnabled val="1"/>
        </dgm:presLayoutVars>
      </dgm:prSet>
      <dgm:spPr/>
    </dgm:pt>
    <dgm:pt modelId="{0C02B26C-361D-4842-8441-A5558824CFDE}" type="pres">
      <dgm:prSet presAssocID="{2630AC16-4FC3-48D2-A90B-5539B3769D4F}" presName="FiveNodes_3_text" presStyleLbl="node1" presStyleIdx="4" presStyleCnt="5">
        <dgm:presLayoutVars>
          <dgm:bulletEnabled val="1"/>
        </dgm:presLayoutVars>
      </dgm:prSet>
      <dgm:spPr/>
    </dgm:pt>
    <dgm:pt modelId="{E25E69D0-6F62-439E-A4B3-315659386FE7}" type="pres">
      <dgm:prSet presAssocID="{2630AC16-4FC3-48D2-A90B-5539B3769D4F}" presName="FiveNodes_4_text" presStyleLbl="node1" presStyleIdx="4" presStyleCnt="5">
        <dgm:presLayoutVars>
          <dgm:bulletEnabled val="1"/>
        </dgm:presLayoutVars>
      </dgm:prSet>
      <dgm:spPr/>
    </dgm:pt>
    <dgm:pt modelId="{C932753F-A9B6-40CC-ACEC-4359C9A178B7}" type="pres">
      <dgm:prSet presAssocID="{2630AC16-4FC3-48D2-A90B-5539B3769D4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5D6DC0B-0A8C-45D2-B25A-08A458729CBF}" type="presOf" srcId="{5EE144E7-BD19-4433-8A7E-36419BD6973F}" destId="{2520A3A5-2969-4908-B6A3-C354B3E0DD67}" srcOrd="0" destOrd="0" presId="urn:microsoft.com/office/officeart/2005/8/layout/vProcess5"/>
    <dgm:cxn modelId="{7CABC815-9C0C-4FD8-90E8-723061548D02}" type="presOf" srcId="{F4BD99B6-CF52-4F8B-B53A-EB803D916973}" destId="{2B35089E-821A-4628-985A-4A37E5CEAE8B}" srcOrd="0" destOrd="0" presId="urn:microsoft.com/office/officeart/2005/8/layout/vProcess5"/>
    <dgm:cxn modelId="{9FC0F522-6B00-4394-86CC-F5705158E86C}" type="presOf" srcId="{E3864C08-2670-4F04-B2CF-A62340628504}" destId="{0C02B26C-361D-4842-8441-A5558824CFDE}" srcOrd="1" destOrd="0" presId="urn:microsoft.com/office/officeart/2005/8/layout/vProcess5"/>
    <dgm:cxn modelId="{EB691228-A8B4-460F-B66B-5061145041D5}" type="presOf" srcId="{AB29D3AA-DB7D-43BE-A312-C828FA5AFE85}" destId="{E25E69D0-6F62-439E-A4B3-315659386FE7}" srcOrd="1" destOrd="0" presId="urn:microsoft.com/office/officeart/2005/8/layout/vProcess5"/>
    <dgm:cxn modelId="{984B0D32-4874-4827-A280-171ED16DE2F4}" srcId="{2630AC16-4FC3-48D2-A90B-5539B3769D4F}" destId="{5EE144E7-BD19-4433-8A7E-36419BD6973F}" srcOrd="1" destOrd="0" parTransId="{3D23C553-CAC6-4A08-AD84-90ABCAE37683}" sibTransId="{37875F4A-0244-4551-B66C-CD1BE1C8E9C3}"/>
    <dgm:cxn modelId="{13750E39-D54B-47E3-9C18-290DE3ECFD3E}" type="presOf" srcId="{39951BCD-8C73-4246-842B-CBC87A4A22FD}" destId="{77F6F4BE-1464-4378-BFFE-2775CBFE9CCF}" srcOrd="0" destOrd="0" presId="urn:microsoft.com/office/officeart/2005/8/layout/vProcess5"/>
    <dgm:cxn modelId="{ABFCA869-5231-4092-93E6-437BE81111F5}" srcId="{2630AC16-4FC3-48D2-A90B-5539B3769D4F}" destId="{2DE9C7FF-BD26-4AE4-95C0-B125FA500B16}" srcOrd="0" destOrd="0" parTransId="{D1810103-080B-4951-A38E-163468F396D0}" sibTransId="{39951BCD-8C73-4246-842B-CBC87A4A22FD}"/>
    <dgm:cxn modelId="{5013AD49-4821-4ADB-B40A-19A585349105}" type="presOf" srcId="{AB29D3AA-DB7D-43BE-A312-C828FA5AFE85}" destId="{F4431570-9A30-4857-836B-EB205DA8846D}" srcOrd="0" destOrd="0" presId="urn:microsoft.com/office/officeart/2005/8/layout/vProcess5"/>
    <dgm:cxn modelId="{2436654F-11E8-48FA-8296-DD02897ACFE2}" type="presOf" srcId="{2630AC16-4FC3-48D2-A90B-5539B3769D4F}" destId="{E8758A3D-CA2F-42AF-B41E-7625DA6B9C10}" srcOrd="0" destOrd="0" presId="urn:microsoft.com/office/officeart/2005/8/layout/vProcess5"/>
    <dgm:cxn modelId="{CA7A8A72-A1DC-47B3-B60D-2684F5D01701}" type="presOf" srcId="{E3864C08-2670-4F04-B2CF-A62340628504}" destId="{DDE5B1BD-6C3F-4901-BAA1-ED70D3B09D67}" srcOrd="0" destOrd="0" presId="urn:microsoft.com/office/officeart/2005/8/layout/vProcess5"/>
    <dgm:cxn modelId="{99251B57-FAF5-49B8-8EBE-CD3F51CB2918}" srcId="{2630AC16-4FC3-48D2-A90B-5539B3769D4F}" destId="{E3864C08-2670-4F04-B2CF-A62340628504}" srcOrd="2" destOrd="0" parTransId="{9F7AE1D9-0956-4432-8453-6294A7238EE8}" sibTransId="{F4BD99B6-CF52-4F8B-B53A-EB803D916973}"/>
    <dgm:cxn modelId="{EEAE9978-E7AF-40BC-9937-5920BF4BE065}" srcId="{2630AC16-4FC3-48D2-A90B-5539B3769D4F}" destId="{24C07A27-45CC-40B3-AD03-D5C012723319}" srcOrd="4" destOrd="0" parTransId="{3D633133-059B-4395-B955-7F6904F4AE85}" sibTransId="{1E850C6E-35E2-492F-B153-A3B02A8EB77B}"/>
    <dgm:cxn modelId="{15C3997E-98E2-4A74-A7B0-66047C29D7F6}" type="presOf" srcId="{37875F4A-0244-4551-B66C-CD1BE1C8E9C3}" destId="{BB92887A-0AC4-4B3E-BF20-776C4A0EDB73}" srcOrd="0" destOrd="0" presId="urn:microsoft.com/office/officeart/2005/8/layout/vProcess5"/>
    <dgm:cxn modelId="{071C5582-68E2-40AB-BCEA-2D961DBB788D}" type="presOf" srcId="{2DE9C7FF-BD26-4AE4-95C0-B125FA500B16}" destId="{CEC2417F-80A1-4BEB-9393-E64FC23C4DE1}" srcOrd="1" destOrd="0" presId="urn:microsoft.com/office/officeart/2005/8/layout/vProcess5"/>
    <dgm:cxn modelId="{10B61F92-DB79-4E42-B1AB-A14AB18A40FC}" type="presOf" srcId="{24C07A27-45CC-40B3-AD03-D5C012723319}" destId="{C932753F-A9B6-40CC-ACEC-4359C9A178B7}" srcOrd="1" destOrd="0" presId="urn:microsoft.com/office/officeart/2005/8/layout/vProcess5"/>
    <dgm:cxn modelId="{B24B3298-CD4D-4019-9CB3-E70AD79044EC}" type="presOf" srcId="{5EE144E7-BD19-4433-8A7E-36419BD6973F}" destId="{0B025980-5390-4274-849F-A0D8001967FA}" srcOrd="1" destOrd="0" presId="urn:microsoft.com/office/officeart/2005/8/layout/vProcess5"/>
    <dgm:cxn modelId="{65CED79D-7D4F-4796-82D6-25B0B4BC8C1F}" type="presOf" srcId="{24C07A27-45CC-40B3-AD03-D5C012723319}" destId="{98037E3B-BC21-451A-AE79-26A62FA983AE}" srcOrd="0" destOrd="0" presId="urn:microsoft.com/office/officeart/2005/8/layout/vProcess5"/>
    <dgm:cxn modelId="{C41B49DF-349F-465B-884C-90D13773EEFC}" srcId="{2630AC16-4FC3-48D2-A90B-5539B3769D4F}" destId="{AB29D3AA-DB7D-43BE-A312-C828FA5AFE85}" srcOrd="3" destOrd="0" parTransId="{B68E4984-6157-42F3-96C5-B28684916881}" sibTransId="{E93B8F8A-533E-452C-A99B-CC20C95AE6AF}"/>
    <dgm:cxn modelId="{6BF931F0-F030-42D8-A028-9A3FCAA00AF3}" type="presOf" srcId="{2DE9C7FF-BD26-4AE4-95C0-B125FA500B16}" destId="{E7B9017A-4CD8-4AC6-A7B1-2D5AF822E514}" srcOrd="0" destOrd="0" presId="urn:microsoft.com/office/officeart/2005/8/layout/vProcess5"/>
    <dgm:cxn modelId="{B6A816F6-D9CB-4918-BF14-598C8A4FD6DA}" type="presOf" srcId="{E93B8F8A-533E-452C-A99B-CC20C95AE6AF}" destId="{E0A34600-B205-42C6-9CEA-C20E6391A10D}" srcOrd="0" destOrd="0" presId="urn:microsoft.com/office/officeart/2005/8/layout/vProcess5"/>
    <dgm:cxn modelId="{0A92C1FA-F1BE-4A9E-8A27-96FBD57516E9}" type="presParOf" srcId="{E8758A3D-CA2F-42AF-B41E-7625DA6B9C10}" destId="{2E5F3352-8DB8-475E-AA26-77297D52ECB9}" srcOrd="0" destOrd="0" presId="urn:microsoft.com/office/officeart/2005/8/layout/vProcess5"/>
    <dgm:cxn modelId="{FCB24C54-EFF1-4F94-BEDC-7A0555B69D28}" type="presParOf" srcId="{E8758A3D-CA2F-42AF-B41E-7625DA6B9C10}" destId="{E7B9017A-4CD8-4AC6-A7B1-2D5AF822E514}" srcOrd="1" destOrd="0" presId="urn:microsoft.com/office/officeart/2005/8/layout/vProcess5"/>
    <dgm:cxn modelId="{5E0EEC7B-FB30-4223-858C-20442ABC84BD}" type="presParOf" srcId="{E8758A3D-CA2F-42AF-B41E-7625DA6B9C10}" destId="{2520A3A5-2969-4908-B6A3-C354B3E0DD67}" srcOrd="2" destOrd="0" presId="urn:microsoft.com/office/officeart/2005/8/layout/vProcess5"/>
    <dgm:cxn modelId="{9663FA1C-6E04-4025-8BAD-9D3F47EC8F44}" type="presParOf" srcId="{E8758A3D-CA2F-42AF-B41E-7625DA6B9C10}" destId="{DDE5B1BD-6C3F-4901-BAA1-ED70D3B09D67}" srcOrd="3" destOrd="0" presId="urn:microsoft.com/office/officeart/2005/8/layout/vProcess5"/>
    <dgm:cxn modelId="{FAE6995E-EE18-400F-AA5F-92006DA1C9F0}" type="presParOf" srcId="{E8758A3D-CA2F-42AF-B41E-7625DA6B9C10}" destId="{F4431570-9A30-4857-836B-EB205DA8846D}" srcOrd="4" destOrd="0" presId="urn:microsoft.com/office/officeart/2005/8/layout/vProcess5"/>
    <dgm:cxn modelId="{A07E9BAF-48BC-4161-B571-B3CC268CC923}" type="presParOf" srcId="{E8758A3D-CA2F-42AF-B41E-7625DA6B9C10}" destId="{98037E3B-BC21-451A-AE79-26A62FA983AE}" srcOrd="5" destOrd="0" presId="urn:microsoft.com/office/officeart/2005/8/layout/vProcess5"/>
    <dgm:cxn modelId="{CE811317-B588-4279-890D-C7228536AC14}" type="presParOf" srcId="{E8758A3D-CA2F-42AF-B41E-7625DA6B9C10}" destId="{77F6F4BE-1464-4378-BFFE-2775CBFE9CCF}" srcOrd="6" destOrd="0" presId="urn:microsoft.com/office/officeart/2005/8/layout/vProcess5"/>
    <dgm:cxn modelId="{CEA7C24E-B5AB-49C2-973F-DE6E89857026}" type="presParOf" srcId="{E8758A3D-CA2F-42AF-B41E-7625DA6B9C10}" destId="{BB92887A-0AC4-4B3E-BF20-776C4A0EDB73}" srcOrd="7" destOrd="0" presId="urn:microsoft.com/office/officeart/2005/8/layout/vProcess5"/>
    <dgm:cxn modelId="{0C28A3A5-E7C3-4702-848E-B848722D452C}" type="presParOf" srcId="{E8758A3D-CA2F-42AF-B41E-7625DA6B9C10}" destId="{2B35089E-821A-4628-985A-4A37E5CEAE8B}" srcOrd="8" destOrd="0" presId="urn:microsoft.com/office/officeart/2005/8/layout/vProcess5"/>
    <dgm:cxn modelId="{ECA6DC3F-E0BF-4A06-8F3D-62AC02B2AE81}" type="presParOf" srcId="{E8758A3D-CA2F-42AF-B41E-7625DA6B9C10}" destId="{E0A34600-B205-42C6-9CEA-C20E6391A10D}" srcOrd="9" destOrd="0" presId="urn:microsoft.com/office/officeart/2005/8/layout/vProcess5"/>
    <dgm:cxn modelId="{0235A801-C480-4885-9FB1-45AF47AFF012}" type="presParOf" srcId="{E8758A3D-CA2F-42AF-B41E-7625DA6B9C10}" destId="{CEC2417F-80A1-4BEB-9393-E64FC23C4DE1}" srcOrd="10" destOrd="0" presId="urn:microsoft.com/office/officeart/2005/8/layout/vProcess5"/>
    <dgm:cxn modelId="{BC381707-619E-4CA3-BAC0-0D56A229B226}" type="presParOf" srcId="{E8758A3D-CA2F-42AF-B41E-7625DA6B9C10}" destId="{0B025980-5390-4274-849F-A0D8001967FA}" srcOrd="11" destOrd="0" presId="urn:microsoft.com/office/officeart/2005/8/layout/vProcess5"/>
    <dgm:cxn modelId="{D59F9880-12C1-48F1-9519-2ECBC12A3FC4}" type="presParOf" srcId="{E8758A3D-CA2F-42AF-B41E-7625DA6B9C10}" destId="{0C02B26C-361D-4842-8441-A5558824CFDE}" srcOrd="12" destOrd="0" presId="urn:microsoft.com/office/officeart/2005/8/layout/vProcess5"/>
    <dgm:cxn modelId="{EEEB86FF-C166-443E-BF7D-36138F84EDAA}" type="presParOf" srcId="{E8758A3D-CA2F-42AF-B41E-7625DA6B9C10}" destId="{E25E69D0-6F62-439E-A4B3-315659386FE7}" srcOrd="13" destOrd="0" presId="urn:microsoft.com/office/officeart/2005/8/layout/vProcess5"/>
    <dgm:cxn modelId="{059690F9-6FBF-4F44-A434-E67907861896}" type="presParOf" srcId="{E8758A3D-CA2F-42AF-B41E-7625DA6B9C10}" destId="{C932753F-A9B6-40CC-ACEC-4359C9A178B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BAD35A2-2C07-42BE-A261-4D9B215D98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223A1B-1FA7-498E-8B71-2191D1EAD663}">
      <dgm:prSet custT="1"/>
      <dgm:spPr/>
      <dgm:t>
        <a:bodyPr/>
        <a:lstStyle/>
        <a:p>
          <a:r>
            <a:rPr lang="en-US" sz="1600" dirty="0"/>
            <a:t>Like Windows Failover Clustering, (WFCS)</a:t>
          </a:r>
        </a:p>
      </dgm:t>
    </dgm:pt>
    <dgm:pt modelId="{9D05D330-40DD-473F-A822-5C5482129B34}" type="parTrans" cxnId="{B3200916-065A-435F-AC5F-DC1C18D5EC97}">
      <dgm:prSet/>
      <dgm:spPr/>
      <dgm:t>
        <a:bodyPr/>
        <a:lstStyle/>
        <a:p>
          <a:endParaRPr lang="en-US"/>
        </a:p>
      </dgm:t>
    </dgm:pt>
    <dgm:pt modelId="{F5033BAF-CE67-4289-B9DF-3923D86DD0F0}" type="sibTrans" cxnId="{B3200916-065A-435F-AC5F-DC1C18D5EC97}">
      <dgm:prSet/>
      <dgm:spPr/>
      <dgm:t>
        <a:bodyPr/>
        <a:lstStyle/>
        <a:p>
          <a:endParaRPr lang="en-US"/>
        </a:p>
      </dgm:t>
    </dgm:pt>
    <dgm:pt modelId="{A8893337-8851-4E54-9494-84E39D1B20AC}">
      <dgm:prSet custT="1"/>
      <dgm:spPr/>
      <dgm:t>
        <a:bodyPr/>
        <a:lstStyle/>
        <a:p>
          <a:r>
            <a:rPr lang="en-US" sz="1400" dirty="0"/>
            <a:t>Instance resiliency and scalability, but often sold as HIGH AVAILABILITY, (respect the propaganda on this one! </a:t>
          </a:r>
          <a:r>
            <a:rPr lang="en-US" sz="1400" dirty="0">
              <a:sym typeface="Wingdings" panose="05000000000000000000" pitchFamily="2" charset="2"/>
            </a:rPr>
            <a:t></a:t>
          </a:r>
          <a:r>
            <a:rPr lang="en-US" sz="1400" dirty="0"/>
            <a:t>)</a:t>
          </a:r>
        </a:p>
      </dgm:t>
    </dgm:pt>
    <dgm:pt modelId="{22502CD6-2756-4E5F-AFEE-150ED3E4226A}" type="parTrans" cxnId="{3432C670-7086-4F77-ACDA-2C5C6B742F0F}">
      <dgm:prSet/>
      <dgm:spPr/>
      <dgm:t>
        <a:bodyPr/>
        <a:lstStyle/>
        <a:p>
          <a:endParaRPr lang="en-US"/>
        </a:p>
      </dgm:t>
    </dgm:pt>
    <dgm:pt modelId="{6EED5F8E-2A13-4AE2-A421-DAAEEA5A5B94}" type="sibTrans" cxnId="{3432C670-7086-4F77-ACDA-2C5C6B742F0F}">
      <dgm:prSet/>
      <dgm:spPr/>
      <dgm:t>
        <a:bodyPr/>
        <a:lstStyle/>
        <a:p>
          <a:endParaRPr lang="en-US"/>
        </a:p>
      </dgm:t>
    </dgm:pt>
    <dgm:pt modelId="{503ABC2C-73C2-41E6-BE3A-27FD056F9649}">
      <dgm:prSet/>
      <dgm:spPr/>
      <dgm:t>
        <a:bodyPr/>
        <a:lstStyle/>
        <a:p>
          <a:r>
            <a:rPr lang="en-US"/>
            <a:t>Shared storage and unable to span multiple datacenters, (why it fails HA 101).</a:t>
          </a:r>
        </a:p>
      </dgm:t>
    </dgm:pt>
    <dgm:pt modelId="{FCAF1F8E-49D2-4C00-8629-5A3236DFAF32}" type="parTrans" cxnId="{18CBC96E-0A2A-4523-8C3D-89A8BC7689F7}">
      <dgm:prSet/>
      <dgm:spPr/>
      <dgm:t>
        <a:bodyPr/>
        <a:lstStyle/>
        <a:p>
          <a:endParaRPr lang="en-US"/>
        </a:p>
      </dgm:t>
    </dgm:pt>
    <dgm:pt modelId="{2D158EF9-F24E-46DE-A425-694CE182558B}" type="sibTrans" cxnId="{18CBC96E-0A2A-4523-8C3D-89A8BC7689F7}">
      <dgm:prSet/>
      <dgm:spPr/>
      <dgm:t>
        <a:bodyPr/>
        <a:lstStyle/>
        <a:p>
          <a:endParaRPr lang="en-US"/>
        </a:p>
      </dgm:t>
    </dgm:pt>
    <dgm:pt modelId="{4DBC5398-C381-4F94-A497-AC4163C5D6C8}">
      <dgm:prSet/>
      <dgm:spPr/>
      <dgm:t>
        <a:bodyPr/>
        <a:lstStyle/>
        <a:p>
          <a:r>
            <a:rPr lang="en-US"/>
            <a:t>Can scale 32+ nodes, as long as database design and code can also scale!</a:t>
          </a:r>
        </a:p>
      </dgm:t>
    </dgm:pt>
    <dgm:pt modelId="{BAA4956F-BF68-4A9B-BC71-457305FCE13C}" type="parTrans" cxnId="{2678C2BE-638E-4905-81B5-6E3ECF719CB0}">
      <dgm:prSet/>
      <dgm:spPr/>
      <dgm:t>
        <a:bodyPr/>
        <a:lstStyle/>
        <a:p>
          <a:endParaRPr lang="en-US"/>
        </a:p>
      </dgm:t>
    </dgm:pt>
    <dgm:pt modelId="{8C827790-33C4-4D44-BE21-F6CDEE3401A9}" type="sibTrans" cxnId="{2678C2BE-638E-4905-81B5-6E3ECF719CB0}">
      <dgm:prSet/>
      <dgm:spPr/>
      <dgm:t>
        <a:bodyPr/>
        <a:lstStyle/>
        <a:p>
          <a:endParaRPr lang="en-US"/>
        </a:p>
      </dgm:t>
    </dgm:pt>
    <dgm:pt modelId="{104993C5-5151-4859-A868-5D62EFB2D44E}">
      <dgm:prSet/>
      <dgm:spPr/>
      <dgm:t>
        <a:bodyPr/>
        <a:lstStyle/>
        <a:p>
          <a:r>
            <a:rPr lang="en-US"/>
            <a:t>RAC One-node offers an active/passive solution for failover in single datacenter.</a:t>
          </a:r>
        </a:p>
      </dgm:t>
    </dgm:pt>
    <dgm:pt modelId="{FD96D45F-4714-43B8-8EC4-B56B30EC321E}" type="parTrans" cxnId="{33A51664-BF3A-4785-B3B1-BEAF9520AD0D}">
      <dgm:prSet/>
      <dgm:spPr/>
      <dgm:t>
        <a:bodyPr/>
        <a:lstStyle/>
        <a:p>
          <a:endParaRPr lang="en-US"/>
        </a:p>
      </dgm:t>
    </dgm:pt>
    <dgm:pt modelId="{CCE7B78D-02C4-4FA0-8990-B25C8B267665}" type="sibTrans" cxnId="{33A51664-BF3A-4785-B3B1-BEAF9520AD0D}">
      <dgm:prSet/>
      <dgm:spPr/>
      <dgm:t>
        <a:bodyPr/>
        <a:lstStyle/>
        <a:p>
          <a:endParaRPr lang="en-US"/>
        </a:p>
      </dgm:t>
    </dgm:pt>
    <dgm:pt modelId="{20779C5E-40B4-4C00-86A4-C06DBB9D58B7}" type="pres">
      <dgm:prSet presAssocID="{FBAD35A2-2C07-42BE-A261-4D9B215D980E}" presName="root" presStyleCnt="0">
        <dgm:presLayoutVars>
          <dgm:dir/>
          <dgm:resizeHandles val="exact"/>
        </dgm:presLayoutVars>
      </dgm:prSet>
      <dgm:spPr/>
    </dgm:pt>
    <dgm:pt modelId="{A4DFA2CD-075E-487D-8700-70576ED48C85}" type="pres">
      <dgm:prSet presAssocID="{74223A1B-1FA7-498E-8B71-2191D1EAD663}" presName="compNode" presStyleCnt="0"/>
      <dgm:spPr/>
    </dgm:pt>
    <dgm:pt modelId="{5FE306CE-5892-4EE5-92A8-C4EE35BEDB1B}" type="pres">
      <dgm:prSet presAssocID="{74223A1B-1FA7-498E-8B71-2191D1EAD66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8895BD7-6A74-4819-9321-9331F5CFDCC0}" type="pres">
      <dgm:prSet presAssocID="{74223A1B-1FA7-498E-8B71-2191D1EAD663}" presName="spaceRect" presStyleCnt="0"/>
      <dgm:spPr/>
    </dgm:pt>
    <dgm:pt modelId="{F8505BE4-1C54-47AA-A962-6019218EE053}" type="pres">
      <dgm:prSet presAssocID="{74223A1B-1FA7-498E-8B71-2191D1EAD663}" presName="textRect" presStyleLbl="revTx" presStyleIdx="0" presStyleCnt="5">
        <dgm:presLayoutVars>
          <dgm:chMax val="1"/>
          <dgm:chPref val="1"/>
        </dgm:presLayoutVars>
      </dgm:prSet>
      <dgm:spPr/>
    </dgm:pt>
    <dgm:pt modelId="{138760EB-B87A-4E99-905E-2C06F1E17D76}" type="pres">
      <dgm:prSet presAssocID="{F5033BAF-CE67-4289-B9DF-3923D86DD0F0}" presName="sibTrans" presStyleCnt="0"/>
      <dgm:spPr/>
    </dgm:pt>
    <dgm:pt modelId="{E64A46E8-1105-4EF5-8122-3413A0A1D22F}" type="pres">
      <dgm:prSet presAssocID="{A8893337-8851-4E54-9494-84E39D1B20AC}" presName="compNode" presStyleCnt="0"/>
      <dgm:spPr/>
    </dgm:pt>
    <dgm:pt modelId="{A31802DA-6576-4016-A52B-409EFC062982}" type="pres">
      <dgm:prSet presAssocID="{A8893337-8851-4E54-9494-84E39D1B20A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vil Face Outline"/>
        </a:ext>
      </dgm:extLst>
    </dgm:pt>
    <dgm:pt modelId="{62DFDA76-9343-402E-8DED-02F2A0B038FB}" type="pres">
      <dgm:prSet presAssocID="{A8893337-8851-4E54-9494-84E39D1B20AC}" presName="spaceRect" presStyleCnt="0"/>
      <dgm:spPr/>
    </dgm:pt>
    <dgm:pt modelId="{E9D941D0-3519-4190-89F7-FC95433294FB}" type="pres">
      <dgm:prSet presAssocID="{A8893337-8851-4E54-9494-84E39D1B20AC}" presName="textRect" presStyleLbl="revTx" presStyleIdx="1" presStyleCnt="5">
        <dgm:presLayoutVars>
          <dgm:chMax val="1"/>
          <dgm:chPref val="1"/>
        </dgm:presLayoutVars>
      </dgm:prSet>
      <dgm:spPr/>
    </dgm:pt>
    <dgm:pt modelId="{FFA15F2B-7733-4381-A658-57A12C9240D0}" type="pres">
      <dgm:prSet presAssocID="{6EED5F8E-2A13-4AE2-A421-DAAEEA5A5B94}" presName="sibTrans" presStyleCnt="0"/>
      <dgm:spPr/>
    </dgm:pt>
    <dgm:pt modelId="{2D6658EB-4B2A-4586-BB02-B8F4604F24B3}" type="pres">
      <dgm:prSet presAssocID="{503ABC2C-73C2-41E6-BE3A-27FD056F9649}" presName="compNode" presStyleCnt="0"/>
      <dgm:spPr/>
    </dgm:pt>
    <dgm:pt modelId="{5C682F35-1E4D-4AE0-8462-2FDBD06443B5}" type="pres">
      <dgm:prSet presAssocID="{503ABC2C-73C2-41E6-BE3A-27FD056F964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7CE5D6E-7D71-477B-9808-8ED94C9B09B9}" type="pres">
      <dgm:prSet presAssocID="{503ABC2C-73C2-41E6-BE3A-27FD056F9649}" presName="spaceRect" presStyleCnt="0"/>
      <dgm:spPr/>
    </dgm:pt>
    <dgm:pt modelId="{A98F04D7-331D-43F9-96C8-3A95FEBB7FA1}" type="pres">
      <dgm:prSet presAssocID="{503ABC2C-73C2-41E6-BE3A-27FD056F9649}" presName="textRect" presStyleLbl="revTx" presStyleIdx="2" presStyleCnt="5">
        <dgm:presLayoutVars>
          <dgm:chMax val="1"/>
          <dgm:chPref val="1"/>
        </dgm:presLayoutVars>
      </dgm:prSet>
      <dgm:spPr/>
    </dgm:pt>
    <dgm:pt modelId="{6B80DE32-F9CB-40BD-A093-4DB94640A210}" type="pres">
      <dgm:prSet presAssocID="{2D158EF9-F24E-46DE-A425-694CE182558B}" presName="sibTrans" presStyleCnt="0"/>
      <dgm:spPr/>
    </dgm:pt>
    <dgm:pt modelId="{9CDB028A-5B67-4F76-A3F9-E9FAA1F8FF67}" type="pres">
      <dgm:prSet presAssocID="{4DBC5398-C381-4F94-A497-AC4163C5D6C8}" presName="compNode" presStyleCnt="0"/>
      <dgm:spPr/>
    </dgm:pt>
    <dgm:pt modelId="{55ECF6B0-A2F4-470D-B8DA-EAF509385B28}" type="pres">
      <dgm:prSet presAssocID="{4DBC5398-C381-4F94-A497-AC4163C5D6C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E43A01B-1FBB-4AB0-B990-4A16A702EB9A}" type="pres">
      <dgm:prSet presAssocID="{4DBC5398-C381-4F94-A497-AC4163C5D6C8}" presName="spaceRect" presStyleCnt="0"/>
      <dgm:spPr/>
    </dgm:pt>
    <dgm:pt modelId="{D8C54D2F-343B-4017-894F-3D450DEE01D6}" type="pres">
      <dgm:prSet presAssocID="{4DBC5398-C381-4F94-A497-AC4163C5D6C8}" presName="textRect" presStyleLbl="revTx" presStyleIdx="3" presStyleCnt="5">
        <dgm:presLayoutVars>
          <dgm:chMax val="1"/>
          <dgm:chPref val="1"/>
        </dgm:presLayoutVars>
      </dgm:prSet>
      <dgm:spPr/>
    </dgm:pt>
    <dgm:pt modelId="{FA6BEC37-E2E9-4D29-9970-8D0ED51D22A2}" type="pres">
      <dgm:prSet presAssocID="{8C827790-33C4-4D44-BE21-F6CDEE3401A9}" presName="sibTrans" presStyleCnt="0"/>
      <dgm:spPr/>
    </dgm:pt>
    <dgm:pt modelId="{793E4D3B-1294-4C19-A28D-EEE7EDED86F5}" type="pres">
      <dgm:prSet presAssocID="{104993C5-5151-4859-A868-5D62EFB2D44E}" presName="compNode" presStyleCnt="0"/>
      <dgm:spPr/>
    </dgm:pt>
    <dgm:pt modelId="{D5125449-DCDA-4AA4-888B-09C43DE809F7}" type="pres">
      <dgm:prSet presAssocID="{104993C5-5151-4859-A868-5D62EFB2D44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3BA55B2-B166-468A-BC00-39BC78FEEAE3}" type="pres">
      <dgm:prSet presAssocID="{104993C5-5151-4859-A868-5D62EFB2D44E}" presName="spaceRect" presStyleCnt="0"/>
      <dgm:spPr/>
    </dgm:pt>
    <dgm:pt modelId="{6F6EF02D-B302-4A55-A13C-8D5A12FAE319}" type="pres">
      <dgm:prSet presAssocID="{104993C5-5151-4859-A868-5D62EFB2D44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840400E-85EA-4425-81D3-1ACF3BFC652E}" type="presOf" srcId="{503ABC2C-73C2-41E6-BE3A-27FD056F9649}" destId="{A98F04D7-331D-43F9-96C8-3A95FEBB7FA1}" srcOrd="0" destOrd="0" presId="urn:microsoft.com/office/officeart/2018/2/layout/IconLabelList"/>
    <dgm:cxn modelId="{B3200916-065A-435F-AC5F-DC1C18D5EC97}" srcId="{FBAD35A2-2C07-42BE-A261-4D9B215D980E}" destId="{74223A1B-1FA7-498E-8B71-2191D1EAD663}" srcOrd="0" destOrd="0" parTransId="{9D05D330-40DD-473F-A822-5C5482129B34}" sibTransId="{F5033BAF-CE67-4289-B9DF-3923D86DD0F0}"/>
    <dgm:cxn modelId="{97B72861-F2FF-455D-85F4-8DF596265D0E}" type="presOf" srcId="{104993C5-5151-4859-A868-5D62EFB2D44E}" destId="{6F6EF02D-B302-4A55-A13C-8D5A12FAE319}" srcOrd="0" destOrd="0" presId="urn:microsoft.com/office/officeart/2018/2/layout/IconLabelList"/>
    <dgm:cxn modelId="{33A51664-BF3A-4785-B3B1-BEAF9520AD0D}" srcId="{FBAD35A2-2C07-42BE-A261-4D9B215D980E}" destId="{104993C5-5151-4859-A868-5D62EFB2D44E}" srcOrd="4" destOrd="0" parTransId="{FD96D45F-4714-43B8-8EC4-B56B30EC321E}" sibTransId="{CCE7B78D-02C4-4FA0-8990-B25C8B267665}"/>
    <dgm:cxn modelId="{79F8186E-B4E0-48C7-BE58-1D6A3B41F693}" type="presOf" srcId="{4DBC5398-C381-4F94-A497-AC4163C5D6C8}" destId="{D8C54D2F-343B-4017-894F-3D450DEE01D6}" srcOrd="0" destOrd="0" presId="urn:microsoft.com/office/officeart/2018/2/layout/IconLabelList"/>
    <dgm:cxn modelId="{18CBC96E-0A2A-4523-8C3D-89A8BC7689F7}" srcId="{FBAD35A2-2C07-42BE-A261-4D9B215D980E}" destId="{503ABC2C-73C2-41E6-BE3A-27FD056F9649}" srcOrd="2" destOrd="0" parTransId="{FCAF1F8E-49D2-4C00-8629-5A3236DFAF32}" sibTransId="{2D158EF9-F24E-46DE-A425-694CE182558B}"/>
    <dgm:cxn modelId="{3432C670-7086-4F77-ACDA-2C5C6B742F0F}" srcId="{FBAD35A2-2C07-42BE-A261-4D9B215D980E}" destId="{A8893337-8851-4E54-9494-84E39D1B20AC}" srcOrd="1" destOrd="0" parTransId="{22502CD6-2756-4E5F-AFEE-150ED3E4226A}" sibTransId="{6EED5F8E-2A13-4AE2-A421-DAAEEA5A5B94}"/>
    <dgm:cxn modelId="{2968527E-24CD-4178-A82B-F1E2AECBF91B}" type="presOf" srcId="{FBAD35A2-2C07-42BE-A261-4D9B215D980E}" destId="{20779C5E-40B4-4C00-86A4-C06DBB9D58B7}" srcOrd="0" destOrd="0" presId="urn:microsoft.com/office/officeart/2018/2/layout/IconLabelList"/>
    <dgm:cxn modelId="{2678C2BE-638E-4905-81B5-6E3ECF719CB0}" srcId="{FBAD35A2-2C07-42BE-A261-4D9B215D980E}" destId="{4DBC5398-C381-4F94-A497-AC4163C5D6C8}" srcOrd="3" destOrd="0" parTransId="{BAA4956F-BF68-4A9B-BC71-457305FCE13C}" sibTransId="{8C827790-33C4-4D44-BE21-F6CDEE3401A9}"/>
    <dgm:cxn modelId="{839682FA-0B68-46F5-A32B-2701BB622B74}" type="presOf" srcId="{A8893337-8851-4E54-9494-84E39D1B20AC}" destId="{E9D941D0-3519-4190-89F7-FC95433294FB}" srcOrd="0" destOrd="0" presId="urn:microsoft.com/office/officeart/2018/2/layout/IconLabelList"/>
    <dgm:cxn modelId="{072843FB-19BD-4742-BB15-A23F68F7DF1C}" type="presOf" srcId="{74223A1B-1FA7-498E-8B71-2191D1EAD663}" destId="{F8505BE4-1C54-47AA-A962-6019218EE053}" srcOrd="0" destOrd="0" presId="urn:microsoft.com/office/officeart/2018/2/layout/IconLabelList"/>
    <dgm:cxn modelId="{82DFDD16-DF23-43C7-B1F5-F56B92F72EE0}" type="presParOf" srcId="{20779C5E-40B4-4C00-86A4-C06DBB9D58B7}" destId="{A4DFA2CD-075E-487D-8700-70576ED48C85}" srcOrd="0" destOrd="0" presId="urn:microsoft.com/office/officeart/2018/2/layout/IconLabelList"/>
    <dgm:cxn modelId="{A5EA5BDD-DBBE-43A4-95BD-E68CC37098D9}" type="presParOf" srcId="{A4DFA2CD-075E-487D-8700-70576ED48C85}" destId="{5FE306CE-5892-4EE5-92A8-C4EE35BEDB1B}" srcOrd="0" destOrd="0" presId="urn:microsoft.com/office/officeart/2018/2/layout/IconLabelList"/>
    <dgm:cxn modelId="{FB7BA445-F891-40B9-8EFE-C00CD0072B4E}" type="presParOf" srcId="{A4DFA2CD-075E-487D-8700-70576ED48C85}" destId="{78895BD7-6A74-4819-9321-9331F5CFDCC0}" srcOrd="1" destOrd="0" presId="urn:microsoft.com/office/officeart/2018/2/layout/IconLabelList"/>
    <dgm:cxn modelId="{9F4B0155-4B7C-4A44-86CE-800EC010E96E}" type="presParOf" srcId="{A4DFA2CD-075E-487D-8700-70576ED48C85}" destId="{F8505BE4-1C54-47AA-A962-6019218EE053}" srcOrd="2" destOrd="0" presId="urn:microsoft.com/office/officeart/2018/2/layout/IconLabelList"/>
    <dgm:cxn modelId="{C50E1199-2859-45CA-BEC9-89780341252A}" type="presParOf" srcId="{20779C5E-40B4-4C00-86A4-C06DBB9D58B7}" destId="{138760EB-B87A-4E99-905E-2C06F1E17D76}" srcOrd="1" destOrd="0" presId="urn:microsoft.com/office/officeart/2018/2/layout/IconLabelList"/>
    <dgm:cxn modelId="{F2A59C49-52A8-4F8C-B3D8-2BAE2DAE207A}" type="presParOf" srcId="{20779C5E-40B4-4C00-86A4-C06DBB9D58B7}" destId="{E64A46E8-1105-4EF5-8122-3413A0A1D22F}" srcOrd="2" destOrd="0" presId="urn:microsoft.com/office/officeart/2018/2/layout/IconLabelList"/>
    <dgm:cxn modelId="{953C1971-8AB2-419C-873E-8C36CE12F336}" type="presParOf" srcId="{E64A46E8-1105-4EF5-8122-3413A0A1D22F}" destId="{A31802DA-6576-4016-A52B-409EFC062982}" srcOrd="0" destOrd="0" presId="urn:microsoft.com/office/officeart/2018/2/layout/IconLabelList"/>
    <dgm:cxn modelId="{49C12D65-B794-4706-BCC7-5D175CC44015}" type="presParOf" srcId="{E64A46E8-1105-4EF5-8122-3413A0A1D22F}" destId="{62DFDA76-9343-402E-8DED-02F2A0B038FB}" srcOrd="1" destOrd="0" presId="urn:microsoft.com/office/officeart/2018/2/layout/IconLabelList"/>
    <dgm:cxn modelId="{06F18632-1DB4-4905-A91F-145F09779A3B}" type="presParOf" srcId="{E64A46E8-1105-4EF5-8122-3413A0A1D22F}" destId="{E9D941D0-3519-4190-89F7-FC95433294FB}" srcOrd="2" destOrd="0" presId="urn:microsoft.com/office/officeart/2018/2/layout/IconLabelList"/>
    <dgm:cxn modelId="{5AD9E14F-887E-4405-AA9B-6581EDA00673}" type="presParOf" srcId="{20779C5E-40B4-4C00-86A4-C06DBB9D58B7}" destId="{FFA15F2B-7733-4381-A658-57A12C9240D0}" srcOrd="3" destOrd="0" presId="urn:microsoft.com/office/officeart/2018/2/layout/IconLabelList"/>
    <dgm:cxn modelId="{3FD9CE15-22C0-4746-ADF0-C9C875428CA8}" type="presParOf" srcId="{20779C5E-40B4-4C00-86A4-C06DBB9D58B7}" destId="{2D6658EB-4B2A-4586-BB02-B8F4604F24B3}" srcOrd="4" destOrd="0" presId="urn:microsoft.com/office/officeart/2018/2/layout/IconLabelList"/>
    <dgm:cxn modelId="{BB536BB6-1C6B-4A43-BE8B-B0575117B6C1}" type="presParOf" srcId="{2D6658EB-4B2A-4586-BB02-B8F4604F24B3}" destId="{5C682F35-1E4D-4AE0-8462-2FDBD06443B5}" srcOrd="0" destOrd="0" presId="urn:microsoft.com/office/officeart/2018/2/layout/IconLabelList"/>
    <dgm:cxn modelId="{BD599E75-F5A1-487C-969A-9A8F24489890}" type="presParOf" srcId="{2D6658EB-4B2A-4586-BB02-B8F4604F24B3}" destId="{37CE5D6E-7D71-477B-9808-8ED94C9B09B9}" srcOrd="1" destOrd="0" presId="urn:microsoft.com/office/officeart/2018/2/layout/IconLabelList"/>
    <dgm:cxn modelId="{2B86AD26-9221-4930-B993-CA3A05EF5871}" type="presParOf" srcId="{2D6658EB-4B2A-4586-BB02-B8F4604F24B3}" destId="{A98F04D7-331D-43F9-96C8-3A95FEBB7FA1}" srcOrd="2" destOrd="0" presId="urn:microsoft.com/office/officeart/2018/2/layout/IconLabelList"/>
    <dgm:cxn modelId="{C20A1B9E-CF2D-460A-BF39-CD3B566EC81F}" type="presParOf" srcId="{20779C5E-40B4-4C00-86A4-C06DBB9D58B7}" destId="{6B80DE32-F9CB-40BD-A093-4DB94640A210}" srcOrd="5" destOrd="0" presId="urn:microsoft.com/office/officeart/2018/2/layout/IconLabelList"/>
    <dgm:cxn modelId="{A7FCE66D-6B5F-4BD4-8C27-67D459FE5389}" type="presParOf" srcId="{20779C5E-40B4-4C00-86A4-C06DBB9D58B7}" destId="{9CDB028A-5B67-4F76-A3F9-E9FAA1F8FF67}" srcOrd="6" destOrd="0" presId="urn:microsoft.com/office/officeart/2018/2/layout/IconLabelList"/>
    <dgm:cxn modelId="{65E9D644-2764-41EE-83F6-1BF51184DB02}" type="presParOf" srcId="{9CDB028A-5B67-4F76-A3F9-E9FAA1F8FF67}" destId="{55ECF6B0-A2F4-470D-B8DA-EAF509385B28}" srcOrd="0" destOrd="0" presId="urn:microsoft.com/office/officeart/2018/2/layout/IconLabelList"/>
    <dgm:cxn modelId="{C8B6AC81-03D3-41A9-A663-4E433E2FBD13}" type="presParOf" srcId="{9CDB028A-5B67-4F76-A3F9-E9FAA1F8FF67}" destId="{2E43A01B-1FBB-4AB0-B990-4A16A702EB9A}" srcOrd="1" destOrd="0" presId="urn:microsoft.com/office/officeart/2018/2/layout/IconLabelList"/>
    <dgm:cxn modelId="{51C066B4-0D65-477C-A365-165913B50CB1}" type="presParOf" srcId="{9CDB028A-5B67-4F76-A3F9-E9FAA1F8FF67}" destId="{D8C54D2F-343B-4017-894F-3D450DEE01D6}" srcOrd="2" destOrd="0" presId="urn:microsoft.com/office/officeart/2018/2/layout/IconLabelList"/>
    <dgm:cxn modelId="{C327E597-8715-4BC4-BD1C-ABE53E287F29}" type="presParOf" srcId="{20779C5E-40B4-4C00-86A4-C06DBB9D58B7}" destId="{FA6BEC37-E2E9-4D29-9970-8D0ED51D22A2}" srcOrd="7" destOrd="0" presId="urn:microsoft.com/office/officeart/2018/2/layout/IconLabelList"/>
    <dgm:cxn modelId="{8F9DDD50-69EF-46D0-95E7-76CBA1480C4F}" type="presParOf" srcId="{20779C5E-40B4-4C00-86A4-C06DBB9D58B7}" destId="{793E4D3B-1294-4C19-A28D-EEE7EDED86F5}" srcOrd="8" destOrd="0" presId="urn:microsoft.com/office/officeart/2018/2/layout/IconLabelList"/>
    <dgm:cxn modelId="{3D2ABC7B-3886-40FC-82B2-8AEEEEB07D59}" type="presParOf" srcId="{793E4D3B-1294-4C19-A28D-EEE7EDED86F5}" destId="{D5125449-DCDA-4AA4-888B-09C43DE809F7}" srcOrd="0" destOrd="0" presId="urn:microsoft.com/office/officeart/2018/2/layout/IconLabelList"/>
    <dgm:cxn modelId="{6D684890-3DDA-4FE5-9A27-F0ED6350BEEB}" type="presParOf" srcId="{793E4D3B-1294-4C19-A28D-EEE7EDED86F5}" destId="{53BA55B2-B166-468A-BC00-39BC78FEEAE3}" srcOrd="1" destOrd="0" presId="urn:microsoft.com/office/officeart/2018/2/layout/IconLabelList"/>
    <dgm:cxn modelId="{2AC5235F-E1F4-46A2-922E-6E2E076A6678}" type="presParOf" srcId="{793E4D3B-1294-4C19-A28D-EEE7EDED86F5}" destId="{6F6EF02D-B302-4A55-A13C-8D5A12FAE3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8DFCEE3-AE13-491B-991B-DB3836D862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C10F441-4235-40BA-B1BE-6EFEF652F3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Unlike SQL Server Always-on Availability Groups, there isn’t a replica of the database-  single database, shared between multiple DB servers.  Transactional processing is “shipped” between the nodes, (servers) to keep them in sync.</a:t>
          </a:r>
        </a:p>
      </dgm:t>
    </dgm:pt>
    <dgm:pt modelId="{2BCCCF3C-0E64-4AC9-8CAF-776E921B8156}" type="parTrans" cxnId="{49156310-5478-4308-B7E4-C9C48835953E}">
      <dgm:prSet/>
      <dgm:spPr/>
      <dgm:t>
        <a:bodyPr/>
        <a:lstStyle/>
        <a:p>
          <a:endParaRPr lang="en-US"/>
        </a:p>
      </dgm:t>
    </dgm:pt>
    <dgm:pt modelId="{B225C2B8-D2BC-4038-84DE-32F85FBA0877}" type="sibTrans" cxnId="{49156310-5478-4308-B7E4-C9C48835953E}">
      <dgm:prSet/>
      <dgm:spPr/>
      <dgm:t>
        <a:bodyPr/>
        <a:lstStyle/>
        <a:p>
          <a:endParaRPr lang="en-US"/>
        </a:p>
      </dgm:t>
    </dgm:pt>
    <dgm:pt modelId="{576ABCD3-5F65-4B32-80A1-2EC44D65BD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write BETWEEN nodes on AG.  In Oracle RAC, there is a share everything design.</a:t>
          </a:r>
        </a:p>
        <a:p>
          <a:pPr>
            <a:lnSpc>
              <a:spcPct val="100000"/>
            </a:lnSpc>
          </a:pPr>
          <a:r>
            <a:rPr lang="en-US" dirty="0"/>
            <a:t>There is a significant overhead to this, global cache, (gc waits)- CPU, memory and network, although there are some similar waits in AG on SQL Server.</a:t>
          </a:r>
        </a:p>
      </dgm:t>
    </dgm:pt>
    <dgm:pt modelId="{FAF03143-F88A-42E6-B58D-844D5AC67824}" type="parTrans" cxnId="{462814FD-301A-4B78-B9E6-52EF5765EA3A}">
      <dgm:prSet/>
      <dgm:spPr/>
      <dgm:t>
        <a:bodyPr/>
        <a:lstStyle/>
        <a:p>
          <a:endParaRPr lang="en-US"/>
        </a:p>
      </dgm:t>
    </dgm:pt>
    <dgm:pt modelId="{566F51C8-E397-4424-9730-E3A4C75EB645}" type="sibTrans" cxnId="{462814FD-301A-4B78-B9E6-52EF5765EA3A}">
      <dgm:prSet/>
      <dgm:spPr/>
      <dgm:t>
        <a:bodyPr/>
        <a:lstStyle/>
        <a:p>
          <a:endParaRPr lang="en-US"/>
        </a:p>
      </dgm:t>
    </dgm:pt>
    <dgm:pt modelId="{A09D19F9-156D-4D1B-A748-3A3128B69A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AG is built for failover, where RAC is built for scalability.</a:t>
          </a:r>
        </a:p>
      </dgm:t>
    </dgm:pt>
    <dgm:pt modelId="{6F30D98E-DCE7-4B0C-BB6F-EA20A0DA1EEF}" type="parTrans" cxnId="{BD19209A-D299-421B-9262-43D5CD38FE18}">
      <dgm:prSet/>
      <dgm:spPr/>
      <dgm:t>
        <a:bodyPr/>
        <a:lstStyle/>
        <a:p>
          <a:endParaRPr lang="en-US"/>
        </a:p>
      </dgm:t>
    </dgm:pt>
    <dgm:pt modelId="{8980BB18-916E-4CFE-827E-601F3F158D9E}" type="sibTrans" cxnId="{BD19209A-D299-421B-9262-43D5CD38FE18}">
      <dgm:prSet/>
      <dgm:spPr/>
      <dgm:t>
        <a:bodyPr/>
        <a:lstStyle/>
        <a:p>
          <a:endParaRPr lang="en-US"/>
        </a:p>
      </dgm:t>
    </dgm:pt>
    <dgm:pt modelId="{E131F59C-B2D3-4E0D-9217-173B6FBA5CBB}" type="pres">
      <dgm:prSet presAssocID="{08DFCEE3-AE13-491B-991B-DB3836D862C7}" presName="root" presStyleCnt="0">
        <dgm:presLayoutVars>
          <dgm:dir/>
          <dgm:resizeHandles val="exact"/>
        </dgm:presLayoutVars>
      </dgm:prSet>
      <dgm:spPr/>
    </dgm:pt>
    <dgm:pt modelId="{013FE311-A8ED-4737-925F-B4BA500B17D7}" type="pres">
      <dgm:prSet presAssocID="{3C10F441-4235-40BA-B1BE-6EFEF652F3D2}" presName="compNode" presStyleCnt="0"/>
      <dgm:spPr/>
    </dgm:pt>
    <dgm:pt modelId="{C767AF56-CFD4-4D29-A052-F1BD90621501}" type="pres">
      <dgm:prSet presAssocID="{3C10F441-4235-40BA-B1BE-6EFEF652F3D2}" presName="bgRect" presStyleLbl="bgShp" presStyleIdx="0" presStyleCnt="3"/>
      <dgm:spPr/>
    </dgm:pt>
    <dgm:pt modelId="{5BE9E928-B3F6-4377-8624-588543BF73BF}" type="pres">
      <dgm:prSet presAssocID="{3C10F441-4235-40BA-B1BE-6EFEF652F3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15EAF6D-27C1-4E74-B338-93755529770E}" type="pres">
      <dgm:prSet presAssocID="{3C10F441-4235-40BA-B1BE-6EFEF652F3D2}" presName="spaceRect" presStyleCnt="0"/>
      <dgm:spPr/>
    </dgm:pt>
    <dgm:pt modelId="{0321440B-02AE-4BCA-878E-D50A6F312046}" type="pres">
      <dgm:prSet presAssocID="{3C10F441-4235-40BA-B1BE-6EFEF652F3D2}" presName="parTx" presStyleLbl="revTx" presStyleIdx="0" presStyleCnt="3">
        <dgm:presLayoutVars>
          <dgm:chMax val="0"/>
          <dgm:chPref val="0"/>
        </dgm:presLayoutVars>
      </dgm:prSet>
      <dgm:spPr/>
    </dgm:pt>
    <dgm:pt modelId="{83BFADAC-DC84-4EBF-A3A3-C50F9C33A8E1}" type="pres">
      <dgm:prSet presAssocID="{B225C2B8-D2BC-4038-84DE-32F85FBA0877}" presName="sibTrans" presStyleCnt="0"/>
      <dgm:spPr/>
    </dgm:pt>
    <dgm:pt modelId="{C12010A3-4972-45F3-A307-53A96DB2175B}" type="pres">
      <dgm:prSet presAssocID="{576ABCD3-5F65-4B32-80A1-2EC44D65BD0C}" presName="compNode" presStyleCnt="0"/>
      <dgm:spPr/>
    </dgm:pt>
    <dgm:pt modelId="{5A9068D0-E091-4BD7-9A22-6075CDF4A586}" type="pres">
      <dgm:prSet presAssocID="{576ABCD3-5F65-4B32-80A1-2EC44D65BD0C}" presName="bgRect" presStyleLbl="bgShp" presStyleIdx="1" presStyleCnt="3"/>
      <dgm:spPr/>
    </dgm:pt>
    <dgm:pt modelId="{AF9EE806-2528-4C0A-8ED2-069B28BA4E89}" type="pres">
      <dgm:prSet presAssocID="{576ABCD3-5F65-4B32-80A1-2EC44D65BD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D2CD64A6-6DA3-4DDE-9FA3-87CB772C2A17}" type="pres">
      <dgm:prSet presAssocID="{576ABCD3-5F65-4B32-80A1-2EC44D65BD0C}" presName="spaceRect" presStyleCnt="0"/>
      <dgm:spPr/>
    </dgm:pt>
    <dgm:pt modelId="{F11AFF37-4BC1-433B-B736-D7B3FCF3B07D}" type="pres">
      <dgm:prSet presAssocID="{576ABCD3-5F65-4B32-80A1-2EC44D65BD0C}" presName="parTx" presStyleLbl="revTx" presStyleIdx="1" presStyleCnt="3">
        <dgm:presLayoutVars>
          <dgm:chMax val="0"/>
          <dgm:chPref val="0"/>
        </dgm:presLayoutVars>
      </dgm:prSet>
      <dgm:spPr/>
    </dgm:pt>
    <dgm:pt modelId="{657B9C9C-D67B-4E20-9F08-9481482C2F78}" type="pres">
      <dgm:prSet presAssocID="{566F51C8-E397-4424-9730-E3A4C75EB645}" presName="sibTrans" presStyleCnt="0"/>
      <dgm:spPr/>
    </dgm:pt>
    <dgm:pt modelId="{7CA36CE8-4351-4D1E-8E5D-F04EF22EC932}" type="pres">
      <dgm:prSet presAssocID="{A09D19F9-156D-4D1B-A748-3A3128B69A0F}" presName="compNode" presStyleCnt="0"/>
      <dgm:spPr/>
    </dgm:pt>
    <dgm:pt modelId="{1D0E632B-EF88-4990-B2B3-1082BD285B97}" type="pres">
      <dgm:prSet presAssocID="{A09D19F9-156D-4D1B-A748-3A3128B69A0F}" presName="bgRect" presStyleLbl="bgShp" presStyleIdx="2" presStyleCnt="3"/>
      <dgm:spPr/>
    </dgm:pt>
    <dgm:pt modelId="{49C27879-8625-4376-9685-FD8EF3A05AFE}" type="pres">
      <dgm:prSet presAssocID="{A09D19F9-156D-4D1B-A748-3A3128B69A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55DA70F5-720B-48C7-B174-181A80EC5755}" type="pres">
      <dgm:prSet presAssocID="{A09D19F9-156D-4D1B-A748-3A3128B69A0F}" presName="spaceRect" presStyleCnt="0"/>
      <dgm:spPr/>
    </dgm:pt>
    <dgm:pt modelId="{E01A559B-86BB-4B8C-A72E-A9E38E7B6963}" type="pres">
      <dgm:prSet presAssocID="{A09D19F9-156D-4D1B-A748-3A3128B69A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9156310-5478-4308-B7E4-C9C48835953E}" srcId="{08DFCEE3-AE13-491B-991B-DB3836D862C7}" destId="{3C10F441-4235-40BA-B1BE-6EFEF652F3D2}" srcOrd="0" destOrd="0" parTransId="{2BCCCF3C-0E64-4AC9-8CAF-776E921B8156}" sibTransId="{B225C2B8-D2BC-4038-84DE-32F85FBA0877}"/>
    <dgm:cxn modelId="{EFA6DB1C-77EB-4E93-A2B8-239C8494108E}" type="presOf" srcId="{08DFCEE3-AE13-491B-991B-DB3836D862C7}" destId="{E131F59C-B2D3-4E0D-9217-173B6FBA5CBB}" srcOrd="0" destOrd="0" presId="urn:microsoft.com/office/officeart/2018/2/layout/IconVerticalSolidList"/>
    <dgm:cxn modelId="{EC6B8076-7FD6-4E49-A33F-B15FB10E221A}" type="presOf" srcId="{3C10F441-4235-40BA-B1BE-6EFEF652F3D2}" destId="{0321440B-02AE-4BCA-878E-D50A6F312046}" srcOrd="0" destOrd="0" presId="urn:microsoft.com/office/officeart/2018/2/layout/IconVerticalSolidList"/>
    <dgm:cxn modelId="{BD19209A-D299-421B-9262-43D5CD38FE18}" srcId="{08DFCEE3-AE13-491B-991B-DB3836D862C7}" destId="{A09D19F9-156D-4D1B-A748-3A3128B69A0F}" srcOrd="2" destOrd="0" parTransId="{6F30D98E-DCE7-4B0C-BB6F-EA20A0DA1EEF}" sibTransId="{8980BB18-916E-4CFE-827E-601F3F158D9E}"/>
    <dgm:cxn modelId="{9B05C5A0-F8B9-4FFA-AA22-6C3DE74B21E8}" type="presOf" srcId="{576ABCD3-5F65-4B32-80A1-2EC44D65BD0C}" destId="{F11AFF37-4BC1-433B-B736-D7B3FCF3B07D}" srcOrd="0" destOrd="0" presId="urn:microsoft.com/office/officeart/2018/2/layout/IconVerticalSolidList"/>
    <dgm:cxn modelId="{85F4FFAC-C27E-420E-AD77-65D6110A483D}" type="presOf" srcId="{A09D19F9-156D-4D1B-A748-3A3128B69A0F}" destId="{E01A559B-86BB-4B8C-A72E-A9E38E7B6963}" srcOrd="0" destOrd="0" presId="urn:microsoft.com/office/officeart/2018/2/layout/IconVerticalSolidList"/>
    <dgm:cxn modelId="{462814FD-301A-4B78-B9E6-52EF5765EA3A}" srcId="{08DFCEE3-AE13-491B-991B-DB3836D862C7}" destId="{576ABCD3-5F65-4B32-80A1-2EC44D65BD0C}" srcOrd="1" destOrd="0" parTransId="{FAF03143-F88A-42E6-B58D-844D5AC67824}" sibTransId="{566F51C8-E397-4424-9730-E3A4C75EB645}"/>
    <dgm:cxn modelId="{C4318CA6-1434-4E3F-BBE1-1B8A2AD09C0A}" type="presParOf" srcId="{E131F59C-B2D3-4E0D-9217-173B6FBA5CBB}" destId="{013FE311-A8ED-4737-925F-B4BA500B17D7}" srcOrd="0" destOrd="0" presId="urn:microsoft.com/office/officeart/2018/2/layout/IconVerticalSolidList"/>
    <dgm:cxn modelId="{7FC0638E-6236-4CA3-B0AD-691F6BBFB0B3}" type="presParOf" srcId="{013FE311-A8ED-4737-925F-B4BA500B17D7}" destId="{C767AF56-CFD4-4D29-A052-F1BD90621501}" srcOrd="0" destOrd="0" presId="urn:microsoft.com/office/officeart/2018/2/layout/IconVerticalSolidList"/>
    <dgm:cxn modelId="{E06F4A53-C594-40AE-BC18-7B7CCF1D2E83}" type="presParOf" srcId="{013FE311-A8ED-4737-925F-B4BA500B17D7}" destId="{5BE9E928-B3F6-4377-8624-588543BF73BF}" srcOrd="1" destOrd="0" presId="urn:microsoft.com/office/officeart/2018/2/layout/IconVerticalSolidList"/>
    <dgm:cxn modelId="{237ED0D4-5B74-4E77-AAD9-C2F19A6C30ED}" type="presParOf" srcId="{013FE311-A8ED-4737-925F-B4BA500B17D7}" destId="{615EAF6D-27C1-4E74-B338-93755529770E}" srcOrd="2" destOrd="0" presId="urn:microsoft.com/office/officeart/2018/2/layout/IconVerticalSolidList"/>
    <dgm:cxn modelId="{0538C8CE-2D1A-4C33-A8A3-C24FD339A541}" type="presParOf" srcId="{013FE311-A8ED-4737-925F-B4BA500B17D7}" destId="{0321440B-02AE-4BCA-878E-D50A6F312046}" srcOrd="3" destOrd="0" presId="urn:microsoft.com/office/officeart/2018/2/layout/IconVerticalSolidList"/>
    <dgm:cxn modelId="{4531E3E4-83A5-4B6B-9582-96764E1DCD95}" type="presParOf" srcId="{E131F59C-B2D3-4E0D-9217-173B6FBA5CBB}" destId="{83BFADAC-DC84-4EBF-A3A3-C50F9C33A8E1}" srcOrd="1" destOrd="0" presId="urn:microsoft.com/office/officeart/2018/2/layout/IconVerticalSolidList"/>
    <dgm:cxn modelId="{8A441441-C195-435D-B4F9-2C7BE894820D}" type="presParOf" srcId="{E131F59C-B2D3-4E0D-9217-173B6FBA5CBB}" destId="{C12010A3-4972-45F3-A307-53A96DB2175B}" srcOrd="2" destOrd="0" presId="urn:microsoft.com/office/officeart/2018/2/layout/IconVerticalSolidList"/>
    <dgm:cxn modelId="{7D0FBA78-95B0-4D65-90D5-8D3873BB6126}" type="presParOf" srcId="{C12010A3-4972-45F3-A307-53A96DB2175B}" destId="{5A9068D0-E091-4BD7-9A22-6075CDF4A586}" srcOrd="0" destOrd="0" presId="urn:microsoft.com/office/officeart/2018/2/layout/IconVerticalSolidList"/>
    <dgm:cxn modelId="{97A28C7C-0B0A-4D2E-A542-5A7257599F79}" type="presParOf" srcId="{C12010A3-4972-45F3-A307-53A96DB2175B}" destId="{AF9EE806-2528-4C0A-8ED2-069B28BA4E89}" srcOrd="1" destOrd="0" presId="urn:microsoft.com/office/officeart/2018/2/layout/IconVerticalSolidList"/>
    <dgm:cxn modelId="{C31CBF66-CAFA-4E08-87A2-1F0A82F42CFA}" type="presParOf" srcId="{C12010A3-4972-45F3-A307-53A96DB2175B}" destId="{D2CD64A6-6DA3-4DDE-9FA3-87CB772C2A17}" srcOrd="2" destOrd="0" presId="urn:microsoft.com/office/officeart/2018/2/layout/IconVerticalSolidList"/>
    <dgm:cxn modelId="{4B536267-4494-4AC9-8AF6-4438903C551E}" type="presParOf" srcId="{C12010A3-4972-45F3-A307-53A96DB2175B}" destId="{F11AFF37-4BC1-433B-B736-D7B3FCF3B07D}" srcOrd="3" destOrd="0" presId="urn:microsoft.com/office/officeart/2018/2/layout/IconVerticalSolidList"/>
    <dgm:cxn modelId="{DBBF5204-5069-49C6-8C99-B4F1994349F1}" type="presParOf" srcId="{E131F59C-B2D3-4E0D-9217-173B6FBA5CBB}" destId="{657B9C9C-D67B-4E20-9F08-9481482C2F78}" srcOrd="3" destOrd="0" presId="urn:microsoft.com/office/officeart/2018/2/layout/IconVerticalSolidList"/>
    <dgm:cxn modelId="{085126B9-C2E5-49B7-8B04-9FE8572B48A3}" type="presParOf" srcId="{E131F59C-B2D3-4E0D-9217-173B6FBA5CBB}" destId="{7CA36CE8-4351-4D1E-8E5D-F04EF22EC932}" srcOrd="4" destOrd="0" presId="urn:microsoft.com/office/officeart/2018/2/layout/IconVerticalSolidList"/>
    <dgm:cxn modelId="{72708F7A-E91D-4A90-A880-C6E4B500BB8E}" type="presParOf" srcId="{7CA36CE8-4351-4D1E-8E5D-F04EF22EC932}" destId="{1D0E632B-EF88-4990-B2B3-1082BD285B97}" srcOrd="0" destOrd="0" presId="urn:microsoft.com/office/officeart/2018/2/layout/IconVerticalSolidList"/>
    <dgm:cxn modelId="{2BCA64D1-34D9-460C-907E-FCD7273C6FC1}" type="presParOf" srcId="{7CA36CE8-4351-4D1E-8E5D-F04EF22EC932}" destId="{49C27879-8625-4376-9685-FD8EF3A05AFE}" srcOrd="1" destOrd="0" presId="urn:microsoft.com/office/officeart/2018/2/layout/IconVerticalSolidList"/>
    <dgm:cxn modelId="{7EC4E1BC-A426-459F-8A2A-2EAB99DAEC33}" type="presParOf" srcId="{7CA36CE8-4351-4D1E-8E5D-F04EF22EC932}" destId="{55DA70F5-720B-48C7-B174-181A80EC5755}" srcOrd="2" destOrd="0" presId="urn:microsoft.com/office/officeart/2018/2/layout/IconVerticalSolidList"/>
    <dgm:cxn modelId="{A2F50810-D58A-4E25-88AF-13E70EB022C7}" type="presParOf" srcId="{7CA36CE8-4351-4D1E-8E5D-F04EF22EC932}" destId="{E01A559B-86BB-4B8C-A72E-A9E38E7B69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251EDFF-54E5-4A39-8367-BA518E482F5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5CD1AE-8C71-4371-B6B8-07B26A094D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Like Always-on Availability Groups in SQL Server</a:t>
          </a:r>
        </a:p>
      </dgm:t>
    </dgm:pt>
    <dgm:pt modelId="{EFA10F8E-45AC-4AC9-9A76-357437594AB1}" type="parTrans" cxnId="{7AEC1D87-3C38-49AC-BC90-0D79E707D3DB}">
      <dgm:prSet/>
      <dgm:spPr/>
      <dgm:t>
        <a:bodyPr/>
        <a:lstStyle/>
        <a:p>
          <a:endParaRPr lang="en-US"/>
        </a:p>
      </dgm:t>
    </dgm:pt>
    <dgm:pt modelId="{91BF96F6-0B9F-4C3D-BF99-A6549FEC3441}" type="sibTrans" cxnId="{7AEC1D87-3C38-49AC-BC90-0D79E707D3DB}">
      <dgm:prSet/>
      <dgm:spPr/>
      <dgm:t>
        <a:bodyPr/>
        <a:lstStyle/>
        <a:p>
          <a:endParaRPr lang="en-US"/>
        </a:p>
      </dgm:t>
    </dgm:pt>
    <dgm:pt modelId="{C2CA8D1F-B57E-4FE1-AE34-3BAC10B30E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Active/Passive or Active/Read-only solutions</a:t>
          </a:r>
        </a:p>
      </dgm:t>
    </dgm:pt>
    <dgm:pt modelId="{8F03B0F9-5CBA-4541-BDAF-C06C97DDE83F}" type="parTrans" cxnId="{E9EB1CA8-F2F7-4CAC-B2BD-F33AA8256F72}">
      <dgm:prSet/>
      <dgm:spPr/>
      <dgm:t>
        <a:bodyPr/>
        <a:lstStyle/>
        <a:p>
          <a:endParaRPr lang="en-US"/>
        </a:p>
      </dgm:t>
    </dgm:pt>
    <dgm:pt modelId="{346BA182-D3C9-483C-947E-831B99418576}" type="sibTrans" cxnId="{E9EB1CA8-F2F7-4CAC-B2BD-F33AA8256F72}">
      <dgm:prSet/>
      <dgm:spPr/>
      <dgm:t>
        <a:bodyPr/>
        <a:lstStyle/>
        <a:p>
          <a:endParaRPr lang="en-US"/>
        </a:p>
      </dgm:t>
    </dgm:pt>
    <dgm:pt modelId="{07C54E39-220B-479C-8124-24D6616E59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Uses terms “Primary” and “Secondaries”</a:t>
          </a:r>
        </a:p>
      </dgm:t>
    </dgm:pt>
    <dgm:pt modelId="{8CD73BD8-B9E1-4086-A062-35F3BB09BC33}" type="parTrans" cxnId="{857DD8B5-77D2-47F5-9B97-35E9D0A43E61}">
      <dgm:prSet/>
      <dgm:spPr/>
      <dgm:t>
        <a:bodyPr/>
        <a:lstStyle/>
        <a:p>
          <a:endParaRPr lang="en-US"/>
        </a:p>
      </dgm:t>
    </dgm:pt>
    <dgm:pt modelId="{75C3621F-C430-432F-8226-77540D2FEE24}" type="sibTrans" cxnId="{857DD8B5-77D2-47F5-9B97-35E9D0A43E61}">
      <dgm:prSet/>
      <dgm:spPr/>
      <dgm:t>
        <a:bodyPr/>
        <a:lstStyle/>
        <a:p>
          <a:endParaRPr lang="en-US"/>
        </a:p>
      </dgm:t>
    </dgm:pt>
    <dgm:pt modelId="{E4B66F04-06CB-4CA4-9DD7-9F8F282C6A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Can have many secondaries and set up with failover hierarchy.</a:t>
          </a:r>
        </a:p>
      </dgm:t>
    </dgm:pt>
    <dgm:pt modelId="{EA922BCE-0757-48EE-9CEA-F0BDB0603A5C}" type="parTrans" cxnId="{763541F4-9FA0-493C-A398-E59AA17353C7}">
      <dgm:prSet/>
      <dgm:spPr/>
      <dgm:t>
        <a:bodyPr/>
        <a:lstStyle/>
        <a:p>
          <a:endParaRPr lang="en-US"/>
        </a:p>
      </dgm:t>
    </dgm:pt>
    <dgm:pt modelId="{4A8CE61D-FBB4-4EF1-B5FC-4855C2695CAC}" type="sibTrans" cxnId="{763541F4-9FA0-493C-A398-E59AA17353C7}">
      <dgm:prSet/>
      <dgm:spPr/>
      <dgm:t>
        <a:bodyPr/>
        <a:lstStyle/>
        <a:p>
          <a:endParaRPr lang="en-US"/>
        </a:p>
      </dgm:t>
    </dgm:pt>
    <dgm:pt modelId="{1F93A0C2-6E00-4558-868A-656F55E00EE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Has Fast-start failover, (FSFO)  use a Far Sync host to manage data replication between long distances or multi-cloud.</a:t>
          </a:r>
        </a:p>
      </dgm:t>
    </dgm:pt>
    <dgm:pt modelId="{3DA3C546-0B61-494D-9B29-1969D505E59A}" type="parTrans" cxnId="{7F7A9526-5456-4BA3-B6C8-66A6D801ED5C}">
      <dgm:prSet/>
      <dgm:spPr/>
      <dgm:t>
        <a:bodyPr/>
        <a:lstStyle/>
        <a:p>
          <a:endParaRPr lang="en-US"/>
        </a:p>
      </dgm:t>
    </dgm:pt>
    <dgm:pt modelId="{14EA59ED-DC1D-451D-B0CD-D0DFDF91687C}" type="sibTrans" cxnId="{7F7A9526-5456-4BA3-B6C8-66A6D801ED5C}">
      <dgm:prSet/>
      <dgm:spPr/>
      <dgm:t>
        <a:bodyPr/>
        <a:lstStyle/>
        <a:p>
          <a:endParaRPr lang="en-US"/>
        </a:p>
      </dgm:t>
    </dgm:pt>
    <dgm:pt modelId="{0228089D-B09F-408C-9D7C-433B914C88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Incredibly flexible and resilient.</a:t>
          </a:r>
        </a:p>
      </dgm:t>
    </dgm:pt>
    <dgm:pt modelId="{B568B384-39BA-4E0C-99CF-14FA164A4DE4}" type="parTrans" cxnId="{33CC7AD2-56A2-4979-BD46-A3735DAF97E3}">
      <dgm:prSet/>
      <dgm:spPr/>
      <dgm:t>
        <a:bodyPr/>
        <a:lstStyle/>
        <a:p>
          <a:endParaRPr lang="en-US"/>
        </a:p>
      </dgm:t>
    </dgm:pt>
    <dgm:pt modelId="{6FA718FF-2FCF-4947-B202-6209AAB5196F}" type="sibTrans" cxnId="{33CC7AD2-56A2-4979-BD46-A3735DAF97E3}">
      <dgm:prSet/>
      <dgm:spPr/>
      <dgm:t>
        <a:bodyPr/>
        <a:lstStyle/>
        <a:p>
          <a:endParaRPr lang="en-US"/>
        </a:p>
      </dgm:t>
    </dgm:pt>
    <dgm:pt modelId="{F212EAF5-CECF-435F-A7D9-3F6C13E660C9}" type="pres">
      <dgm:prSet presAssocID="{1251EDFF-54E5-4A39-8367-BA518E482F52}" presName="root" presStyleCnt="0">
        <dgm:presLayoutVars>
          <dgm:dir/>
          <dgm:resizeHandles val="exact"/>
        </dgm:presLayoutVars>
      </dgm:prSet>
      <dgm:spPr/>
    </dgm:pt>
    <dgm:pt modelId="{365DA3F8-821E-4578-9B85-6FFB703FE551}" type="pres">
      <dgm:prSet presAssocID="{375CD1AE-8C71-4371-B6B8-07B26A094D05}" presName="compNode" presStyleCnt="0"/>
      <dgm:spPr/>
    </dgm:pt>
    <dgm:pt modelId="{5D63DF7D-E281-4409-BB8C-CC8821D4C7AA}" type="pres">
      <dgm:prSet presAssocID="{375CD1AE-8C71-4371-B6B8-07B26A094D0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30F199A-C08E-48F0-AC55-FDB85CF42B91}" type="pres">
      <dgm:prSet presAssocID="{375CD1AE-8C71-4371-B6B8-07B26A094D05}" presName="spaceRect" presStyleCnt="0"/>
      <dgm:spPr/>
    </dgm:pt>
    <dgm:pt modelId="{0E48BA68-8A96-41BD-B896-9BB453C01D96}" type="pres">
      <dgm:prSet presAssocID="{375CD1AE-8C71-4371-B6B8-07B26A094D05}" presName="textRect" presStyleLbl="revTx" presStyleIdx="0" presStyleCnt="6">
        <dgm:presLayoutVars>
          <dgm:chMax val="1"/>
          <dgm:chPref val="1"/>
        </dgm:presLayoutVars>
      </dgm:prSet>
      <dgm:spPr/>
    </dgm:pt>
    <dgm:pt modelId="{BFCB75A8-4BE2-4D87-8DEE-9E80ECD0E4B5}" type="pres">
      <dgm:prSet presAssocID="{91BF96F6-0B9F-4C3D-BF99-A6549FEC3441}" presName="sibTrans" presStyleCnt="0"/>
      <dgm:spPr/>
    </dgm:pt>
    <dgm:pt modelId="{55DCC2A2-1F12-4CFF-81EB-163B80BA251B}" type="pres">
      <dgm:prSet presAssocID="{C2CA8D1F-B57E-4FE1-AE34-3BAC10B30EA9}" presName="compNode" presStyleCnt="0"/>
      <dgm:spPr/>
    </dgm:pt>
    <dgm:pt modelId="{B57D5963-5AED-468D-B64E-31819229B84E}" type="pres">
      <dgm:prSet presAssocID="{C2CA8D1F-B57E-4FE1-AE34-3BAC10B30EA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D719E4C5-D2A4-47B0-8A5F-14CCDAC5EA9A}" type="pres">
      <dgm:prSet presAssocID="{C2CA8D1F-B57E-4FE1-AE34-3BAC10B30EA9}" presName="spaceRect" presStyleCnt="0"/>
      <dgm:spPr/>
    </dgm:pt>
    <dgm:pt modelId="{1BB46A81-4042-43D6-B7B5-E9EAC24290F7}" type="pres">
      <dgm:prSet presAssocID="{C2CA8D1F-B57E-4FE1-AE34-3BAC10B30EA9}" presName="textRect" presStyleLbl="revTx" presStyleIdx="1" presStyleCnt="6">
        <dgm:presLayoutVars>
          <dgm:chMax val="1"/>
          <dgm:chPref val="1"/>
        </dgm:presLayoutVars>
      </dgm:prSet>
      <dgm:spPr/>
    </dgm:pt>
    <dgm:pt modelId="{EDE3F348-555A-4464-B919-30D57E3B7FAD}" type="pres">
      <dgm:prSet presAssocID="{346BA182-D3C9-483C-947E-831B99418576}" presName="sibTrans" presStyleCnt="0"/>
      <dgm:spPr/>
    </dgm:pt>
    <dgm:pt modelId="{0D9DFDF3-2802-48C7-95B9-E74563787CC9}" type="pres">
      <dgm:prSet presAssocID="{07C54E39-220B-479C-8124-24D6616E5969}" presName="compNode" presStyleCnt="0"/>
      <dgm:spPr/>
    </dgm:pt>
    <dgm:pt modelId="{32066164-B3C5-47DA-9978-43DB2682DABF}" type="pres">
      <dgm:prSet presAssocID="{07C54E39-220B-479C-8124-24D6616E596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9E22656D-518E-4BBA-A243-2EFCA1679C19}" type="pres">
      <dgm:prSet presAssocID="{07C54E39-220B-479C-8124-24D6616E5969}" presName="spaceRect" presStyleCnt="0"/>
      <dgm:spPr/>
    </dgm:pt>
    <dgm:pt modelId="{B0A59D90-ED5E-456C-8F49-AFDF3FD4EB5E}" type="pres">
      <dgm:prSet presAssocID="{07C54E39-220B-479C-8124-24D6616E5969}" presName="textRect" presStyleLbl="revTx" presStyleIdx="2" presStyleCnt="6">
        <dgm:presLayoutVars>
          <dgm:chMax val="1"/>
          <dgm:chPref val="1"/>
        </dgm:presLayoutVars>
      </dgm:prSet>
      <dgm:spPr/>
    </dgm:pt>
    <dgm:pt modelId="{43A899D0-9183-4822-A930-B598D61FD25D}" type="pres">
      <dgm:prSet presAssocID="{75C3621F-C430-432F-8226-77540D2FEE24}" presName="sibTrans" presStyleCnt="0"/>
      <dgm:spPr/>
    </dgm:pt>
    <dgm:pt modelId="{430F3940-47AE-4562-BBE1-B49380383139}" type="pres">
      <dgm:prSet presAssocID="{E4B66F04-06CB-4CA4-9DD7-9F8F282C6A47}" presName="compNode" presStyleCnt="0"/>
      <dgm:spPr/>
    </dgm:pt>
    <dgm:pt modelId="{4D9112FE-8FA0-4A25-9F06-51A8C48CF9F3}" type="pres">
      <dgm:prSet presAssocID="{E4B66F04-06CB-4CA4-9DD7-9F8F282C6A4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0E04E10-982A-4EB2-8EF7-85E02BF9E33A}" type="pres">
      <dgm:prSet presAssocID="{E4B66F04-06CB-4CA4-9DD7-9F8F282C6A47}" presName="spaceRect" presStyleCnt="0"/>
      <dgm:spPr/>
    </dgm:pt>
    <dgm:pt modelId="{D2F6246B-7D94-4845-A8CE-E2814FFC68E0}" type="pres">
      <dgm:prSet presAssocID="{E4B66F04-06CB-4CA4-9DD7-9F8F282C6A47}" presName="textRect" presStyleLbl="revTx" presStyleIdx="3" presStyleCnt="6">
        <dgm:presLayoutVars>
          <dgm:chMax val="1"/>
          <dgm:chPref val="1"/>
        </dgm:presLayoutVars>
      </dgm:prSet>
      <dgm:spPr/>
    </dgm:pt>
    <dgm:pt modelId="{5A955184-A880-456B-8616-96020A5A7206}" type="pres">
      <dgm:prSet presAssocID="{4A8CE61D-FBB4-4EF1-B5FC-4855C2695CAC}" presName="sibTrans" presStyleCnt="0"/>
      <dgm:spPr/>
    </dgm:pt>
    <dgm:pt modelId="{550B1151-485B-4BCD-8EB1-E867F7C8BC0C}" type="pres">
      <dgm:prSet presAssocID="{1F93A0C2-6E00-4558-868A-656F55E00EE4}" presName="compNode" presStyleCnt="0"/>
      <dgm:spPr/>
    </dgm:pt>
    <dgm:pt modelId="{B794CC96-171F-4073-84F6-4ADEAA54AA9D}" type="pres">
      <dgm:prSet presAssocID="{1F93A0C2-6E00-4558-868A-656F55E00EE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949975C-A6C9-41AE-B2FE-F0DA5D83B3AD}" type="pres">
      <dgm:prSet presAssocID="{1F93A0C2-6E00-4558-868A-656F55E00EE4}" presName="spaceRect" presStyleCnt="0"/>
      <dgm:spPr/>
    </dgm:pt>
    <dgm:pt modelId="{55DCB9BA-C671-4DC3-AC3C-830677AC6A8D}" type="pres">
      <dgm:prSet presAssocID="{1F93A0C2-6E00-4558-868A-656F55E00EE4}" presName="textRect" presStyleLbl="revTx" presStyleIdx="4" presStyleCnt="6">
        <dgm:presLayoutVars>
          <dgm:chMax val="1"/>
          <dgm:chPref val="1"/>
        </dgm:presLayoutVars>
      </dgm:prSet>
      <dgm:spPr/>
    </dgm:pt>
    <dgm:pt modelId="{FF866D12-CADC-4A7B-AFC8-3C886A6C1448}" type="pres">
      <dgm:prSet presAssocID="{14EA59ED-DC1D-451D-B0CD-D0DFDF91687C}" presName="sibTrans" presStyleCnt="0"/>
      <dgm:spPr/>
    </dgm:pt>
    <dgm:pt modelId="{AED1CDC4-EE7E-40C3-AA52-8A162E02B58F}" type="pres">
      <dgm:prSet presAssocID="{0228089D-B09F-408C-9D7C-433B914C88A8}" presName="compNode" presStyleCnt="0"/>
      <dgm:spPr/>
    </dgm:pt>
    <dgm:pt modelId="{60BE6054-E810-4BB5-9E2D-1C5C9038382D}" type="pres">
      <dgm:prSet presAssocID="{0228089D-B09F-408C-9D7C-433B914C88A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D4A77FAC-EF39-4B4E-9FE5-A942EC545215}" type="pres">
      <dgm:prSet presAssocID="{0228089D-B09F-408C-9D7C-433B914C88A8}" presName="spaceRect" presStyleCnt="0"/>
      <dgm:spPr/>
    </dgm:pt>
    <dgm:pt modelId="{91F5009D-0D0D-4F11-8F6B-A1936272D344}" type="pres">
      <dgm:prSet presAssocID="{0228089D-B09F-408C-9D7C-433B914C88A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F7A9526-5456-4BA3-B6C8-66A6D801ED5C}" srcId="{1251EDFF-54E5-4A39-8367-BA518E482F52}" destId="{1F93A0C2-6E00-4558-868A-656F55E00EE4}" srcOrd="4" destOrd="0" parTransId="{3DA3C546-0B61-494D-9B29-1969D505E59A}" sibTransId="{14EA59ED-DC1D-451D-B0CD-D0DFDF91687C}"/>
    <dgm:cxn modelId="{B8FE7128-7DAD-4118-BB3D-968185F4CA42}" type="presOf" srcId="{1251EDFF-54E5-4A39-8367-BA518E482F52}" destId="{F212EAF5-CECF-435F-A7D9-3F6C13E660C9}" srcOrd="0" destOrd="0" presId="urn:microsoft.com/office/officeart/2018/2/layout/IconLabelList"/>
    <dgm:cxn modelId="{388B972E-E6C0-4532-86DC-972D2E1EFAF6}" type="presOf" srcId="{1F93A0C2-6E00-4558-868A-656F55E00EE4}" destId="{55DCB9BA-C671-4DC3-AC3C-830677AC6A8D}" srcOrd="0" destOrd="0" presId="urn:microsoft.com/office/officeart/2018/2/layout/IconLabelList"/>
    <dgm:cxn modelId="{673E8C34-1FCE-4F13-BFEB-80B1226EBBDC}" type="presOf" srcId="{C2CA8D1F-B57E-4FE1-AE34-3BAC10B30EA9}" destId="{1BB46A81-4042-43D6-B7B5-E9EAC24290F7}" srcOrd="0" destOrd="0" presId="urn:microsoft.com/office/officeart/2018/2/layout/IconLabelList"/>
    <dgm:cxn modelId="{C00D7045-B068-4C8A-A82E-4D57C7D29DA7}" type="presOf" srcId="{07C54E39-220B-479C-8124-24D6616E5969}" destId="{B0A59D90-ED5E-456C-8F49-AFDF3FD4EB5E}" srcOrd="0" destOrd="0" presId="urn:microsoft.com/office/officeart/2018/2/layout/IconLabelList"/>
    <dgm:cxn modelId="{2FFA505A-0821-4905-9187-9C233EB45C45}" type="presOf" srcId="{E4B66F04-06CB-4CA4-9DD7-9F8F282C6A47}" destId="{D2F6246B-7D94-4845-A8CE-E2814FFC68E0}" srcOrd="0" destOrd="0" presId="urn:microsoft.com/office/officeart/2018/2/layout/IconLabelList"/>
    <dgm:cxn modelId="{7AEC1D87-3C38-49AC-BC90-0D79E707D3DB}" srcId="{1251EDFF-54E5-4A39-8367-BA518E482F52}" destId="{375CD1AE-8C71-4371-B6B8-07B26A094D05}" srcOrd="0" destOrd="0" parTransId="{EFA10F8E-45AC-4AC9-9A76-357437594AB1}" sibTransId="{91BF96F6-0B9F-4C3D-BF99-A6549FEC3441}"/>
    <dgm:cxn modelId="{E9EB1CA8-F2F7-4CAC-B2BD-F33AA8256F72}" srcId="{1251EDFF-54E5-4A39-8367-BA518E482F52}" destId="{C2CA8D1F-B57E-4FE1-AE34-3BAC10B30EA9}" srcOrd="1" destOrd="0" parTransId="{8F03B0F9-5CBA-4541-BDAF-C06C97DDE83F}" sibTransId="{346BA182-D3C9-483C-947E-831B99418576}"/>
    <dgm:cxn modelId="{857DD8B5-77D2-47F5-9B97-35E9D0A43E61}" srcId="{1251EDFF-54E5-4A39-8367-BA518E482F52}" destId="{07C54E39-220B-479C-8124-24D6616E5969}" srcOrd="2" destOrd="0" parTransId="{8CD73BD8-B9E1-4086-A062-35F3BB09BC33}" sibTransId="{75C3621F-C430-432F-8226-77540D2FEE24}"/>
    <dgm:cxn modelId="{33CC7AD2-56A2-4979-BD46-A3735DAF97E3}" srcId="{1251EDFF-54E5-4A39-8367-BA518E482F52}" destId="{0228089D-B09F-408C-9D7C-433B914C88A8}" srcOrd="5" destOrd="0" parTransId="{B568B384-39BA-4E0C-99CF-14FA164A4DE4}" sibTransId="{6FA718FF-2FCF-4947-B202-6209AAB5196F}"/>
    <dgm:cxn modelId="{AA3E1CE2-074B-4B02-AC3D-4B935E8ED658}" type="presOf" srcId="{0228089D-B09F-408C-9D7C-433B914C88A8}" destId="{91F5009D-0D0D-4F11-8F6B-A1936272D344}" srcOrd="0" destOrd="0" presId="urn:microsoft.com/office/officeart/2018/2/layout/IconLabelList"/>
    <dgm:cxn modelId="{00F80FE9-1CE4-4680-BBDF-6590D59D309A}" type="presOf" srcId="{375CD1AE-8C71-4371-B6B8-07B26A094D05}" destId="{0E48BA68-8A96-41BD-B896-9BB453C01D96}" srcOrd="0" destOrd="0" presId="urn:microsoft.com/office/officeart/2018/2/layout/IconLabelList"/>
    <dgm:cxn modelId="{763541F4-9FA0-493C-A398-E59AA17353C7}" srcId="{1251EDFF-54E5-4A39-8367-BA518E482F52}" destId="{E4B66F04-06CB-4CA4-9DD7-9F8F282C6A47}" srcOrd="3" destOrd="0" parTransId="{EA922BCE-0757-48EE-9CEA-F0BDB0603A5C}" sibTransId="{4A8CE61D-FBB4-4EF1-B5FC-4855C2695CAC}"/>
    <dgm:cxn modelId="{29ACD221-377C-4CF0-99EB-3F1C76A648C5}" type="presParOf" srcId="{F212EAF5-CECF-435F-A7D9-3F6C13E660C9}" destId="{365DA3F8-821E-4578-9B85-6FFB703FE551}" srcOrd="0" destOrd="0" presId="urn:microsoft.com/office/officeart/2018/2/layout/IconLabelList"/>
    <dgm:cxn modelId="{21920D54-590A-47FB-B131-C6D2E1C8CC21}" type="presParOf" srcId="{365DA3F8-821E-4578-9B85-6FFB703FE551}" destId="{5D63DF7D-E281-4409-BB8C-CC8821D4C7AA}" srcOrd="0" destOrd="0" presId="urn:microsoft.com/office/officeart/2018/2/layout/IconLabelList"/>
    <dgm:cxn modelId="{7CAD2111-F843-43DF-ADEB-20A93BE8521F}" type="presParOf" srcId="{365DA3F8-821E-4578-9B85-6FFB703FE551}" destId="{C30F199A-C08E-48F0-AC55-FDB85CF42B91}" srcOrd="1" destOrd="0" presId="urn:microsoft.com/office/officeart/2018/2/layout/IconLabelList"/>
    <dgm:cxn modelId="{860B2436-A215-4385-A015-6867CEB07887}" type="presParOf" srcId="{365DA3F8-821E-4578-9B85-6FFB703FE551}" destId="{0E48BA68-8A96-41BD-B896-9BB453C01D96}" srcOrd="2" destOrd="0" presId="urn:microsoft.com/office/officeart/2018/2/layout/IconLabelList"/>
    <dgm:cxn modelId="{67680B36-70A5-411A-8486-58C8A189CF0C}" type="presParOf" srcId="{F212EAF5-CECF-435F-A7D9-3F6C13E660C9}" destId="{BFCB75A8-4BE2-4D87-8DEE-9E80ECD0E4B5}" srcOrd="1" destOrd="0" presId="urn:microsoft.com/office/officeart/2018/2/layout/IconLabelList"/>
    <dgm:cxn modelId="{AE930BBB-BDEF-49EB-8DE7-840CD954568E}" type="presParOf" srcId="{F212EAF5-CECF-435F-A7D9-3F6C13E660C9}" destId="{55DCC2A2-1F12-4CFF-81EB-163B80BA251B}" srcOrd="2" destOrd="0" presId="urn:microsoft.com/office/officeart/2018/2/layout/IconLabelList"/>
    <dgm:cxn modelId="{D886BB72-A414-4838-8543-6F60F971B458}" type="presParOf" srcId="{55DCC2A2-1F12-4CFF-81EB-163B80BA251B}" destId="{B57D5963-5AED-468D-B64E-31819229B84E}" srcOrd="0" destOrd="0" presId="urn:microsoft.com/office/officeart/2018/2/layout/IconLabelList"/>
    <dgm:cxn modelId="{06AEFFD5-8768-4C86-8E58-C75E0021B3E4}" type="presParOf" srcId="{55DCC2A2-1F12-4CFF-81EB-163B80BA251B}" destId="{D719E4C5-D2A4-47B0-8A5F-14CCDAC5EA9A}" srcOrd="1" destOrd="0" presId="urn:microsoft.com/office/officeart/2018/2/layout/IconLabelList"/>
    <dgm:cxn modelId="{98028861-B661-4040-B041-212E2AF11854}" type="presParOf" srcId="{55DCC2A2-1F12-4CFF-81EB-163B80BA251B}" destId="{1BB46A81-4042-43D6-B7B5-E9EAC24290F7}" srcOrd="2" destOrd="0" presId="urn:microsoft.com/office/officeart/2018/2/layout/IconLabelList"/>
    <dgm:cxn modelId="{2069124A-C9ED-4699-8288-A841B95CC813}" type="presParOf" srcId="{F212EAF5-CECF-435F-A7D9-3F6C13E660C9}" destId="{EDE3F348-555A-4464-B919-30D57E3B7FAD}" srcOrd="3" destOrd="0" presId="urn:microsoft.com/office/officeart/2018/2/layout/IconLabelList"/>
    <dgm:cxn modelId="{1C8D9F30-19DA-4BF1-BAF6-64A19CEE3597}" type="presParOf" srcId="{F212EAF5-CECF-435F-A7D9-3F6C13E660C9}" destId="{0D9DFDF3-2802-48C7-95B9-E74563787CC9}" srcOrd="4" destOrd="0" presId="urn:microsoft.com/office/officeart/2018/2/layout/IconLabelList"/>
    <dgm:cxn modelId="{8541D490-12BE-49B8-8AAC-4D943A8336BE}" type="presParOf" srcId="{0D9DFDF3-2802-48C7-95B9-E74563787CC9}" destId="{32066164-B3C5-47DA-9978-43DB2682DABF}" srcOrd="0" destOrd="0" presId="urn:microsoft.com/office/officeart/2018/2/layout/IconLabelList"/>
    <dgm:cxn modelId="{9407C7CF-D35C-4DC1-9E2A-C4BCBBF26D76}" type="presParOf" srcId="{0D9DFDF3-2802-48C7-95B9-E74563787CC9}" destId="{9E22656D-518E-4BBA-A243-2EFCA1679C19}" srcOrd="1" destOrd="0" presId="urn:microsoft.com/office/officeart/2018/2/layout/IconLabelList"/>
    <dgm:cxn modelId="{9F4A7A4F-C5C6-4B32-BA93-6CCE8F5F016D}" type="presParOf" srcId="{0D9DFDF3-2802-48C7-95B9-E74563787CC9}" destId="{B0A59D90-ED5E-456C-8F49-AFDF3FD4EB5E}" srcOrd="2" destOrd="0" presId="urn:microsoft.com/office/officeart/2018/2/layout/IconLabelList"/>
    <dgm:cxn modelId="{971F4012-F035-4346-9CB3-8A94BCFB39F8}" type="presParOf" srcId="{F212EAF5-CECF-435F-A7D9-3F6C13E660C9}" destId="{43A899D0-9183-4822-A930-B598D61FD25D}" srcOrd="5" destOrd="0" presId="urn:microsoft.com/office/officeart/2018/2/layout/IconLabelList"/>
    <dgm:cxn modelId="{9D914247-6EB7-4E23-8217-A2296A18315A}" type="presParOf" srcId="{F212EAF5-CECF-435F-A7D9-3F6C13E660C9}" destId="{430F3940-47AE-4562-BBE1-B49380383139}" srcOrd="6" destOrd="0" presId="urn:microsoft.com/office/officeart/2018/2/layout/IconLabelList"/>
    <dgm:cxn modelId="{5C578DF0-5758-4F74-BA26-BC881B7587F6}" type="presParOf" srcId="{430F3940-47AE-4562-BBE1-B49380383139}" destId="{4D9112FE-8FA0-4A25-9F06-51A8C48CF9F3}" srcOrd="0" destOrd="0" presId="urn:microsoft.com/office/officeart/2018/2/layout/IconLabelList"/>
    <dgm:cxn modelId="{ACAC29ED-D2E6-49D0-AE42-D93F985379FD}" type="presParOf" srcId="{430F3940-47AE-4562-BBE1-B49380383139}" destId="{F0E04E10-982A-4EB2-8EF7-85E02BF9E33A}" srcOrd="1" destOrd="0" presId="urn:microsoft.com/office/officeart/2018/2/layout/IconLabelList"/>
    <dgm:cxn modelId="{5881CCFC-03D5-465E-8C88-7A35D5323C2E}" type="presParOf" srcId="{430F3940-47AE-4562-BBE1-B49380383139}" destId="{D2F6246B-7D94-4845-A8CE-E2814FFC68E0}" srcOrd="2" destOrd="0" presId="urn:microsoft.com/office/officeart/2018/2/layout/IconLabelList"/>
    <dgm:cxn modelId="{FAAA6406-4B69-43C9-A4C1-9C77CCABF61C}" type="presParOf" srcId="{F212EAF5-CECF-435F-A7D9-3F6C13E660C9}" destId="{5A955184-A880-456B-8616-96020A5A7206}" srcOrd="7" destOrd="0" presId="urn:microsoft.com/office/officeart/2018/2/layout/IconLabelList"/>
    <dgm:cxn modelId="{7209FE4C-245A-42CC-91BA-8D14841A097D}" type="presParOf" srcId="{F212EAF5-CECF-435F-A7D9-3F6C13E660C9}" destId="{550B1151-485B-4BCD-8EB1-E867F7C8BC0C}" srcOrd="8" destOrd="0" presId="urn:microsoft.com/office/officeart/2018/2/layout/IconLabelList"/>
    <dgm:cxn modelId="{6C66E809-B489-40BB-A51F-EA738EA70EF3}" type="presParOf" srcId="{550B1151-485B-4BCD-8EB1-E867F7C8BC0C}" destId="{B794CC96-171F-4073-84F6-4ADEAA54AA9D}" srcOrd="0" destOrd="0" presId="urn:microsoft.com/office/officeart/2018/2/layout/IconLabelList"/>
    <dgm:cxn modelId="{DE785AB5-7875-4A8A-846F-30C937D57BC3}" type="presParOf" srcId="{550B1151-485B-4BCD-8EB1-E867F7C8BC0C}" destId="{9949975C-A6C9-41AE-B2FE-F0DA5D83B3AD}" srcOrd="1" destOrd="0" presId="urn:microsoft.com/office/officeart/2018/2/layout/IconLabelList"/>
    <dgm:cxn modelId="{88805D0B-1DEC-45E9-96F8-743B7B5A7EF5}" type="presParOf" srcId="{550B1151-485B-4BCD-8EB1-E867F7C8BC0C}" destId="{55DCB9BA-C671-4DC3-AC3C-830677AC6A8D}" srcOrd="2" destOrd="0" presId="urn:microsoft.com/office/officeart/2018/2/layout/IconLabelList"/>
    <dgm:cxn modelId="{9C48A82E-D121-4FA7-B3A9-A2FFD1356B9A}" type="presParOf" srcId="{F212EAF5-CECF-435F-A7D9-3F6C13E660C9}" destId="{FF866D12-CADC-4A7B-AFC8-3C886A6C1448}" srcOrd="9" destOrd="0" presId="urn:microsoft.com/office/officeart/2018/2/layout/IconLabelList"/>
    <dgm:cxn modelId="{3394D48C-CE70-483C-B3F5-2081C5F1D129}" type="presParOf" srcId="{F212EAF5-CECF-435F-A7D9-3F6C13E660C9}" destId="{AED1CDC4-EE7E-40C3-AA52-8A162E02B58F}" srcOrd="10" destOrd="0" presId="urn:microsoft.com/office/officeart/2018/2/layout/IconLabelList"/>
    <dgm:cxn modelId="{E5672059-A039-481C-9055-B93D64F1039A}" type="presParOf" srcId="{AED1CDC4-EE7E-40C3-AA52-8A162E02B58F}" destId="{60BE6054-E810-4BB5-9E2D-1C5C9038382D}" srcOrd="0" destOrd="0" presId="urn:microsoft.com/office/officeart/2018/2/layout/IconLabelList"/>
    <dgm:cxn modelId="{310F760D-4133-4524-966B-145599644814}" type="presParOf" srcId="{AED1CDC4-EE7E-40C3-AA52-8A162E02B58F}" destId="{D4A77FAC-EF39-4B4E-9FE5-A942EC545215}" srcOrd="1" destOrd="0" presId="urn:microsoft.com/office/officeart/2018/2/layout/IconLabelList"/>
    <dgm:cxn modelId="{83487D85-A568-4F9B-B8E9-7DE45D4A8952}" type="presParOf" srcId="{AED1CDC4-EE7E-40C3-AA52-8A162E02B58F}" destId="{91F5009D-0D0D-4F11-8F6B-A1936272D34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D0A6467-AEEC-4F66-A29B-5789ADFC576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0202ECD-766A-4727-B9EB-D9A6CBD311B3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/>
            <a:t>Highly Configurable Replication Software.</a:t>
          </a:r>
        </a:p>
      </dgm:t>
    </dgm:pt>
    <dgm:pt modelId="{0D969155-1853-4AA1-AC07-3D866CAE1D22}" type="parTrans" cxnId="{2DCDF351-1496-4030-83DF-737806602233}">
      <dgm:prSet/>
      <dgm:spPr/>
      <dgm:t>
        <a:bodyPr/>
        <a:lstStyle/>
        <a:p>
          <a:endParaRPr lang="en-US"/>
        </a:p>
      </dgm:t>
    </dgm:pt>
    <dgm:pt modelId="{A7D32D35-6820-4BAE-946B-6114F14AB3B6}" type="sibTrans" cxnId="{2DCDF351-1496-4030-83DF-737806602233}">
      <dgm:prSet/>
      <dgm:spPr/>
      <dgm:t>
        <a:bodyPr/>
        <a:lstStyle/>
        <a:p>
          <a:endParaRPr lang="en-US"/>
        </a:p>
      </dgm:t>
    </dgm:pt>
    <dgm:pt modelId="{19BA22F2-C25F-46D5-BD59-8081187595ED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/>
            <a:t>Can be used for Oracle and numerous other platforms.</a:t>
          </a:r>
        </a:p>
      </dgm:t>
    </dgm:pt>
    <dgm:pt modelId="{152ACDB8-8C3D-4B1C-98F5-9C914FF32DAC}" type="parTrans" cxnId="{D8F6C22E-E987-4D83-A02B-8A61E8C8F06B}">
      <dgm:prSet/>
      <dgm:spPr/>
      <dgm:t>
        <a:bodyPr/>
        <a:lstStyle/>
        <a:p>
          <a:endParaRPr lang="en-US"/>
        </a:p>
      </dgm:t>
    </dgm:pt>
    <dgm:pt modelId="{A7B6BC98-6DCD-49E9-A3AE-31813585F475}" type="sibTrans" cxnId="{D8F6C22E-E987-4D83-A02B-8A61E8C8F06B}">
      <dgm:prSet/>
      <dgm:spPr/>
      <dgm:t>
        <a:bodyPr/>
        <a:lstStyle/>
        <a:p>
          <a:endParaRPr lang="en-US"/>
        </a:p>
      </dgm:t>
    </dgm:pt>
    <dgm:pt modelId="{D48BC0A0-319C-466F-BBC6-0770D91A6D7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Uses redo log data to stream changes, logs changes to trail files.</a:t>
          </a:r>
        </a:p>
      </dgm:t>
    </dgm:pt>
    <dgm:pt modelId="{8B117CAD-A680-4C30-B4DE-1D6DCAE8A4C8}" type="parTrans" cxnId="{07C5CA62-FADD-43E1-807D-0463F22D6C4E}">
      <dgm:prSet/>
      <dgm:spPr/>
      <dgm:t>
        <a:bodyPr/>
        <a:lstStyle/>
        <a:p>
          <a:endParaRPr lang="en-US"/>
        </a:p>
      </dgm:t>
    </dgm:pt>
    <dgm:pt modelId="{0390ACAC-F2F0-47D5-B697-ECEDC9744FEE}" type="sibTrans" cxnId="{07C5CA62-FADD-43E1-807D-0463F22D6C4E}">
      <dgm:prSet/>
      <dgm:spPr/>
      <dgm:t>
        <a:bodyPr/>
        <a:lstStyle/>
        <a:p>
          <a:endParaRPr lang="en-US"/>
        </a:p>
      </dgm:t>
    </dgm:pt>
    <dgm:pt modelId="{8A0C3D6F-FC10-4919-A67F-316CC297ADFD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Easy to set up, difficult to troubleshoot when problems arise.</a:t>
          </a:r>
        </a:p>
      </dgm:t>
    </dgm:pt>
    <dgm:pt modelId="{704C7B84-2D2D-4E6C-8005-AA12919E15E4}" type="parTrans" cxnId="{8DC5988E-89D0-45E5-A202-72AA4E731369}">
      <dgm:prSet/>
      <dgm:spPr/>
      <dgm:t>
        <a:bodyPr/>
        <a:lstStyle/>
        <a:p>
          <a:endParaRPr lang="en-US"/>
        </a:p>
      </dgm:t>
    </dgm:pt>
    <dgm:pt modelId="{D47676BD-C445-4126-BBD6-4223B7C3D544}" type="sibTrans" cxnId="{8DC5988E-89D0-45E5-A202-72AA4E731369}">
      <dgm:prSet/>
      <dgm:spPr/>
      <dgm:t>
        <a:bodyPr/>
        <a:lstStyle/>
        <a:p>
          <a:endParaRPr lang="en-US"/>
        </a:p>
      </dgm:t>
    </dgm:pt>
    <dgm:pt modelId="{28BA4853-73F8-49B6-A61E-5E3678532DDE}">
      <dgm:prSet/>
      <dgm:spPr>
        <a:solidFill>
          <a:schemeClr val="accent2">
            <a:lumMod val="85000"/>
            <a:lumOff val="15000"/>
          </a:schemeClr>
        </a:solidFill>
      </dgm:spPr>
      <dgm:t>
        <a:bodyPr/>
        <a:lstStyle/>
        <a:p>
          <a:r>
            <a:rPr lang="en-US"/>
            <a:t>Expensive, but flexible, with ability to do all, partial, transform, migration, etc.</a:t>
          </a:r>
        </a:p>
      </dgm:t>
    </dgm:pt>
    <dgm:pt modelId="{80375024-F6BD-42B2-A670-D27B0D39E83F}" type="parTrans" cxnId="{D3B0334A-2FBA-4FE4-9436-5EDDDAFA737D}">
      <dgm:prSet/>
      <dgm:spPr/>
      <dgm:t>
        <a:bodyPr/>
        <a:lstStyle/>
        <a:p>
          <a:endParaRPr lang="en-US"/>
        </a:p>
      </dgm:t>
    </dgm:pt>
    <dgm:pt modelId="{CC22F1E5-6E0B-4BC9-998C-5C18CC6820A8}" type="sibTrans" cxnId="{D3B0334A-2FBA-4FE4-9436-5EDDDAFA737D}">
      <dgm:prSet/>
      <dgm:spPr/>
      <dgm:t>
        <a:bodyPr/>
        <a:lstStyle/>
        <a:p>
          <a:endParaRPr lang="en-US"/>
        </a:p>
      </dgm:t>
    </dgm:pt>
    <dgm:pt modelId="{0015CDD2-9FFF-4F13-9DC7-15ED85FCE362}">
      <dgm:prSet/>
      <dgm:spPr>
        <a:solidFill>
          <a:schemeClr val="accent2">
            <a:lumMod val="95000"/>
            <a:lumOff val="5000"/>
          </a:schemeClr>
        </a:solidFill>
      </dgm:spPr>
      <dgm:t>
        <a:bodyPr/>
        <a:lstStyle/>
        <a:p>
          <a:r>
            <a:rPr lang="en-US"/>
            <a:t>Can even create an Active/Active GG environment, synchronizing changes between the two databases.</a:t>
          </a:r>
        </a:p>
      </dgm:t>
    </dgm:pt>
    <dgm:pt modelId="{048C2223-8B4F-44F7-A07E-9F64D1141CE1}" type="parTrans" cxnId="{5FCC4190-C66B-4139-BA59-F71D1AF6574D}">
      <dgm:prSet/>
      <dgm:spPr/>
      <dgm:t>
        <a:bodyPr/>
        <a:lstStyle/>
        <a:p>
          <a:endParaRPr lang="en-US"/>
        </a:p>
      </dgm:t>
    </dgm:pt>
    <dgm:pt modelId="{702ECED1-0981-455C-801B-AEDF5F15F4D3}" type="sibTrans" cxnId="{5FCC4190-C66B-4139-BA59-F71D1AF6574D}">
      <dgm:prSet/>
      <dgm:spPr/>
      <dgm:t>
        <a:bodyPr/>
        <a:lstStyle/>
        <a:p>
          <a:endParaRPr lang="en-US"/>
        </a:p>
      </dgm:t>
    </dgm:pt>
    <dgm:pt modelId="{BD073F59-F38E-488C-BA28-8897F81B8D61}" type="pres">
      <dgm:prSet presAssocID="{6D0A6467-AEEC-4F66-A29B-5789ADFC576C}" presName="linear" presStyleCnt="0">
        <dgm:presLayoutVars>
          <dgm:animLvl val="lvl"/>
          <dgm:resizeHandles val="exact"/>
        </dgm:presLayoutVars>
      </dgm:prSet>
      <dgm:spPr/>
    </dgm:pt>
    <dgm:pt modelId="{484D7DA3-4FFD-4779-B1DE-69AAB1C9D1D9}" type="pres">
      <dgm:prSet presAssocID="{C0202ECD-766A-4727-B9EB-D9A6CBD311B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7BD98D0-993B-4E63-894D-1C1CC0230E27}" type="pres">
      <dgm:prSet presAssocID="{A7D32D35-6820-4BAE-946B-6114F14AB3B6}" presName="spacer" presStyleCnt="0"/>
      <dgm:spPr/>
    </dgm:pt>
    <dgm:pt modelId="{C4CB8084-5F89-462A-BF82-BBE68086F204}" type="pres">
      <dgm:prSet presAssocID="{19BA22F2-C25F-46D5-BD59-8081187595E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50B94F0-A90F-4062-8141-1DD4817896F7}" type="pres">
      <dgm:prSet presAssocID="{A7B6BC98-6DCD-49E9-A3AE-31813585F475}" presName="spacer" presStyleCnt="0"/>
      <dgm:spPr/>
    </dgm:pt>
    <dgm:pt modelId="{6490381C-F7B3-4E9F-B583-BF553A4BEE8B}" type="pres">
      <dgm:prSet presAssocID="{D48BC0A0-319C-466F-BBC6-0770D91A6D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D744861-FDD4-4EB1-9A6A-517247D4BC5F}" type="pres">
      <dgm:prSet presAssocID="{0390ACAC-F2F0-47D5-B697-ECEDC9744FEE}" presName="spacer" presStyleCnt="0"/>
      <dgm:spPr/>
    </dgm:pt>
    <dgm:pt modelId="{8C2AFB5C-D285-4985-995D-AD8129AA1068}" type="pres">
      <dgm:prSet presAssocID="{8A0C3D6F-FC10-4919-A67F-316CC297ADF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2FA37AF-D092-435F-B902-4AB7E88779B1}" type="pres">
      <dgm:prSet presAssocID="{D47676BD-C445-4126-BBD6-4223B7C3D544}" presName="spacer" presStyleCnt="0"/>
      <dgm:spPr/>
    </dgm:pt>
    <dgm:pt modelId="{8322ECD3-C709-4989-9BC8-444EC5977B1B}" type="pres">
      <dgm:prSet presAssocID="{28BA4853-73F8-49B6-A61E-5E3678532DD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F2DF8E9-579C-4072-A79C-5188D721927F}" type="pres">
      <dgm:prSet presAssocID="{CC22F1E5-6E0B-4BC9-998C-5C18CC6820A8}" presName="spacer" presStyleCnt="0"/>
      <dgm:spPr/>
    </dgm:pt>
    <dgm:pt modelId="{D8539CED-EB9D-4367-B536-BA2928A999FC}" type="pres">
      <dgm:prSet presAssocID="{0015CDD2-9FFF-4F13-9DC7-15ED85FCE36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CED418-2576-4CCA-9907-7927D703F397}" type="presOf" srcId="{C0202ECD-766A-4727-B9EB-D9A6CBD311B3}" destId="{484D7DA3-4FFD-4779-B1DE-69AAB1C9D1D9}" srcOrd="0" destOrd="0" presId="urn:microsoft.com/office/officeart/2005/8/layout/vList2"/>
    <dgm:cxn modelId="{8F984D23-F067-4985-94EF-6551CF705396}" type="presOf" srcId="{28BA4853-73F8-49B6-A61E-5E3678532DDE}" destId="{8322ECD3-C709-4989-9BC8-444EC5977B1B}" srcOrd="0" destOrd="0" presId="urn:microsoft.com/office/officeart/2005/8/layout/vList2"/>
    <dgm:cxn modelId="{D8F6C22E-E987-4D83-A02B-8A61E8C8F06B}" srcId="{6D0A6467-AEEC-4F66-A29B-5789ADFC576C}" destId="{19BA22F2-C25F-46D5-BD59-8081187595ED}" srcOrd="1" destOrd="0" parTransId="{152ACDB8-8C3D-4B1C-98F5-9C914FF32DAC}" sibTransId="{A7B6BC98-6DCD-49E9-A3AE-31813585F475}"/>
    <dgm:cxn modelId="{07C5CA62-FADD-43E1-807D-0463F22D6C4E}" srcId="{6D0A6467-AEEC-4F66-A29B-5789ADFC576C}" destId="{D48BC0A0-319C-466F-BBC6-0770D91A6D75}" srcOrd="2" destOrd="0" parTransId="{8B117CAD-A680-4C30-B4DE-1D6DCAE8A4C8}" sibTransId="{0390ACAC-F2F0-47D5-B697-ECEDC9744FEE}"/>
    <dgm:cxn modelId="{D3B0334A-2FBA-4FE4-9436-5EDDDAFA737D}" srcId="{6D0A6467-AEEC-4F66-A29B-5789ADFC576C}" destId="{28BA4853-73F8-49B6-A61E-5E3678532DDE}" srcOrd="4" destOrd="0" parTransId="{80375024-F6BD-42B2-A670-D27B0D39E83F}" sibTransId="{CC22F1E5-6E0B-4BC9-998C-5C18CC6820A8}"/>
    <dgm:cxn modelId="{1277384A-3E4C-40A1-BE51-15FB6A888753}" type="presOf" srcId="{D48BC0A0-319C-466F-BBC6-0770D91A6D75}" destId="{6490381C-F7B3-4E9F-B583-BF553A4BEE8B}" srcOrd="0" destOrd="0" presId="urn:microsoft.com/office/officeart/2005/8/layout/vList2"/>
    <dgm:cxn modelId="{2DCDF351-1496-4030-83DF-737806602233}" srcId="{6D0A6467-AEEC-4F66-A29B-5789ADFC576C}" destId="{C0202ECD-766A-4727-B9EB-D9A6CBD311B3}" srcOrd="0" destOrd="0" parTransId="{0D969155-1853-4AA1-AC07-3D866CAE1D22}" sibTransId="{A7D32D35-6820-4BAE-946B-6114F14AB3B6}"/>
    <dgm:cxn modelId="{8DC5988E-89D0-45E5-A202-72AA4E731369}" srcId="{6D0A6467-AEEC-4F66-A29B-5789ADFC576C}" destId="{8A0C3D6F-FC10-4919-A67F-316CC297ADFD}" srcOrd="3" destOrd="0" parTransId="{704C7B84-2D2D-4E6C-8005-AA12919E15E4}" sibTransId="{D47676BD-C445-4126-BBD6-4223B7C3D544}"/>
    <dgm:cxn modelId="{2A15B48E-4DE1-4D7E-BA01-8771D37CCFE7}" type="presOf" srcId="{6D0A6467-AEEC-4F66-A29B-5789ADFC576C}" destId="{BD073F59-F38E-488C-BA28-8897F81B8D61}" srcOrd="0" destOrd="0" presId="urn:microsoft.com/office/officeart/2005/8/layout/vList2"/>
    <dgm:cxn modelId="{AAA29A8F-9CFB-4939-8EC3-16E43B0E9CDA}" type="presOf" srcId="{0015CDD2-9FFF-4F13-9DC7-15ED85FCE362}" destId="{D8539CED-EB9D-4367-B536-BA2928A999FC}" srcOrd="0" destOrd="0" presId="urn:microsoft.com/office/officeart/2005/8/layout/vList2"/>
    <dgm:cxn modelId="{5FCC4190-C66B-4139-BA59-F71D1AF6574D}" srcId="{6D0A6467-AEEC-4F66-A29B-5789ADFC576C}" destId="{0015CDD2-9FFF-4F13-9DC7-15ED85FCE362}" srcOrd="5" destOrd="0" parTransId="{048C2223-8B4F-44F7-A07E-9F64D1141CE1}" sibTransId="{702ECED1-0981-455C-801B-AEDF5F15F4D3}"/>
    <dgm:cxn modelId="{908B7CC1-B135-44FB-A402-66FBD374E78F}" type="presOf" srcId="{8A0C3D6F-FC10-4919-A67F-316CC297ADFD}" destId="{8C2AFB5C-D285-4985-995D-AD8129AA1068}" srcOrd="0" destOrd="0" presId="urn:microsoft.com/office/officeart/2005/8/layout/vList2"/>
    <dgm:cxn modelId="{CA459AD5-69AA-47D5-BC9F-A3D4B9A380A0}" type="presOf" srcId="{19BA22F2-C25F-46D5-BD59-8081187595ED}" destId="{C4CB8084-5F89-462A-BF82-BBE68086F204}" srcOrd="0" destOrd="0" presId="urn:microsoft.com/office/officeart/2005/8/layout/vList2"/>
    <dgm:cxn modelId="{60589371-3E2E-49BF-8F9E-6FD77A4AA145}" type="presParOf" srcId="{BD073F59-F38E-488C-BA28-8897F81B8D61}" destId="{484D7DA3-4FFD-4779-B1DE-69AAB1C9D1D9}" srcOrd="0" destOrd="0" presId="urn:microsoft.com/office/officeart/2005/8/layout/vList2"/>
    <dgm:cxn modelId="{1E45DAF7-871C-4DFF-B2FE-8BB26944DD8D}" type="presParOf" srcId="{BD073F59-F38E-488C-BA28-8897F81B8D61}" destId="{27BD98D0-993B-4E63-894D-1C1CC0230E27}" srcOrd="1" destOrd="0" presId="urn:microsoft.com/office/officeart/2005/8/layout/vList2"/>
    <dgm:cxn modelId="{0973774E-400F-40E6-8180-C40B79D20222}" type="presParOf" srcId="{BD073F59-F38E-488C-BA28-8897F81B8D61}" destId="{C4CB8084-5F89-462A-BF82-BBE68086F204}" srcOrd="2" destOrd="0" presId="urn:microsoft.com/office/officeart/2005/8/layout/vList2"/>
    <dgm:cxn modelId="{67CBDDCF-E5BA-469A-B0D5-D470E64812D0}" type="presParOf" srcId="{BD073F59-F38E-488C-BA28-8897F81B8D61}" destId="{E50B94F0-A90F-4062-8141-1DD4817896F7}" srcOrd="3" destOrd="0" presId="urn:microsoft.com/office/officeart/2005/8/layout/vList2"/>
    <dgm:cxn modelId="{C3B573DF-9814-468C-8021-656E88AE2121}" type="presParOf" srcId="{BD073F59-F38E-488C-BA28-8897F81B8D61}" destId="{6490381C-F7B3-4E9F-B583-BF553A4BEE8B}" srcOrd="4" destOrd="0" presId="urn:microsoft.com/office/officeart/2005/8/layout/vList2"/>
    <dgm:cxn modelId="{1E50CAEC-6EBB-45D4-AD90-1E6FE2040F1D}" type="presParOf" srcId="{BD073F59-F38E-488C-BA28-8897F81B8D61}" destId="{DD744861-FDD4-4EB1-9A6A-517247D4BC5F}" srcOrd="5" destOrd="0" presId="urn:microsoft.com/office/officeart/2005/8/layout/vList2"/>
    <dgm:cxn modelId="{87B575B9-EAC9-4CE4-980B-9367D50AEB1C}" type="presParOf" srcId="{BD073F59-F38E-488C-BA28-8897F81B8D61}" destId="{8C2AFB5C-D285-4985-995D-AD8129AA1068}" srcOrd="6" destOrd="0" presId="urn:microsoft.com/office/officeart/2005/8/layout/vList2"/>
    <dgm:cxn modelId="{55354DCB-92CD-4181-B216-8F89C002E56C}" type="presParOf" srcId="{BD073F59-F38E-488C-BA28-8897F81B8D61}" destId="{A2FA37AF-D092-435F-B902-4AB7E88779B1}" srcOrd="7" destOrd="0" presId="urn:microsoft.com/office/officeart/2005/8/layout/vList2"/>
    <dgm:cxn modelId="{D1CC9118-DAA4-45CC-A5E9-2EF67D6D9FD8}" type="presParOf" srcId="{BD073F59-F38E-488C-BA28-8897F81B8D61}" destId="{8322ECD3-C709-4989-9BC8-444EC5977B1B}" srcOrd="8" destOrd="0" presId="urn:microsoft.com/office/officeart/2005/8/layout/vList2"/>
    <dgm:cxn modelId="{56B6746E-37A1-49E2-94ED-D53037CB4A15}" type="presParOf" srcId="{BD073F59-F38E-488C-BA28-8897F81B8D61}" destId="{4F2DF8E9-579C-4072-A79C-5188D721927F}" srcOrd="9" destOrd="0" presId="urn:microsoft.com/office/officeart/2005/8/layout/vList2"/>
    <dgm:cxn modelId="{7490F85A-4932-47FD-9CFF-B56038E24BC4}" type="presParOf" srcId="{BD073F59-F38E-488C-BA28-8897F81B8D61}" destId="{D8539CED-EB9D-4367-B536-BA2928A999F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C7028A5-0292-4E99-A6E2-92BC7898F3C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2E70FE-4FF0-4793-86DA-51C50F4E53BE}">
      <dgm:prSet/>
      <dgm:spPr>
        <a:solidFill>
          <a:schemeClr val="tx1">
            <a:lumMod val="40000"/>
            <a:lumOff val="60000"/>
          </a:schemeClr>
        </a:solidFill>
      </dgm:spPr>
      <dgm:t>
        <a:bodyPr/>
        <a:lstStyle/>
        <a:p>
          <a:r>
            <a:rPr lang="en-US" b="0" i="0" baseline="0"/>
            <a:t>An Engineered hardware and software solution specifically designed to run Oracle workloads</a:t>
          </a:r>
          <a:endParaRPr lang="en-US"/>
        </a:p>
      </dgm:t>
    </dgm:pt>
    <dgm:pt modelId="{C48298E8-492A-471F-B893-17CCAC7A3EF2}" type="parTrans" cxnId="{3798C694-826B-4334-ADFB-9DC3D2B429E7}">
      <dgm:prSet/>
      <dgm:spPr/>
      <dgm:t>
        <a:bodyPr/>
        <a:lstStyle/>
        <a:p>
          <a:endParaRPr lang="en-US"/>
        </a:p>
      </dgm:t>
    </dgm:pt>
    <dgm:pt modelId="{3DC157A7-F752-4A75-8495-2508064D2610}" type="sibTrans" cxnId="{3798C694-826B-4334-ADFB-9DC3D2B429E7}">
      <dgm:prSet/>
      <dgm:spPr/>
      <dgm:t>
        <a:bodyPr/>
        <a:lstStyle/>
        <a:p>
          <a:endParaRPr lang="en-US"/>
        </a:p>
      </dgm:t>
    </dgm:pt>
    <dgm:pt modelId="{0CEE795C-789E-44D1-9C83-7FEA003D2408}">
      <dgm:prSet/>
      <dgm:spPr/>
      <dgm:t>
        <a:bodyPr/>
        <a:lstStyle/>
        <a:p>
          <a:r>
            <a:rPr lang="en-US" b="0" i="0" baseline="0"/>
            <a:t>Consists of database and cell nodes, (servers), fast internal network, PDU, (power) in a rack configuration.</a:t>
          </a:r>
          <a:endParaRPr lang="en-US"/>
        </a:p>
      </dgm:t>
    </dgm:pt>
    <dgm:pt modelId="{EFE20256-DD47-40EA-8980-A2FE4F6AE3B3}" type="parTrans" cxnId="{52B49E96-7D4D-4E4E-88CE-3226C557D744}">
      <dgm:prSet/>
      <dgm:spPr/>
      <dgm:t>
        <a:bodyPr/>
        <a:lstStyle/>
        <a:p>
          <a:endParaRPr lang="en-US"/>
        </a:p>
      </dgm:t>
    </dgm:pt>
    <dgm:pt modelId="{3D89179D-7B12-4A3A-9434-EEF754E5BF19}" type="sibTrans" cxnId="{52B49E96-7D4D-4E4E-88CE-3226C557D744}">
      <dgm:prSet/>
      <dgm:spPr/>
      <dgm:t>
        <a:bodyPr/>
        <a:lstStyle/>
        <a:p>
          <a:endParaRPr lang="en-US"/>
        </a:p>
      </dgm:t>
    </dgm:pt>
    <dgm:pt modelId="{2F123C7F-3770-4C63-90FC-C71AD411D8A4}">
      <dgm:prSet/>
      <dgm:spPr>
        <a:solidFill>
          <a:schemeClr val="accent1"/>
        </a:solidFill>
      </dgm:spPr>
      <dgm:t>
        <a:bodyPr/>
        <a:lstStyle/>
        <a:p>
          <a:r>
            <a:rPr lang="en-US" b="0" i="0" baseline="0"/>
            <a:t>Proprietary features:</a:t>
          </a:r>
          <a:endParaRPr lang="en-US"/>
        </a:p>
      </dgm:t>
    </dgm:pt>
    <dgm:pt modelId="{DA0875B0-633C-4307-894E-76A3C65DBB2F}" type="parTrans" cxnId="{7F2F86D2-E5A0-43F2-9609-62CF56FAC0B8}">
      <dgm:prSet/>
      <dgm:spPr/>
      <dgm:t>
        <a:bodyPr/>
        <a:lstStyle/>
        <a:p>
          <a:endParaRPr lang="en-US"/>
        </a:p>
      </dgm:t>
    </dgm:pt>
    <dgm:pt modelId="{BF0A08A0-9EA7-4C7A-A026-8EC6A0BD7EB2}" type="sibTrans" cxnId="{7F2F86D2-E5A0-43F2-9609-62CF56FAC0B8}">
      <dgm:prSet/>
      <dgm:spPr/>
      <dgm:t>
        <a:bodyPr/>
        <a:lstStyle/>
        <a:p>
          <a:endParaRPr lang="en-US"/>
        </a:p>
      </dgm:t>
    </dgm:pt>
    <dgm:pt modelId="{841EEFB0-D16E-4EE1-9EA8-CC0B3A7C3FCF}">
      <dgm:prSet/>
      <dgm:spPr/>
      <dgm:t>
        <a:bodyPr/>
        <a:lstStyle/>
        <a:p>
          <a:r>
            <a:rPr lang="en-US" b="0" i="0" baseline="0"/>
            <a:t>Offloading, (using cell nodes to perform high IO processing instead of the primary database nodes.</a:t>
          </a:r>
          <a:endParaRPr lang="en-US"/>
        </a:p>
      </dgm:t>
    </dgm:pt>
    <dgm:pt modelId="{145BC6D3-B6B9-4CBD-9876-15C578F65E22}" type="parTrans" cxnId="{C736677C-0F3E-4373-8425-3F4B6380FC0D}">
      <dgm:prSet/>
      <dgm:spPr/>
      <dgm:t>
        <a:bodyPr/>
        <a:lstStyle/>
        <a:p>
          <a:endParaRPr lang="en-US"/>
        </a:p>
      </dgm:t>
    </dgm:pt>
    <dgm:pt modelId="{0AB090B9-A07F-431C-8616-E2DB20032CEE}" type="sibTrans" cxnId="{C736677C-0F3E-4373-8425-3F4B6380FC0D}">
      <dgm:prSet/>
      <dgm:spPr/>
      <dgm:t>
        <a:bodyPr/>
        <a:lstStyle/>
        <a:p>
          <a:endParaRPr lang="en-US"/>
        </a:p>
      </dgm:t>
    </dgm:pt>
    <dgm:pt modelId="{8FCF20DC-62D3-4A76-9124-00DEF39582D0}">
      <dgm:prSet/>
      <dgm:spPr/>
      <dgm:t>
        <a:bodyPr/>
        <a:lstStyle/>
        <a:p>
          <a:r>
            <a:rPr lang="en-US" b="0" i="0" baseline="0"/>
            <a:t>Storage indexes, (indexes in memory, along with advanced features.)</a:t>
          </a:r>
          <a:endParaRPr lang="en-US"/>
        </a:p>
      </dgm:t>
    </dgm:pt>
    <dgm:pt modelId="{7FB22324-4EEA-4C60-9F62-67AD97384143}" type="parTrans" cxnId="{250B3F6F-0474-4901-A83B-0D23A215CC58}">
      <dgm:prSet/>
      <dgm:spPr/>
      <dgm:t>
        <a:bodyPr/>
        <a:lstStyle/>
        <a:p>
          <a:endParaRPr lang="en-US"/>
        </a:p>
      </dgm:t>
    </dgm:pt>
    <dgm:pt modelId="{331727DA-3D11-452E-9CE6-224498846038}" type="sibTrans" cxnId="{250B3F6F-0474-4901-A83B-0D23A215CC58}">
      <dgm:prSet/>
      <dgm:spPr/>
      <dgm:t>
        <a:bodyPr/>
        <a:lstStyle/>
        <a:p>
          <a:endParaRPr lang="en-US"/>
        </a:p>
      </dgm:t>
    </dgm:pt>
    <dgm:pt modelId="{4DEA7D9C-EC30-489F-BAC1-95CC7C0DA750}">
      <dgm:prSet/>
      <dgm:spPr/>
      <dgm:t>
        <a:bodyPr/>
        <a:lstStyle/>
        <a:p>
          <a:r>
            <a:rPr lang="en-US"/>
            <a:t>Flash </a:t>
          </a:r>
          <a:r>
            <a:rPr lang="en-US" b="0" i="0" baseline="0"/>
            <a:t>cache and Flash Logging for faster buffer results, elimination of log latency</a:t>
          </a:r>
          <a:endParaRPr lang="en-US"/>
        </a:p>
      </dgm:t>
    </dgm:pt>
    <dgm:pt modelId="{D2B93E29-A38B-480D-9653-95E33C27F976}" type="parTrans" cxnId="{7053EE8A-D1C4-4728-A2C6-0CAD68A248A4}">
      <dgm:prSet/>
      <dgm:spPr/>
      <dgm:t>
        <a:bodyPr/>
        <a:lstStyle/>
        <a:p>
          <a:endParaRPr lang="en-US"/>
        </a:p>
      </dgm:t>
    </dgm:pt>
    <dgm:pt modelId="{9D8F7018-5D71-40EA-8BC2-AA7C431C395A}" type="sibTrans" cxnId="{7053EE8A-D1C4-4728-A2C6-0CAD68A248A4}">
      <dgm:prSet/>
      <dgm:spPr/>
      <dgm:t>
        <a:bodyPr/>
        <a:lstStyle/>
        <a:p>
          <a:endParaRPr lang="en-US"/>
        </a:p>
      </dgm:t>
    </dgm:pt>
    <dgm:pt modelId="{7C686FED-7024-4838-8622-3A9632E656C9}">
      <dgm:prSet/>
      <dgm:spPr/>
      <dgm:t>
        <a:bodyPr/>
        <a:lstStyle/>
        <a:p>
          <a:r>
            <a:rPr lang="en-US" b="0" i="0" baseline="0"/>
            <a:t>HCC, (Hybrid Columnar Compression) for faster scans of compressed data</a:t>
          </a:r>
          <a:endParaRPr lang="en-US"/>
        </a:p>
      </dgm:t>
    </dgm:pt>
    <dgm:pt modelId="{59B1DD7F-8CD8-4A91-A300-6FBFBD570F77}" type="parTrans" cxnId="{EAE8D9B7-1B21-40BB-A6D7-A3C90A53DD99}">
      <dgm:prSet/>
      <dgm:spPr/>
      <dgm:t>
        <a:bodyPr/>
        <a:lstStyle/>
        <a:p>
          <a:endParaRPr lang="en-US"/>
        </a:p>
      </dgm:t>
    </dgm:pt>
    <dgm:pt modelId="{C972E0AF-0A72-4C98-9E4C-3221C8FEBBB5}" type="sibTrans" cxnId="{EAE8D9B7-1B21-40BB-A6D7-A3C90A53DD99}">
      <dgm:prSet/>
      <dgm:spPr/>
      <dgm:t>
        <a:bodyPr/>
        <a:lstStyle/>
        <a:p>
          <a:endParaRPr lang="en-US"/>
        </a:p>
      </dgm:t>
    </dgm:pt>
    <dgm:pt modelId="{25A989F0-058F-4E4D-A26D-4CAD04AF3A45}">
      <dgm:prSet/>
      <dgm:spPr/>
      <dgm:t>
        <a:bodyPr/>
        <a:lstStyle/>
        <a:p>
          <a:r>
            <a:rPr lang="en-US" dirty="0"/>
            <a:t>Secondary features depending on the version of Exadata(X5-2L through X11-M versions are available, depending on the location of OCI, </a:t>
          </a:r>
          <a:r>
            <a:rPr lang="en-US" dirty="0" err="1"/>
            <a:t>Exadata@customer</a:t>
          </a:r>
          <a:r>
            <a:rPr lang="en-US" dirty="0"/>
            <a:t> [ on-premises] or </a:t>
          </a:r>
          <a:r>
            <a:rPr lang="en-US" dirty="0" err="1"/>
            <a:t>Exadata@cloud</a:t>
          </a:r>
          <a:r>
            <a:rPr lang="en-US" dirty="0"/>
            <a:t>).</a:t>
          </a:r>
        </a:p>
      </dgm:t>
    </dgm:pt>
    <dgm:pt modelId="{6B1B6DFD-BD02-4437-8A60-D6F8B80EEB35}" type="parTrans" cxnId="{299AEED2-2153-4FED-9120-8B948CC59B5D}">
      <dgm:prSet/>
      <dgm:spPr/>
      <dgm:t>
        <a:bodyPr/>
        <a:lstStyle/>
        <a:p>
          <a:endParaRPr lang="en-US"/>
        </a:p>
      </dgm:t>
    </dgm:pt>
    <dgm:pt modelId="{27E7F217-55BE-40FD-B1CD-790A6263A587}" type="sibTrans" cxnId="{299AEED2-2153-4FED-9120-8B948CC59B5D}">
      <dgm:prSet/>
      <dgm:spPr/>
      <dgm:t>
        <a:bodyPr/>
        <a:lstStyle/>
        <a:p>
          <a:endParaRPr lang="en-US"/>
        </a:p>
      </dgm:t>
    </dgm:pt>
    <dgm:pt modelId="{91DDAC58-8F8E-48A7-B0DE-2F80D7414790}">
      <dgm:prSet/>
      <dgm:spPr>
        <a:solidFill>
          <a:schemeClr val="accent4"/>
        </a:solidFill>
      </dgm:spPr>
      <dgm:t>
        <a:bodyPr/>
        <a:lstStyle/>
        <a:p>
          <a:r>
            <a:rPr lang="en-US" b="0" i="0" baseline="0"/>
            <a:t>Can use Oracle RAC or RAC single node, (active/passive)</a:t>
          </a:r>
          <a:endParaRPr lang="en-US"/>
        </a:p>
      </dgm:t>
    </dgm:pt>
    <dgm:pt modelId="{154BF8F8-8F93-46D2-83C7-4200F66B758D}" type="parTrans" cxnId="{77B8A29A-DDB9-486C-BC3E-4613C2625ABC}">
      <dgm:prSet/>
      <dgm:spPr/>
      <dgm:t>
        <a:bodyPr/>
        <a:lstStyle/>
        <a:p>
          <a:endParaRPr lang="en-US"/>
        </a:p>
      </dgm:t>
    </dgm:pt>
    <dgm:pt modelId="{A01DC42C-AAA3-45D9-B3E3-BCC03C748FE9}" type="sibTrans" cxnId="{77B8A29A-DDB9-486C-BC3E-4613C2625ABC}">
      <dgm:prSet/>
      <dgm:spPr/>
      <dgm:t>
        <a:bodyPr/>
        <a:lstStyle/>
        <a:p>
          <a:endParaRPr lang="en-US"/>
        </a:p>
      </dgm:t>
    </dgm:pt>
    <dgm:pt modelId="{28B7B137-4FB7-4E95-BC48-3B71E2448DC5}">
      <dgm:prSet/>
      <dgm:spPr/>
      <dgm:t>
        <a:bodyPr/>
        <a:lstStyle/>
        <a:p>
          <a:r>
            <a:rPr lang="en-US" b="0" i="0" baseline="0"/>
            <a:t>Software intelligence installed to know when to use Exadata features to benefit the workload</a:t>
          </a:r>
          <a:endParaRPr lang="en-US"/>
        </a:p>
      </dgm:t>
    </dgm:pt>
    <dgm:pt modelId="{51FA8C05-3F3A-4DDB-B84A-F46704A5C674}" type="parTrans" cxnId="{A1A19ACE-9A1C-4DE0-9365-57540F3453F6}">
      <dgm:prSet/>
      <dgm:spPr/>
      <dgm:t>
        <a:bodyPr/>
        <a:lstStyle/>
        <a:p>
          <a:endParaRPr lang="en-US"/>
        </a:p>
      </dgm:t>
    </dgm:pt>
    <dgm:pt modelId="{B4007584-3C60-4CF7-A74C-897161096CA2}" type="sibTrans" cxnId="{A1A19ACE-9A1C-4DE0-9365-57540F3453F6}">
      <dgm:prSet/>
      <dgm:spPr/>
      <dgm:t>
        <a:bodyPr/>
        <a:lstStyle/>
        <a:p>
          <a:endParaRPr lang="en-US"/>
        </a:p>
      </dgm:t>
    </dgm:pt>
    <dgm:pt modelId="{E68346E0-8A9A-444E-8952-B9489A942243}" type="pres">
      <dgm:prSet presAssocID="{1C7028A5-0292-4E99-A6E2-92BC7898F3C0}" presName="linear" presStyleCnt="0">
        <dgm:presLayoutVars>
          <dgm:animLvl val="lvl"/>
          <dgm:resizeHandles val="exact"/>
        </dgm:presLayoutVars>
      </dgm:prSet>
      <dgm:spPr/>
    </dgm:pt>
    <dgm:pt modelId="{5075F3E8-2364-4C84-A06E-8342EC08C927}" type="pres">
      <dgm:prSet presAssocID="{852E70FE-4FF0-4793-86DA-51C50F4E53B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C8CBBE8-BC66-43A9-ABC2-633D3C1466F1}" type="pres">
      <dgm:prSet presAssocID="{3DC157A7-F752-4A75-8495-2508064D2610}" presName="spacer" presStyleCnt="0"/>
      <dgm:spPr/>
    </dgm:pt>
    <dgm:pt modelId="{B1F86439-E2B8-4683-88E3-01EC9A6E6CA7}" type="pres">
      <dgm:prSet presAssocID="{0CEE795C-789E-44D1-9C83-7FEA003D240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C3D7F96-3B30-4597-96EB-633EB5A60752}" type="pres">
      <dgm:prSet presAssocID="{3D89179D-7B12-4A3A-9434-EEF754E5BF19}" presName="spacer" presStyleCnt="0"/>
      <dgm:spPr/>
    </dgm:pt>
    <dgm:pt modelId="{A4C4B660-DFE7-470F-B1FA-5C379595F07F}" type="pres">
      <dgm:prSet presAssocID="{2F123C7F-3770-4C63-90FC-C71AD411D8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656191A-9BC2-4493-8333-90997E97DC93}" type="pres">
      <dgm:prSet presAssocID="{2F123C7F-3770-4C63-90FC-C71AD411D8A4}" presName="childText" presStyleLbl="revTx" presStyleIdx="0" presStyleCnt="1">
        <dgm:presLayoutVars>
          <dgm:bulletEnabled val="1"/>
        </dgm:presLayoutVars>
      </dgm:prSet>
      <dgm:spPr/>
    </dgm:pt>
    <dgm:pt modelId="{7AB17AFD-2D0B-4DD3-99BA-D24706521C8D}" type="pres">
      <dgm:prSet presAssocID="{91DDAC58-8F8E-48A7-B0DE-2F80D74147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449C43B-56A0-4F22-ACB7-F09481EACE1C}" type="pres">
      <dgm:prSet presAssocID="{A01DC42C-AAA3-45D9-B3E3-BCC03C748FE9}" presName="spacer" presStyleCnt="0"/>
      <dgm:spPr/>
    </dgm:pt>
    <dgm:pt modelId="{E1200817-1CFD-4EE3-A13C-3F10889E5246}" type="pres">
      <dgm:prSet presAssocID="{28B7B137-4FB7-4E95-BC48-3B71E2448DC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85F210B-8675-4D84-A2F7-A9AE5B480622}" type="presOf" srcId="{841EEFB0-D16E-4EE1-9EA8-CC0B3A7C3FCF}" destId="{4656191A-9BC2-4493-8333-90997E97DC93}" srcOrd="0" destOrd="0" presId="urn:microsoft.com/office/officeart/2005/8/layout/vList2"/>
    <dgm:cxn modelId="{4C8BFB36-3887-4E90-AEEF-C2ABAC3996F5}" type="presOf" srcId="{91DDAC58-8F8E-48A7-B0DE-2F80D7414790}" destId="{7AB17AFD-2D0B-4DD3-99BA-D24706521C8D}" srcOrd="0" destOrd="0" presId="urn:microsoft.com/office/officeart/2005/8/layout/vList2"/>
    <dgm:cxn modelId="{980FE945-362B-43ED-950E-F5CF22CCAA35}" type="presOf" srcId="{2F123C7F-3770-4C63-90FC-C71AD411D8A4}" destId="{A4C4B660-DFE7-470F-B1FA-5C379595F07F}" srcOrd="0" destOrd="0" presId="urn:microsoft.com/office/officeart/2005/8/layout/vList2"/>
    <dgm:cxn modelId="{E4A2404A-47AC-4A3F-86B2-D6634417C69B}" type="presOf" srcId="{0CEE795C-789E-44D1-9C83-7FEA003D2408}" destId="{B1F86439-E2B8-4683-88E3-01EC9A6E6CA7}" srcOrd="0" destOrd="0" presId="urn:microsoft.com/office/officeart/2005/8/layout/vList2"/>
    <dgm:cxn modelId="{250B3F6F-0474-4901-A83B-0D23A215CC58}" srcId="{2F123C7F-3770-4C63-90FC-C71AD411D8A4}" destId="{8FCF20DC-62D3-4A76-9124-00DEF39582D0}" srcOrd="1" destOrd="0" parTransId="{7FB22324-4EEA-4C60-9F62-67AD97384143}" sibTransId="{331727DA-3D11-452E-9CE6-224498846038}"/>
    <dgm:cxn modelId="{C736677C-0F3E-4373-8425-3F4B6380FC0D}" srcId="{2F123C7F-3770-4C63-90FC-C71AD411D8A4}" destId="{841EEFB0-D16E-4EE1-9EA8-CC0B3A7C3FCF}" srcOrd="0" destOrd="0" parTransId="{145BC6D3-B6B9-4CBD-9876-15C578F65E22}" sibTransId="{0AB090B9-A07F-431C-8616-E2DB20032CEE}"/>
    <dgm:cxn modelId="{7053EE8A-D1C4-4728-A2C6-0CAD68A248A4}" srcId="{2F123C7F-3770-4C63-90FC-C71AD411D8A4}" destId="{4DEA7D9C-EC30-489F-BAC1-95CC7C0DA750}" srcOrd="2" destOrd="0" parTransId="{D2B93E29-A38B-480D-9653-95E33C27F976}" sibTransId="{9D8F7018-5D71-40EA-8BC2-AA7C431C395A}"/>
    <dgm:cxn modelId="{3798C694-826B-4334-ADFB-9DC3D2B429E7}" srcId="{1C7028A5-0292-4E99-A6E2-92BC7898F3C0}" destId="{852E70FE-4FF0-4793-86DA-51C50F4E53BE}" srcOrd="0" destOrd="0" parTransId="{C48298E8-492A-471F-B893-17CCAC7A3EF2}" sibTransId="{3DC157A7-F752-4A75-8495-2508064D2610}"/>
    <dgm:cxn modelId="{52B49E96-7D4D-4E4E-88CE-3226C557D744}" srcId="{1C7028A5-0292-4E99-A6E2-92BC7898F3C0}" destId="{0CEE795C-789E-44D1-9C83-7FEA003D2408}" srcOrd="1" destOrd="0" parTransId="{EFE20256-DD47-40EA-8980-A2FE4F6AE3B3}" sibTransId="{3D89179D-7B12-4A3A-9434-EEF754E5BF19}"/>
    <dgm:cxn modelId="{77B8A29A-DDB9-486C-BC3E-4613C2625ABC}" srcId="{1C7028A5-0292-4E99-A6E2-92BC7898F3C0}" destId="{91DDAC58-8F8E-48A7-B0DE-2F80D7414790}" srcOrd="3" destOrd="0" parTransId="{154BF8F8-8F93-46D2-83C7-4200F66B758D}" sibTransId="{A01DC42C-AAA3-45D9-B3E3-BCC03C748FE9}"/>
    <dgm:cxn modelId="{FB23199D-71F2-487D-A757-A5C9A8134605}" type="presOf" srcId="{28B7B137-4FB7-4E95-BC48-3B71E2448DC5}" destId="{E1200817-1CFD-4EE3-A13C-3F10889E5246}" srcOrd="0" destOrd="0" presId="urn:microsoft.com/office/officeart/2005/8/layout/vList2"/>
    <dgm:cxn modelId="{F69345AD-769A-430F-92BE-4B6BF6C88ECD}" type="presOf" srcId="{25A989F0-058F-4E4D-A26D-4CAD04AF3A45}" destId="{4656191A-9BC2-4493-8333-90997E97DC93}" srcOrd="0" destOrd="4" presId="urn:microsoft.com/office/officeart/2005/8/layout/vList2"/>
    <dgm:cxn modelId="{3A1441B6-8E49-433F-AD10-47879DF8DB93}" type="presOf" srcId="{1C7028A5-0292-4E99-A6E2-92BC7898F3C0}" destId="{E68346E0-8A9A-444E-8952-B9489A942243}" srcOrd="0" destOrd="0" presId="urn:microsoft.com/office/officeart/2005/8/layout/vList2"/>
    <dgm:cxn modelId="{EAE8D9B7-1B21-40BB-A6D7-A3C90A53DD99}" srcId="{2F123C7F-3770-4C63-90FC-C71AD411D8A4}" destId="{7C686FED-7024-4838-8622-3A9632E656C9}" srcOrd="3" destOrd="0" parTransId="{59B1DD7F-8CD8-4A91-A300-6FBFBD570F77}" sibTransId="{C972E0AF-0A72-4C98-9E4C-3221C8FEBBB5}"/>
    <dgm:cxn modelId="{989058BE-ED28-4D79-BF07-3B11796543A8}" type="presOf" srcId="{7C686FED-7024-4838-8622-3A9632E656C9}" destId="{4656191A-9BC2-4493-8333-90997E97DC93}" srcOrd="0" destOrd="3" presId="urn:microsoft.com/office/officeart/2005/8/layout/vList2"/>
    <dgm:cxn modelId="{6DA86ECD-9089-42BC-910D-98E069AB676B}" type="presOf" srcId="{4DEA7D9C-EC30-489F-BAC1-95CC7C0DA750}" destId="{4656191A-9BC2-4493-8333-90997E97DC93}" srcOrd="0" destOrd="2" presId="urn:microsoft.com/office/officeart/2005/8/layout/vList2"/>
    <dgm:cxn modelId="{A1A19ACE-9A1C-4DE0-9365-57540F3453F6}" srcId="{1C7028A5-0292-4E99-A6E2-92BC7898F3C0}" destId="{28B7B137-4FB7-4E95-BC48-3B71E2448DC5}" srcOrd="4" destOrd="0" parTransId="{51FA8C05-3F3A-4DDB-B84A-F46704A5C674}" sibTransId="{B4007584-3C60-4CF7-A74C-897161096CA2}"/>
    <dgm:cxn modelId="{7F2F86D2-E5A0-43F2-9609-62CF56FAC0B8}" srcId="{1C7028A5-0292-4E99-A6E2-92BC7898F3C0}" destId="{2F123C7F-3770-4C63-90FC-C71AD411D8A4}" srcOrd="2" destOrd="0" parTransId="{DA0875B0-633C-4307-894E-76A3C65DBB2F}" sibTransId="{BF0A08A0-9EA7-4C7A-A026-8EC6A0BD7EB2}"/>
    <dgm:cxn modelId="{299AEED2-2153-4FED-9120-8B948CC59B5D}" srcId="{2F123C7F-3770-4C63-90FC-C71AD411D8A4}" destId="{25A989F0-058F-4E4D-A26D-4CAD04AF3A45}" srcOrd="4" destOrd="0" parTransId="{6B1B6DFD-BD02-4437-8A60-D6F8B80EEB35}" sibTransId="{27E7F217-55BE-40FD-B1CD-790A6263A587}"/>
    <dgm:cxn modelId="{DACA33DE-322E-4DBF-87F5-30EB0E096DB9}" type="presOf" srcId="{852E70FE-4FF0-4793-86DA-51C50F4E53BE}" destId="{5075F3E8-2364-4C84-A06E-8342EC08C927}" srcOrd="0" destOrd="0" presId="urn:microsoft.com/office/officeart/2005/8/layout/vList2"/>
    <dgm:cxn modelId="{6D7E92EE-9DA7-4CE4-AE56-94529DBF9FE6}" type="presOf" srcId="{8FCF20DC-62D3-4A76-9124-00DEF39582D0}" destId="{4656191A-9BC2-4493-8333-90997E97DC93}" srcOrd="0" destOrd="1" presId="urn:microsoft.com/office/officeart/2005/8/layout/vList2"/>
    <dgm:cxn modelId="{CA9D6A53-B533-45EE-AA6C-47F25922FCF9}" type="presParOf" srcId="{E68346E0-8A9A-444E-8952-B9489A942243}" destId="{5075F3E8-2364-4C84-A06E-8342EC08C927}" srcOrd="0" destOrd="0" presId="urn:microsoft.com/office/officeart/2005/8/layout/vList2"/>
    <dgm:cxn modelId="{C543349E-6513-4929-9C77-F3FDD0B039C8}" type="presParOf" srcId="{E68346E0-8A9A-444E-8952-B9489A942243}" destId="{FC8CBBE8-BC66-43A9-ABC2-633D3C1466F1}" srcOrd="1" destOrd="0" presId="urn:microsoft.com/office/officeart/2005/8/layout/vList2"/>
    <dgm:cxn modelId="{7E9DF5CF-86AC-4E31-B633-CA99DAABBBBA}" type="presParOf" srcId="{E68346E0-8A9A-444E-8952-B9489A942243}" destId="{B1F86439-E2B8-4683-88E3-01EC9A6E6CA7}" srcOrd="2" destOrd="0" presId="urn:microsoft.com/office/officeart/2005/8/layout/vList2"/>
    <dgm:cxn modelId="{E47CE02D-905C-43D2-AB5E-014A7E040031}" type="presParOf" srcId="{E68346E0-8A9A-444E-8952-B9489A942243}" destId="{BC3D7F96-3B30-4597-96EB-633EB5A60752}" srcOrd="3" destOrd="0" presId="urn:microsoft.com/office/officeart/2005/8/layout/vList2"/>
    <dgm:cxn modelId="{ECF58536-025C-45AF-ADAB-70D72FF601E2}" type="presParOf" srcId="{E68346E0-8A9A-444E-8952-B9489A942243}" destId="{A4C4B660-DFE7-470F-B1FA-5C379595F07F}" srcOrd="4" destOrd="0" presId="urn:microsoft.com/office/officeart/2005/8/layout/vList2"/>
    <dgm:cxn modelId="{6B535456-756A-4782-B458-68B5C7312AEC}" type="presParOf" srcId="{E68346E0-8A9A-444E-8952-B9489A942243}" destId="{4656191A-9BC2-4493-8333-90997E97DC93}" srcOrd="5" destOrd="0" presId="urn:microsoft.com/office/officeart/2005/8/layout/vList2"/>
    <dgm:cxn modelId="{84F2AC7C-5EB8-4F76-AEE4-5FF0AA2DB408}" type="presParOf" srcId="{E68346E0-8A9A-444E-8952-B9489A942243}" destId="{7AB17AFD-2D0B-4DD3-99BA-D24706521C8D}" srcOrd="6" destOrd="0" presId="urn:microsoft.com/office/officeart/2005/8/layout/vList2"/>
    <dgm:cxn modelId="{1FDBC737-5F52-4A47-99E1-6571F3C86C90}" type="presParOf" srcId="{E68346E0-8A9A-444E-8952-B9489A942243}" destId="{9449C43B-56A0-4F22-ACB7-F09481EACE1C}" srcOrd="7" destOrd="0" presId="urn:microsoft.com/office/officeart/2005/8/layout/vList2"/>
    <dgm:cxn modelId="{AE2EE5B1-87C8-494A-946B-34E50FACC5C0}" type="presParOf" srcId="{E68346E0-8A9A-444E-8952-B9489A942243}" destId="{E1200817-1CFD-4EE3-A13C-3F10889E524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C624A-0AB2-4776-8F19-5969F643EE1D}">
      <dsp:nvSpPr>
        <dsp:cNvPr id="0" name=""/>
        <dsp:cNvSpPr/>
      </dsp:nvSpPr>
      <dsp:spPr>
        <a:xfrm>
          <a:off x="0" y="3172"/>
          <a:ext cx="11301984" cy="14244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62490-FE13-420E-896B-5BF879C518AA}">
      <dsp:nvSpPr>
        <dsp:cNvPr id="0" name=""/>
        <dsp:cNvSpPr/>
      </dsp:nvSpPr>
      <dsp:spPr>
        <a:xfrm>
          <a:off x="430899" y="321112"/>
          <a:ext cx="783454" cy="7834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BF97A-7E21-48F1-AF65-92A39AB0DB5F}">
      <dsp:nvSpPr>
        <dsp:cNvPr id="0" name=""/>
        <dsp:cNvSpPr/>
      </dsp:nvSpPr>
      <dsp:spPr>
        <a:xfrm>
          <a:off x="1645254" y="608"/>
          <a:ext cx="9656729" cy="142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756" tIns="150756" rIns="150756" bIns="1507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Conversation</a:t>
          </a:r>
          <a:endParaRPr lang="en-US" sz="2500" kern="1200" dirty="0"/>
        </a:p>
      </dsp:txBody>
      <dsp:txXfrm>
        <a:off x="1645254" y="608"/>
        <a:ext cx="9656729" cy="1424462"/>
      </dsp:txXfrm>
    </dsp:sp>
    <dsp:sp modelId="{1C491341-2BED-493D-B376-FEF0210E9CB4}">
      <dsp:nvSpPr>
        <dsp:cNvPr id="0" name=""/>
        <dsp:cNvSpPr/>
      </dsp:nvSpPr>
      <dsp:spPr>
        <a:xfrm>
          <a:off x="0" y="1781186"/>
          <a:ext cx="11301984" cy="14244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B33D1-289F-4E32-97F0-906F45246EFC}">
      <dsp:nvSpPr>
        <dsp:cNvPr id="0" name=""/>
        <dsp:cNvSpPr/>
      </dsp:nvSpPr>
      <dsp:spPr>
        <a:xfrm>
          <a:off x="430899" y="2101690"/>
          <a:ext cx="783454" cy="7834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85B11-719B-424E-9B16-4B9AF8248FDE}">
      <dsp:nvSpPr>
        <dsp:cNvPr id="0" name=""/>
        <dsp:cNvSpPr/>
      </dsp:nvSpPr>
      <dsp:spPr>
        <a:xfrm>
          <a:off x="1645254" y="1781186"/>
          <a:ext cx="9656729" cy="142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756" tIns="150756" rIns="150756" bIns="1507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Interactive</a:t>
          </a:r>
          <a:endParaRPr lang="en-US" sz="2500" kern="1200"/>
        </a:p>
      </dsp:txBody>
      <dsp:txXfrm>
        <a:off x="1645254" y="1781186"/>
        <a:ext cx="9656729" cy="1424462"/>
      </dsp:txXfrm>
    </dsp:sp>
    <dsp:sp modelId="{CE10CC0A-F69A-4341-891B-C3E18942F647}">
      <dsp:nvSpPr>
        <dsp:cNvPr id="0" name=""/>
        <dsp:cNvSpPr/>
      </dsp:nvSpPr>
      <dsp:spPr>
        <a:xfrm>
          <a:off x="0" y="3561764"/>
          <a:ext cx="11301984" cy="142446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28678-5EF5-4C64-A668-7BB812931917}">
      <dsp:nvSpPr>
        <dsp:cNvPr id="0" name=""/>
        <dsp:cNvSpPr/>
      </dsp:nvSpPr>
      <dsp:spPr>
        <a:xfrm>
          <a:off x="430899" y="3882268"/>
          <a:ext cx="783454" cy="7834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77F7E-3F24-43BC-9D04-F5ADDA128F88}">
      <dsp:nvSpPr>
        <dsp:cNvPr id="0" name=""/>
        <dsp:cNvSpPr/>
      </dsp:nvSpPr>
      <dsp:spPr>
        <a:xfrm>
          <a:off x="1645254" y="3561764"/>
          <a:ext cx="9656729" cy="1424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756" tIns="150756" rIns="150756" bIns="1507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Value Positive</a:t>
          </a:r>
          <a:endParaRPr lang="en-US" sz="2500" kern="1200"/>
        </a:p>
      </dsp:txBody>
      <dsp:txXfrm>
        <a:off x="1645254" y="3561764"/>
        <a:ext cx="9656729" cy="1424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AE7DB-26C9-498F-887E-D94EEAEF1C49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A658A-A161-45EC-BB3F-1C462B87FAAC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Hardware Vendor?</a:t>
          </a:r>
        </a:p>
      </dsp:txBody>
      <dsp:txXfrm>
        <a:off x="0" y="675"/>
        <a:ext cx="6900512" cy="1106957"/>
      </dsp:txXfrm>
    </dsp:sp>
    <dsp:sp modelId="{E0AB40EF-56E6-49C7-8C03-607D3256137D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11569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1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50892-69C3-450B-9313-593CC3A9190A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Application Suites?</a:t>
          </a:r>
        </a:p>
      </dsp:txBody>
      <dsp:txXfrm>
        <a:off x="0" y="1107633"/>
        <a:ext cx="6900512" cy="1106957"/>
      </dsp:txXfrm>
    </dsp:sp>
    <dsp:sp modelId="{4CD1A839-0F1E-4EA0-89A6-FA72D319EFBE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23137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A2E06-8E1A-4809-BCE2-A160A2667154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Storage Management System?</a:t>
          </a:r>
        </a:p>
      </dsp:txBody>
      <dsp:txXfrm>
        <a:off x="0" y="2214591"/>
        <a:ext cx="6900512" cy="1106957"/>
      </dsp:txXfrm>
    </dsp:sp>
    <dsp:sp modelId="{C3E44D5A-8A19-403E-890D-7F5192D9B4BF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34706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3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E30A5-EFB1-4564-8927-4DE66822EEB0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Cloud Vendor?</a:t>
          </a:r>
        </a:p>
      </dsp:txBody>
      <dsp:txXfrm>
        <a:off x="0" y="3321549"/>
        <a:ext cx="6900512" cy="1106957"/>
      </dsp:txXfrm>
    </dsp:sp>
    <dsp:sp modelId="{36998157-6963-43E6-9CB5-8C9329971A3B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46274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4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080CB-EC48-4AAF-BC6C-8CC8D9EB3EBC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Coding Language? </a:t>
          </a:r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572C2-870D-47C0-A704-44F1D45592D6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3FB9E2-D079-457A-B9C8-DF257579D800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E-business Suite- </a:t>
          </a:r>
          <a:r>
            <a:rPr lang="en-US" sz="1800" kern="1200"/>
            <a:t>Accounts Receivable, Order Entry, Customer Orders, etc.  Multi-tier system with Concurrent Manager for job management.</a:t>
          </a:r>
        </a:p>
      </dsp:txBody>
      <dsp:txXfrm>
        <a:off x="0" y="665"/>
        <a:ext cx="6666833" cy="778941"/>
      </dsp:txXfrm>
    </dsp:sp>
    <dsp:sp modelId="{1172F58E-D57B-4327-B683-6F9AA84D4735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77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77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77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77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E171B2-C807-4FB8-8594-67AE6998F1C3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Peoplesoft</a:t>
          </a:r>
          <a:r>
            <a:rPr lang="en-US" sz="1800" kern="1200"/>
            <a:t>- HR software suite</a:t>
          </a:r>
        </a:p>
      </dsp:txBody>
      <dsp:txXfrm>
        <a:off x="0" y="779606"/>
        <a:ext cx="6666833" cy="778941"/>
      </dsp:txXfrm>
    </dsp:sp>
    <dsp:sp modelId="{D1D7495E-6849-46B8-9736-6C1C54DAE972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154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154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154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154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C9F282-389E-470C-8B8C-DCA67CEAF113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Hyperion/EPM </a:t>
          </a:r>
          <a:r>
            <a:rPr lang="en-US" sz="1800" kern="1200"/>
            <a:t>– Financial and Operation performance Software</a:t>
          </a:r>
        </a:p>
      </dsp:txBody>
      <dsp:txXfrm>
        <a:off x="0" y="1558548"/>
        <a:ext cx="6666833" cy="778941"/>
      </dsp:txXfrm>
    </dsp:sp>
    <dsp:sp modelId="{769999B2-E30A-47B5-B833-2AF105588F42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2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2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2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2313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7C6AAF-8B23-40DB-88CA-A3D74C3C72C8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JD Edwards – </a:t>
          </a:r>
          <a:r>
            <a:rPr lang="en-US" sz="1800" kern="1200"/>
            <a:t>Financial System</a:t>
          </a:r>
        </a:p>
      </dsp:txBody>
      <dsp:txXfrm>
        <a:off x="0" y="2337489"/>
        <a:ext cx="6666833" cy="778941"/>
      </dsp:txXfrm>
    </dsp:sp>
    <dsp:sp modelId="{227B1D42-1F09-4A2F-A7A9-768488812620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308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308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308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308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17D3C5-1EE6-4839-AC1B-F007416C8FB4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Primavera – </a:t>
          </a:r>
          <a:r>
            <a:rPr lang="en-US" sz="1800" kern="1200"/>
            <a:t>Project Management Software</a:t>
          </a:r>
        </a:p>
      </dsp:txBody>
      <dsp:txXfrm>
        <a:off x="0" y="3116430"/>
        <a:ext cx="6666833" cy="778941"/>
      </dsp:txXfrm>
    </dsp:sp>
    <dsp:sp modelId="{7DA01E10-989C-4F57-AB37-9BB7616BD4DB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385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385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385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3856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DA9850-8F75-4EA9-B601-193A1C0CB6C4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Opera – </a:t>
          </a:r>
          <a:r>
            <a:rPr lang="en-US" sz="1800" kern="1200"/>
            <a:t>Hotel and Resort Management</a:t>
          </a:r>
        </a:p>
      </dsp:txBody>
      <dsp:txXfrm>
        <a:off x="0" y="3895371"/>
        <a:ext cx="6666833" cy="778941"/>
      </dsp:txXfrm>
    </dsp:sp>
    <dsp:sp modelId="{5914EB19-1A2B-4558-86E5-3BCA8606912D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4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4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4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462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38C7DC-CF23-4499-9849-90561F27DB53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APEX – </a:t>
          </a:r>
          <a:r>
            <a:rPr lang="en-US" sz="1800" b="0" kern="1200" dirty="0"/>
            <a:t>Application Express</a:t>
          </a:r>
          <a:r>
            <a:rPr lang="en-US" sz="1800" b="1" kern="1200" dirty="0"/>
            <a:t>, </a:t>
          </a:r>
          <a:r>
            <a:rPr lang="en-US" sz="1800" kern="1200" dirty="0"/>
            <a:t>Web application creation suite</a:t>
          </a:r>
        </a:p>
      </dsp:txBody>
      <dsp:txXfrm>
        <a:off x="0" y="4674313"/>
        <a:ext cx="6666833" cy="7789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F03A1-F68E-4C25-AA3B-AF63D606C59B}">
      <dsp:nvSpPr>
        <dsp:cNvPr id="0" name=""/>
        <dsp:cNvSpPr/>
      </dsp:nvSpPr>
      <dsp:spPr>
        <a:xfrm>
          <a:off x="0" y="177077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Automatic Storage Management, ASM</a:t>
          </a:r>
        </a:p>
      </dsp:txBody>
      <dsp:txXfrm>
        <a:off x="48481" y="225558"/>
        <a:ext cx="6569871" cy="896166"/>
      </dsp:txXfrm>
    </dsp:sp>
    <dsp:sp modelId="{FFA60BFB-3C50-426C-825A-AC60324BAA4E}">
      <dsp:nvSpPr>
        <dsp:cNvPr id="0" name=""/>
        <dsp:cNvSpPr/>
      </dsp:nvSpPr>
      <dsp:spPr>
        <a:xfrm>
          <a:off x="0" y="1170206"/>
          <a:ext cx="6666833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Like NFTS or FAT32 in Windows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Very similar to Linux Volume Manager(LVM) and UDEV in Linux/Unix</a:t>
          </a:r>
        </a:p>
      </dsp:txBody>
      <dsp:txXfrm>
        <a:off x="0" y="1170206"/>
        <a:ext cx="6666833" cy="983250"/>
      </dsp:txXfrm>
    </dsp:sp>
    <dsp:sp modelId="{2D14AC5A-1CBA-40CD-9FE1-672029172B19}">
      <dsp:nvSpPr>
        <dsp:cNvPr id="0" name=""/>
        <dsp:cNvSpPr/>
      </dsp:nvSpPr>
      <dsp:spPr>
        <a:xfrm>
          <a:off x="0" y="2153456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154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154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154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Possesses its own Oracle instance that is running and managing the storage layer for Oracle.</a:t>
          </a:r>
        </a:p>
      </dsp:txBody>
      <dsp:txXfrm>
        <a:off x="48481" y="2201937"/>
        <a:ext cx="6569871" cy="896166"/>
      </dsp:txXfrm>
    </dsp:sp>
    <dsp:sp modelId="{1A20DA83-2C79-47F4-82A5-A0F19723E4B3}">
      <dsp:nvSpPr>
        <dsp:cNvPr id="0" name=""/>
        <dsp:cNvSpPr/>
      </dsp:nvSpPr>
      <dsp:spPr>
        <a:xfrm>
          <a:off x="0" y="3218585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308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308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308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Removes the secondary layer at the OS level and is optimized for Oracle databases</a:t>
          </a:r>
        </a:p>
      </dsp:txBody>
      <dsp:txXfrm>
        <a:off x="48481" y="3267066"/>
        <a:ext cx="6569871" cy="896166"/>
      </dsp:txXfrm>
    </dsp:sp>
    <dsp:sp modelId="{FE4BEC3C-84C2-4FD7-8FE8-D9AC92BC67CF}">
      <dsp:nvSpPr>
        <dsp:cNvPr id="0" name=""/>
        <dsp:cNvSpPr/>
      </dsp:nvSpPr>
      <dsp:spPr>
        <a:xfrm>
          <a:off x="0" y="4283713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4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4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4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Has its own syntax, utilities, views and command line reference.</a:t>
          </a:r>
        </a:p>
      </dsp:txBody>
      <dsp:txXfrm>
        <a:off x="48481" y="4332194"/>
        <a:ext cx="6569871" cy="8961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3602A-D8B2-43A1-B26F-7C8119AFD832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1"/>
            </a:rPr>
            <a:t>Oracle licensing costs </a:t>
          </a:r>
          <a:r>
            <a:rPr lang="en-US" sz="2500" kern="1200"/>
            <a:t>are commonly the most expensive part of any database project.</a:t>
          </a:r>
        </a:p>
      </dsp:txBody>
      <dsp:txXfrm>
        <a:off x="48547" y="145256"/>
        <a:ext cx="6569739" cy="897406"/>
      </dsp:txXfrm>
    </dsp:sp>
    <dsp:sp modelId="{CF6F2542-3E0E-4985-ACF7-3AA3049DE6C3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1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1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1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Oracle is licensed by CORE, management pack.</a:t>
          </a:r>
        </a:p>
      </dsp:txBody>
      <dsp:txXfrm>
        <a:off x="48547" y="1211756"/>
        <a:ext cx="6569739" cy="897406"/>
      </dsp:txXfrm>
    </dsp:sp>
    <dsp:sp modelId="{50C5B241-741A-491A-BC24-9247E65DBD4D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2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2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2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There are unlimited licensing agreements (EULAs) with large customers.</a:t>
          </a:r>
        </a:p>
      </dsp:txBody>
      <dsp:txXfrm>
        <a:off x="48547" y="2278257"/>
        <a:ext cx="6569739" cy="897406"/>
      </dsp:txXfrm>
    </dsp:sp>
    <dsp:sp modelId="{9FF58113-4733-480E-B21D-5912E35C4C58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3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3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3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Customer’s rarely pay list price-  often large discounts in end.</a:t>
          </a:r>
        </a:p>
      </dsp:txBody>
      <dsp:txXfrm>
        <a:off x="48547" y="3344757"/>
        <a:ext cx="6569739" cy="897406"/>
      </dsp:txXfrm>
    </dsp:sp>
    <dsp:sp modelId="{3228F740-EE54-45F5-A796-1E1E41F0A6E2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4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4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4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Annual support cost on top of licensing.</a:t>
          </a:r>
        </a:p>
      </dsp:txBody>
      <dsp:txXfrm>
        <a:off x="48547" y="4411257"/>
        <a:ext cx="6569739" cy="8974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99911-24A0-4BA6-B614-4008B0016AB7}">
      <dsp:nvSpPr>
        <dsp:cNvPr id="0" name=""/>
        <dsp:cNvSpPr/>
      </dsp:nvSpPr>
      <dsp:spPr>
        <a:xfrm>
          <a:off x="0" y="24259"/>
          <a:ext cx="6666833" cy="1007370"/>
        </a:xfrm>
        <a:prstGeom prst="roundRect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Database Administrator</a:t>
          </a:r>
        </a:p>
      </dsp:txBody>
      <dsp:txXfrm>
        <a:off x="49176" y="73435"/>
        <a:ext cx="6568481" cy="909018"/>
      </dsp:txXfrm>
    </dsp:sp>
    <dsp:sp modelId="{3E2A1ED3-6312-4515-9AF5-B32F32C3AE80}">
      <dsp:nvSpPr>
        <dsp:cNvPr id="0" name=""/>
        <dsp:cNvSpPr/>
      </dsp:nvSpPr>
      <dsp:spPr>
        <a:xfrm>
          <a:off x="0" y="1031629"/>
          <a:ext cx="6666833" cy="169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Development DBA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Production DBA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Application DBA</a:t>
          </a:r>
        </a:p>
      </dsp:txBody>
      <dsp:txXfrm>
        <a:off x="0" y="1031629"/>
        <a:ext cx="6666833" cy="1695330"/>
      </dsp:txXfrm>
    </dsp:sp>
    <dsp:sp modelId="{45244714-021B-49A2-8286-4A68D8060C68}">
      <dsp:nvSpPr>
        <dsp:cNvPr id="0" name=""/>
        <dsp:cNvSpPr/>
      </dsp:nvSpPr>
      <dsp:spPr>
        <a:xfrm>
          <a:off x="0" y="2726960"/>
          <a:ext cx="6666833" cy="1007370"/>
        </a:xfrm>
        <a:prstGeom prst="round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Developer</a:t>
          </a:r>
        </a:p>
      </dsp:txBody>
      <dsp:txXfrm>
        <a:off x="49176" y="2776136"/>
        <a:ext cx="6568481" cy="909018"/>
      </dsp:txXfrm>
    </dsp:sp>
    <dsp:sp modelId="{3FE5E693-E1D3-42A0-A876-1949D6098D21}">
      <dsp:nvSpPr>
        <dsp:cNvPr id="0" name=""/>
        <dsp:cNvSpPr/>
      </dsp:nvSpPr>
      <dsp:spPr>
        <a:xfrm>
          <a:off x="0" y="3734330"/>
          <a:ext cx="6666833" cy="169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PL/SQL Developer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Application Developer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Web Developer</a:t>
          </a:r>
        </a:p>
      </dsp:txBody>
      <dsp:txXfrm>
        <a:off x="0" y="3734330"/>
        <a:ext cx="6666833" cy="16953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F5A7F-3CDB-4ADD-A1E1-1DD1CF712D08}">
      <dsp:nvSpPr>
        <dsp:cNvPr id="0" name=""/>
        <dsp:cNvSpPr/>
      </dsp:nvSpPr>
      <dsp:spPr>
        <a:xfrm>
          <a:off x="0" y="0"/>
          <a:ext cx="10515600" cy="8747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978A9-BB87-4BEA-8A9E-EA4FB75CAB66}">
      <dsp:nvSpPr>
        <dsp:cNvPr id="0" name=""/>
        <dsp:cNvSpPr/>
      </dsp:nvSpPr>
      <dsp:spPr>
        <a:xfrm>
          <a:off x="264599" y="198535"/>
          <a:ext cx="481089" cy="481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B60D8-6F2C-4A10-A755-364A927B533C}">
      <dsp:nvSpPr>
        <dsp:cNvPr id="0" name=""/>
        <dsp:cNvSpPr/>
      </dsp:nvSpPr>
      <dsp:spPr>
        <a:xfrm>
          <a:off x="1010288" y="1725"/>
          <a:ext cx="9505311" cy="874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3" tIns="92573" rIns="92573" bIns="925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Same terms, different definitions</a:t>
          </a:r>
          <a:endParaRPr lang="en-US" sz="2200" kern="1200"/>
        </a:p>
      </dsp:txBody>
      <dsp:txXfrm>
        <a:off x="1010288" y="1725"/>
        <a:ext cx="9505311" cy="874708"/>
      </dsp:txXfrm>
    </dsp:sp>
    <dsp:sp modelId="{4469AB3B-2387-4B6C-B3AE-B9B01BE2C54B}">
      <dsp:nvSpPr>
        <dsp:cNvPr id="0" name=""/>
        <dsp:cNvSpPr/>
      </dsp:nvSpPr>
      <dsp:spPr>
        <a:xfrm>
          <a:off x="0" y="1095111"/>
          <a:ext cx="10515600" cy="8747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30B53-5D35-439B-828F-CDE331AD59D0}">
      <dsp:nvSpPr>
        <dsp:cNvPr id="0" name=""/>
        <dsp:cNvSpPr/>
      </dsp:nvSpPr>
      <dsp:spPr>
        <a:xfrm>
          <a:off x="264599" y="1291920"/>
          <a:ext cx="481089" cy="481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2C0C8-FD9D-4364-8E36-6897D9437326}">
      <dsp:nvSpPr>
        <dsp:cNvPr id="0" name=""/>
        <dsp:cNvSpPr/>
      </dsp:nvSpPr>
      <dsp:spPr>
        <a:xfrm>
          <a:off x="1010288" y="1095111"/>
          <a:ext cx="9505311" cy="874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3" tIns="92573" rIns="92573" bIns="925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Different tools</a:t>
          </a:r>
          <a:endParaRPr lang="en-US" sz="2200" kern="1200"/>
        </a:p>
      </dsp:txBody>
      <dsp:txXfrm>
        <a:off x="1010288" y="1095111"/>
        <a:ext cx="9505311" cy="874708"/>
      </dsp:txXfrm>
    </dsp:sp>
    <dsp:sp modelId="{2228A97A-6DED-40FB-A72C-A6DE98B1663F}">
      <dsp:nvSpPr>
        <dsp:cNvPr id="0" name=""/>
        <dsp:cNvSpPr/>
      </dsp:nvSpPr>
      <dsp:spPr>
        <a:xfrm>
          <a:off x="0" y="2188496"/>
          <a:ext cx="10515600" cy="8747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D1E0A-13CE-466C-A0C9-0324A68349F1}">
      <dsp:nvSpPr>
        <dsp:cNvPr id="0" name=""/>
        <dsp:cNvSpPr/>
      </dsp:nvSpPr>
      <dsp:spPr>
        <a:xfrm>
          <a:off x="264599" y="2385305"/>
          <a:ext cx="481089" cy="481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0A316-400D-41EE-B328-1A36B6BA1E0D}">
      <dsp:nvSpPr>
        <dsp:cNvPr id="0" name=""/>
        <dsp:cNvSpPr/>
      </dsp:nvSpPr>
      <dsp:spPr>
        <a:xfrm>
          <a:off x="1010288" y="2188496"/>
          <a:ext cx="9505311" cy="874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3" tIns="92573" rIns="92573" bIns="925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Different uses for different platforms</a:t>
          </a:r>
          <a:endParaRPr lang="en-US" sz="2200" kern="1200"/>
        </a:p>
      </dsp:txBody>
      <dsp:txXfrm>
        <a:off x="1010288" y="2188496"/>
        <a:ext cx="9505311" cy="874708"/>
      </dsp:txXfrm>
    </dsp:sp>
    <dsp:sp modelId="{75FA0BB6-EBEA-423B-A87C-B252777CB989}">
      <dsp:nvSpPr>
        <dsp:cNvPr id="0" name=""/>
        <dsp:cNvSpPr/>
      </dsp:nvSpPr>
      <dsp:spPr>
        <a:xfrm>
          <a:off x="0" y="3281881"/>
          <a:ext cx="10515600" cy="8747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592E6-15A6-43CD-92F4-A636919D7FB0}">
      <dsp:nvSpPr>
        <dsp:cNvPr id="0" name=""/>
        <dsp:cNvSpPr/>
      </dsp:nvSpPr>
      <dsp:spPr>
        <a:xfrm>
          <a:off x="264599" y="3478691"/>
          <a:ext cx="481089" cy="4810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418BB-81FB-4A06-9D3F-17E1F137CF85}">
      <dsp:nvSpPr>
        <dsp:cNvPr id="0" name=""/>
        <dsp:cNvSpPr/>
      </dsp:nvSpPr>
      <dsp:spPr>
        <a:xfrm>
          <a:off x="1010288" y="3281881"/>
          <a:ext cx="9505311" cy="874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3" tIns="92573" rIns="92573" bIns="925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Little understanding, “A database is a database…”</a:t>
          </a:r>
          <a:endParaRPr lang="en-US" sz="2200" kern="1200"/>
        </a:p>
      </dsp:txBody>
      <dsp:txXfrm>
        <a:off x="1010288" y="3281881"/>
        <a:ext cx="9505311" cy="8747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81F0B-D3B5-4F94-A972-36D1D2E95DCC}">
      <dsp:nvSpPr>
        <dsp:cNvPr id="0" name=""/>
        <dsp:cNvSpPr/>
      </dsp:nvSpPr>
      <dsp:spPr>
        <a:xfrm>
          <a:off x="0" y="505"/>
          <a:ext cx="10509624" cy="11820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DD278-9EF1-48F5-B6D7-A995B32892E3}">
      <dsp:nvSpPr>
        <dsp:cNvPr id="0" name=""/>
        <dsp:cNvSpPr/>
      </dsp:nvSpPr>
      <dsp:spPr>
        <a:xfrm>
          <a:off x="357566" y="266463"/>
          <a:ext cx="650121" cy="650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F852B-5ACA-40B8-A0A0-18C4036756B5}">
      <dsp:nvSpPr>
        <dsp:cNvPr id="0" name=""/>
        <dsp:cNvSpPr/>
      </dsp:nvSpPr>
      <dsp:spPr>
        <a:xfrm>
          <a:off x="1365254" y="505"/>
          <a:ext cx="9144369" cy="11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99" tIns="125099" rIns="125099" bIns="1250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Upwards of 30+ background processes</a:t>
          </a:r>
          <a:endParaRPr lang="en-US" sz="2500" kern="1200"/>
        </a:p>
      </dsp:txBody>
      <dsp:txXfrm>
        <a:off x="1365254" y="505"/>
        <a:ext cx="9144369" cy="1182038"/>
      </dsp:txXfrm>
    </dsp:sp>
    <dsp:sp modelId="{38067984-D0D2-4A5A-A932-7BAA6D89BAF4}">
      <dsp:nvSpPr>
        <dsp:cNvPr id="0" name=""/>
        <dsp:cNvSpPr/>
      </dsp:nvSpPr>
      <dsp:spPr>
        <a:xfrm>
          <a:off x="0" y="1478053"/>
          <a:ext cx="10509624" cy="11820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14745-2852-43B9-9946-D154B44DA8EE}">
      <dsp:nvSpPr>
        <dsp:cNvPr id="0" name=""/>
        <dsp:cNvSpPr/>
      </dsp:nvSpPr>
      <dsp:spPr>
        <a:xfrm>
          <a:off x="357566" y="1744012"/>
          <a:ext cx="650121" cy="650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51070-01FA-4325-942A-2B13C7A601AA}">
      <dsp:nvSpPr>
        <dsp:cNvPr id="0" name=""/>
        <dsp:cNvSpPr/>
      </dsp:nvSpPr>
      <dsp:spPr>
        <a:xfrm>
          <a:off x="1365254" y="1478053"/>
          <a:ext cx="9144369" cy="11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99" tIns="125099" rIns="125099" bIns="1250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LGWR, DBWR and J*** (jobs) can have numerous number of processes.</a:t>
          </a:r>
          <a:endParaRPr lang="en-US" sz="2500" kern="1200"/>
        </a:p>
      </dsp:txBody>
      <dsp:txXfrm>
        <a:off x="1365254" y="1478053"/>
        <a:ext cx="9144369" cy="1182038"/>
      </dsp:txXfrm>
    </dsp:sp>
    <dsp:sp modelId="{72FCB659-2A72-4F5C-96E9-C21973D5B1A9}">
      <dsp:nvSpPr>
        <dsp:cNvPr id="0" name=""/>
        <dsp:cNvSpPr/>
      </dsp:nvSpPr>
      <dsp:spPr>
        <a:xfrm>
          <a:off x="0" y="2955602"/>
          <a:ext cx="10509624" cy="118203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52C70-70EB-47D4-BD87-35A82EE8D1A0}">
      <dsp:nvSpPr>
        <dsp:cNvPr id="0" name=""/>
        <dsp:cNvSpPr/>
      </dsp:nvSpPr>
      <dsp:spPr>
        <a:xfrm>
          <a:off x="357566" y="3221560"/>
          <a:ext cx="650121" cy="650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27C2B-996A-4D66-9FFD-98CE06DDEBB7}">
      <dsp:nvSpPr>
        <dsp:cNvPr id="0" name=""/>
        <dsp:cNvSpPr/>
      </dsp:nvSpPr>
      <dsp:spPr>
        <a:xfrm>
          <a:off x="1365254" y="2955602"/>
          <a:ext cx="9144369" cy="11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99" tIns="125099" rIns="125099" bIns="1250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Each user spawns a process on the host in Linux/Unix.</a:t>
          </a:r>
          <a:endParaRPr lang="en-US" sz="2500" kern="1200"/>
        </a:p>
      </dsp:txBody>
      <dsp:txXfrm>
        <a:off x="1365254" y="2955602"/>
        <a:ext cx="9144369" cy="11820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9017A-4CD8-4AC6-A7B1-2D5AF822E514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Owns all background processes.</a:t>
          </a:r>
        </a:p>
      </dsp:txBody>
      <dsp:txXfrm>
        <a:off x="22940" y="22940"/>
        <a:ext cx="7160195" cy="737360"/>
      </dsp:txXfrm>
    </dsp:sp>
    <dsp:sp modelId="{2520A3A5-2969-4908-B6A3-C354B3E0DD67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Requires more resources to run a database, pushing for larger monolith systems.</a:t>
          </a:r>
        </a:p>
      </dsp:txBody>
      <dsp:txXfrm>
        <a:off x="627587" y="914964"/>
        <a:ext cx="6937378" cy="737360"/>
      </dsp:txXfrm>
    </dsp:sp>
    <dsp:sp modelId="{DDE5B1BD-6C3F-4901-BAA1-ED70D3B09D67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Limits the ability to migrate to the cloud.</a:t>
          </a:r>
        </a:p>
      </dsp:txBody>
      <dsp:txXfrm>
        <a:off x="1232233" y="1806988"/>
        <a:ext cx="6937378" cy="737360"/>
      </dsp:txXfrm>
    </dsp:sp>
    <dsp:sp modelId="{F4431570-9A30-4857-836B-EB205DA8846D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2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More difficult backup/recovery and high availability solutions.</a:t>
          </a:r>
        </a:p>
      </dsp:txBody>
      <dsp:txXfrm>
        <a:off x="1836880" y="2699012"/>
        <a:ext cx="6937378" cy="737360"/>
      </dsp:txXfrm>
    </dsp:sp>
    <dsp:sp modelId="{98037E3B-BC21-451A-AE79-26A62FA983AE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longer available in Oracle 23ai</a:t>
          </a:r>
        </a:p>
      </dsp:txBody>
      <dsp:txXfrm>
        <a:off x="2441527" y="3591037"/>
        <a:ext cx="6937378" cy="737360"/>
      </dsp:txXfrm>
    </dsp:sp>
    <dsp:sp modelId="{77F6F4BE-1464-4378-BFFE-2775CBFE9CCF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BB92887A-0AC4-4B3E-BF20-776C4A0EDB73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2B35089E-821A-4628-985A-4A37E5CEAE8B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E0A34600-B205-42C6-9CEA-C20E6391A10D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306CE-5892-4EE5-92A8-C4EE35BEDB1B}">
      <dsp:nvSpPr>
        <dsp:cNvPr id="0" name=""/>
        <dsp:cNvSpPr/>
      </dsp:nvSpPr>
      <dsp:spPr>
        <a:xfrm>
          <a:off x="828914" y="1037573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05BE4-1C54-47AA-A962-6019218EE053}">
      <dsp:nvSpPr>
        <dsp:cNvPr id="0" name=""/>
        <dsp:cNvSpPr/>
      </dsp:nvSpPr>
      <dsp:spPr>
        <a:xfrm>
          <a:off x="333914" y="2165231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Like Windows Failover Clustering, (WFCS)</a:t>
          </a:r>
        </a:p>
      </dsp:txBody>
      <dsp:txXfrm>
        <a:off x="333914" y="2165231"/>
        <a:ext cx="1800000" cy="990000"/>
      </dsp:txXfrm>
    </dsp:sp>
    <dsp:sp modelId="{A31802DA-6576-4016-A52B-409EFC062982}">
      <dsp:nvSpPr>
        <dsp:cNvPr id="0" name=""/>
        <dsp:cNvSpPr/>
      </dsp:nvSpPr>
      <dsp:spPr>
        <a:xfrm>
          <a:off x="2943914" y="1037573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941D0-3519-4190-89F7-FC95433294FB}">
      <dsp:nvSpPr>
        <dsp:cNvPr id="0" name=""/>
        <dsp:cNvSpPr/>
      </dsp:nvSpPr>
      <dsp:spPr>
        <a:xfrm>
          <a:off x="2448914" y="2165231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Instance resiliency and scalability, but often sold as HIGH AVAILABILITY, (respect the propaganda on this one! </a:t>
          </a:r>
          <a:r>
            <a:rPr lang="en-US" sz="1400" kern="1200" dirty="0">
              <a:sym typeface="Wingdings" panose="05000000000000000000" pitchFamily="2" charset="2"/>
            </a:rPr>
            <a:t></a:t>
          </a:r>
          <a:r>
            <a:rPr lang="en-US" sz="1400" kern="1200" dirty="0"/>
            <a:t>)</a:t>
          </a:r>
        </a:p>
      </dsp:txBody>
      <dsp:txXfrm>
        <a:off x="2448914" y="2165231"/>
        <a:ext cx="1800000" cy="990000"/>
      </dsp:txXfrm>
    </dsp:sp>
    <dsp:sp modelId="{5C682F35-1E4D-4AE0-8462-2FDBD06443B5}">
      <dsp:nvSpPr>
        <dsp:cNvPr id="0" name=""/>
        <dsp:cNvSpPr/>
      </dsp:nvSpPr>
      <dsp:spPr>
        <a:xfrm>
          <a:off x="5058914" y="1037573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F04D7-331D-43F9-96C8-3A95FEBB7FA1}">
      <dsp:nvSpPr>
        <dsp:cNvPr id="0" name=""/>
        <dsp:cNvSpPr/>
      </dsp:nvSpPr>
      <dsp:spPr>
        <a:xfrm>
          <a:off x="4563914" y="2165231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Shared storage and unable to span multiple datacenters, (why it fails HA 101).</a:t>
          </a:r>
        </a:p>
      </dsp:txBody>
      <dsp:txXfrm>
        <a:off x="4563914" y="2165231"/>
        <a:ext cx="1800000" cy="990000"/>
      </dsp:txXfrm>
    </dsp:sp>
    <dsp:sp modelId="{55ECF6B0-A2F4-470D-B8DA-EAF509385B28}">
      <dsp:nvSpPr>
        <dsp:cNvPr id="0" name=""/>
        <dsp:cNvSpPr/>
      </dsp:nvSpPr>
      <dsp:spPr>
        <a:xfrm>
          <a:off x="7173914" y="1037573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54D2F-343B-4017-894F-3D450DEE01D6}">
      <dsp:nvSpPr>
        <dsp:cNvPr id="0" name=""/>
        <dsp:cNvSpPr/>
      </dsp:nvSpPr>
      <dsp:spPr>
        <a:xfrm>
          <a:off x="6678914" y="2165231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scale 32+ nodes, as long as database design and code can also scale!</a:t>
          </a:r>
        </a:p>
      </dsp:txBody>
      <dsp:txXfrm>
        <a:off x="6678914" y="2165231"/>
        <a:ext cx="1800000" cy="990000"/>
      </dsp:txXfrm>
    </dsp:sp>
    <dsp:sp modelId="{D5125449-DCDA-4AA4-888B-09C43DE809F7}">
      <dsp:nvSpPr>
        <dsp:cNvPr id="0" name=""/>
        <dsp:cNvSpPr/>
      </dsp:nvSpPr>
      <dsp:spPr>
        <a:xfrm>
          <a:off x="9288914" y="1037573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EF02D-B302-4A55-A13C-8D5A12FAE319}">
      <dsp:nvSpPr>
        <dsp:cNvPr id="0" name=""/>
        <dsp:cNvSpPr/>
      </dsp:nvSpPr>
      <dsp:spPr>
        <a:xfrm>
          <a:off x="8793914" y="2165231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RAC One-node offers an active/passive solution for failover in single datacenter.</a:t>
          </a:r>
        </a:p>
      </dsp:txBody>
      <dsp:txXfrm>
        <a:off x="8793914" y="2165231"/>
        <a:ext cx="1800000" cy="99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7AF56-CFD4-4D29-A052-F1BD90621501}">
      <dsp:nvSpPr>
        <dsp:cNvPr id="0" name=""/>
        <dsp:cNvSpPr/>
      </dsp:nvSpPr>
      <dsp:spPr>
        <a:xfrm>
          <a:off x="0" y="644"/>
          <a:ext cx="6270998" cy="1508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9E928-B3F6-4377-8624-588543BF73BF}">
      <dsp:nvSpPr>
        <dsp:cNvPr id="0" name=""/>
        <dsp:cNvSpPr/>
      </dsp:nvSpPr>
      <dsp:spPr>
        <a:xfrm>
          <a:off x="456273" y="340021"/>
          <a:ext cx="829588" cy="829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1440B-02AE-4BCA-878E-D50A6F312046}">
      <dsp:nvSpPr>
        <dsp:cNvPr id="0" name=""/>
        <dsp:cNvSpPr/>
      </dsp:nvSpPr>
      <dsp:spPr>
        <a:xfrm>
          <a:off x="1742136" y="644"/>
          <a:ext cx="4528862" cy="15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33" tIns="159633" rIns="159633" bIns="159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Unlike SQL Server Always-on Availability Groups, there isn’t a replica of the database-  single database, shared between multiple DB servers.  Transactional processing is “shipped” between the nodes, (servers) to keep them in sync.</a:t>
          </a:r>
        </a:p>
      </dsp:txBody>
      <dsp:txXfrm>
        <a:off x="1742136" y="644"/>
        <a:ext cx="4528862" cy="1508343"/>
      </dsp:txXfrm>
    </dsp:sp>
    <dsp:sp modelId="{5A9068D0-E091-4BD7-9A22-6075CDF4A586}">
      <dsp:nvSpPr>
        <dsp:cNvPr id="0" name=""/>
        <dsp:cNvSpPr/>
      </dsp:nvSpPr>
      <dsp:spPr>
        <a:xfrm>
          <a:off x="0" y="1886073"/>
          <a:ext cx="6270998" cy="1508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EE806-2528-4C0A-8ED2-069B28BA4E89}">
      <dsp:nvSpPr>
        <dsp:cNvPr id="0" name=""/>
        <dsp:cNvSpPr/>
      </dsp:nvSpPr>
      <dsp:spPr>
        <a:xfrm>
          <a:off x="456273" y="2225451"/>
          <a:ext cx="829588" cy="829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AFF37-4BC1-433B-B736-D7B3FCF3B07D}">
      <dsp:nvSpPr>
        <dsp:cNvPr id="0" name=""/>
        <dsp:cNvSpPr/>
      </dsp:nvSpPr>
      <dsp:spPr>
        <a:xfrm>
          <a:off x="1742136" y="1886073"/>
          <a:ext cx="4528862" cy="15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33" tIns="159633" rIns="159633" bIns="159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write BETWEEN nodes on AG.  In Oracle RAC, there is a share everything design.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There is a significant overhead to this, global cache, (gc waits)- CPU, memory and network, although there are some similar waits in AG on SQL Server.</a:t>
          </a:r>
        </a:p>
      </dsp:txBody>
      <dsp:txXfrm>
        <a:off x="1742136" y="1886073"/>
        <a:ext cx="4528862" cy="1508343"/>
      </dsp:txXfrm>
    </dsp:sp>
    <dsp:sp modelId="{1D0E632B-EF88-4990-B2B3-1082BD285B97}">
      <dsp:nvSpPr>
        <dsp:cNvPr id="0" name=""/>
        <dsp:cNvSpPr/>
      </dsp:nvSpPr>
      <dsp:spPr>
        <a:xfrm>
          <a:off x="0" y="3771503"/>
          <a:ext cx="6270998" cy="1508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27879-8625-4376-9685-FD8EF3A05AFE}">
      <dsp:nvSpPr>
        <dsp:cNvPr id="0" name=""/>
        <dsp:cNvSpPr/>
      </dsp:nvSpPr>
      <dsp:spPr>
        <a:xfrm>
          <a:off x="456273" y="4110880"/>
          <a:ext cx="829588" cy="829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A559B-86BB-4B8C-A72E-A9E38E7B6963}">
      <dsp:nvSpPr>
        <dsp:cNvPr id="0" name=""/>
        <dsp:cNvSpPr/>
      </dsp:nvSpPr>
      <dsp:spPr>
        <a:xfrm>
          <a:off x="1742136" y="3771503"/>
          <a:ext cx="4528862" cy="150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33" tIns="159633" rIns="159633" bIns="159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AG is built for failover, where RAC is built for scalability.</a:t>
          </a:r>
        </a:p>
      </dsp:txBody>
      <dsp:txXfrm>
        <a:off x="1742136" y="3771503"/>
        <a:ext cx="4528862" cy="15083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3DF7D-E281-4409-BB8C-CC8821D4C7AA}">
      <dsp:nvSpPr>
        <dsp:cNvPr id="0" name=""/>
        <dsp:cNvSpPr/>
      </dsp:nvSpPr>
      <dsp:spPr>
        <a:xfrm>
          <a:off x="421398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BA68-8A96-41BD-B896-9BB453C01D96}">
      <dsp:nvSpPr>
        <dsp:cNvPr id="0" name=""/>
        <dsp:cNvSpPr/>
      </dsp:nvSpPr>
      <dsp:spPr>
        <a:xfrm>
          <a:off x="841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Like Always-on Availability Groups in SQL Server</a:t>
          </a:r>
        </a:p>
      </dsp:txBody>
      <dsp:txXfrm>
        <a:off x="841" y="2194787"/>
        <a:ext cx="1529296" cy="936694"/>
      </dsp:txXfrm>
    </dsp:sp>
    <dsp:sp modelId="{B57D5963-5AED-468D-B64E-31819229B84E}">
      <dsp:nvSpPr>
        <dsp:cNvPr id="0" name=""/>
        <dsp:cNvSpPr/>
      </dsp:nvSpPr>
      <dsp:spPr>
        <a:xfrm>
          <a:off x="2218322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46A81-4042-43D6-B7B5-E9EAC24290F7}">
      <dsp:nvSpPr>
        <dsp:cNvPr id="0" name=""/>
        <dsp:cNvSpPr/>
      </dsp:nvSpPr>
      <dsp:spPr>
        <a:xfrm>
          <a:off x="1797765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Active/Passive or Active/Read-only solutions</a:t>
          </a:r>
        </a:p>
      </dsp:txBody>
      <dsp:txXfrm>
        <a:off x="1797765" y="2194787"/>
        <a:ext cx="1529296" cy="936694"/>
      </dsp:txXfrm>
    </dsp:sp>
    <dsp:sp modelId="{32066164-B3C5-47DA-9978-43DB2682DABF}">
      <dsp:nvSpPr>
        <dsp:cNvPr id="0" name=""/>
        <dsp:cNvSpPr/>
      </dsp:nvSpPr>
      <dsp:spPr>
        <a:xfrm>
          <a:off x="4015246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59D90-ED5E-456C-8F49-AFDF3FD4EB5E}">
      <dsp:nvSpPr>
        <dsp:cNvPr id="0" name=""/>
        <dsp:cNvSpPr/>
      </dsp:nvSpPr>
      <dsp:spPr>
        <a:xfrm>
          <a:off x="3594689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Uses terms “Primary” and “Secondaries”</a:t>
          </a:r>
        </a:p>
      </dsp:txBody>
      <dsp:txXfrm>
        <a:off x="3594689" y="2194787"/>
        <a:ext cx="1529296" cy="936694"/>
      </dsp:txXfrm>
    </dsp:sp>
    <dsp:sp modelId="{4D9112FE-8FA0-4A25-9F06-51A8C48CF9F3}">
      <dsp:nvSpPr>
        <dsp:cNvPr id="0" name=""/>
        <dsp:cNvSpPr/>
      </dsp:nvSpPr>
      <dsp:spPr>
        <a:xfrm>
          <a:off x="5812170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6246B-7D94-4845-A8CE-E2814FFC68E0}">
      <dsp:nvSpPr>
        <dsp:cNvPr id="0" name=""/>
        <dsp:cNvSpPr/>
      </dsp:nvSpPr>
      <dsp:spPr>
        <a:xfrm>
          <a:off x="5391613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Can have many secondaries and set up with failover hierarchy.</a:t>
          </a:r>
        </a:p>
      </dsp:txBody>
      <dsp:txXfrm>
        <a:off x="5391613" y="2194787"/>
        <a:ext cx="1529296" cy="936694"/>
      </dsp:txXfrm>
    </dsp:sp>
    <dsp:sp modelId="{B794CC96-171F-4073-84F6-4ADEAA54AA9D}">
      <dsp:nvSpPr>
        <dsp:cNvPr id="0" name=""/>
        <dsp:cNvSpPr/>
      </dsp:nvSpPr>
      <dsp:spPr>
        <a:xfrm>
          <a:off x="7609093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CB9BA-C671-4DC3-AC3C-830677AC6A8D}">
      <dsp:nvSpPr>
        <dsp:cNvPr id="0" name=""/>
        <dsp:cNvSpPr/>
      </dsp:nvSpPr>
      <dsp:spPr>
        <a:xfrm>
          <a:off x="7188537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Has Fast-start failover, (FSFO)  use a Far Sync host to manage data replication between long distances or multi-cloud.</a:t>
          </a:r>
        </a:p>
      </dsp:txBody>
      <dsp:txXfrm>
        <a:off x="7188537" y="2194787"/>
        <a:ext cx="1529296" cy="936694"/>
      </dsp:txXfrm>
    </dsp:sp>
    <dsp:sp modelId="{60BE6054-E810-4BB5-9E2D-1C5C9038382D}">
      <dsp:nvSpPr>
        <dsp:cNvPr id="0" name=""/>
        <dsp:cNvSpPr/>
      </dsp:nvSpPr>
      <dsp:spPr>
        <a:xfrm>
          <a:off x="9406017" y="1219856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5009D-0D0D-4F11-8F6B-A1936272D344}">
      <dsp:nvSpPr>
        <dsp:cNvPr id="0" name=""/>
        <dsp:cNvSpPr/>
      </dsp:nvSpPr>
      <dsp:spPr>
        <a:xfrm>
          <a:off x="8985461" y="2194787"/>
          <a:ext cx="1529296" cy="93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Incredibly flexible and resilient.</a:t>
          </a:r>
        </a:p>
      </dsp:txBody>
      <dsp:txXfrm>
        <a:off x="8985461" y="2194787"/>
        <a:ext cx="1529296" cy="93669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D7DA3-4FFD-4779-B1DE-69AAB1C9D1D9}">
      <dsp:nvSpPr>
        <dsp:cNvPr id="0" name=""/>
        <dsp:cNvSpPr/>
      </dsp:nvSpPr>
      <dsp:spPr>
        <a:xfrm>
          <a:off x="0" y="73075"/>
          <a:ext cx="6666833" cy="834228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Highly Configurable Replication Software.</a:t>
          </a:r>
        </a:p>
      </dsp:txBody>
      <dsp:txXfrm>
        <a:off x="40724" y="113799"/>
        <a:ext cx="6585385" cy="752780"/>
      </dsp:txXfrm>
    </dsp:sp>
    <dsp:sp modelId="{C4CB8084-5F89-462A-BF82-BBE68086F204}">
      <dsp:nvSpPr>
        <dsp:cNvPr id="0" name=""/>
        <dsp:cNvSpPr/>
      </dsp:nvSpPr>
      <dsp:spPr>
        <a:xfrm>
          <a:off x="0" y="967783"/>
          <a:ext cx="6666833" cy="834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Can be used for Oracle and numerous other platforms.</a:t>
          </a:r>
        </a:p>
      </dsp:txBody>
      <dsp:txXfrm>
        <a:off x="40724" y="1008507"/>
        <a:ext cx="6585385" cy="752780"/>
      </dsp:txXfrm>
    </dsp:sp>
    <dsp:sp modelId="{6490381C-F7B3-4E9F-B583-BF553A4BEE8B}">
      <dsp:nvSpPr>
        <dsp:cNvPr id="0" name=""/>
        <dsp:cNvSpPr/>
      </dsp:nvSpPr>
      <dsp:spPr>
        <a:xfrm>
          <a:off x="0" y="1862491"/>
          <a:ext cx="6666833" cy="834228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Uses redo log data to stream changes, logs changes to trail files.</a:t>
          </a:r>
        </a:p>
      </dsp:txBody>
      <dsp:txXfrm>
        <a:off x="40724" y="1903215"/>
        <a:ext cx="6585385" cy="752780"/>
      </dsp:txXfrm>
    </dsp:sp>
    <dsp:sp modelId="{8C2AFB5C-D285-4985-995D-AD8129AA1068}">
      <dsp:nvSpPr>
        <dsp:cNvPr id="0" name=""/>
        <dsp:cNvSpPr/>
      </dsp:nvSpPr>
      <dsp:spPr>
        <a:xfrm>
          <a:off x="0" y="2757200"/>
          <a:ext cx="6666833" cy="834228"/>
        </a:xfrm>
        <a:prstGeom prst="round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Easy to set up, difficult to troubleshoot when problems arise.</a:t>
          </a:r>
        </a:p>
      </dsp:txBody>
      <dsp:txXfrm>
        <a:off x="40724" y="2797924"/>
        <a:ext cx="6585385" cy="752780"/>
      </dsp:txXfrm>
    </dsp:sp>
    <dsp:sp modelId="{8322ECD3-C709-4989-9BC8-444EC5977B1B}">
      <dsp:nvSpPr>
        <dsp:cNvPr id="0" name=""/>
        <dsp:cNvSpPr/>
      </dsp:nvSpPr>
      <dsp:spPr>
        <a:xfrm>
          <a:off x="0" y="3651908"/>
          <a:ext cx="6666833" cy="834228"/>
        </a:xfrm>
        <a:prstGeom prst="roundRect">
          <a:avLst/>
        </a:prstGeom>
        <a:solidFill>
          <a:schemeClr val="accent2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Expensive, but flexible, with ability to do all, partial, transform, migration, etc.</a:t>
          </a:r>
        </a:p>
      </dsp:txBody>
      <dsp:txXfrm>
        <a:off x="40724" y="3692632"/>
        <a:ext cx="6585385" cy="752780"/>
      </dsp:txXfrm>
    </dsp:sp>
    <dsp:sp modelId="{D8539CED-EB9D-4367-B536-BA2928A999FC}">
      <dsp:nvSpPr>
        <dsp:cNvPr id="0" name=""/>
        <dsp:cNvSpPr/>
      </dsp:nvSpPr>
      <dsp:spPr>
        <a:xfrm>
          <a:off x="0" y="4546616"/>
          <a:ext cx="6666833" cy="834228"/>
        </a:xfrm>
        <a:prstGeom prst="roundRect">
          <a:avLst/>
        </a:prstGeom>
        <a:solidFill>
          <a:schemeClr val="accent2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Can even create an Active/Active GG environment, synchronizing changes between the two databases.</a:t>
          </a:r>
        </a:p>
      </dsp:txBody>
      <dsp:txXfrm>
        <a:off x="40724" y="4587340"/>
        <a:ext cx="6585385" cy="7527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5F3E8-2364-4C84-A06E-8342EC08C927}">
      <dsp:nvSpPr>
        <dsp:cNvPr id="0" name=""/>
        <dsp:cNvSpPr/>
      </dsp:nvSpPr>
      <dsp:spPr>
        <a:xfrm>
          <a:off x="0" y="118309"/>
          <a:ext cx="6666833" cy="676260"/>
        </a:xfrm>
        <a:prstGeom prst="roundRect">
          <a:avLst/>
        </a:prstGeom>
        <a:solidFill>
          <a:schemeClr val="tx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An Engineered hardware and software solution specifically designed to run Oracle workloads</a:t>
          </a:r>
          <a:endParaRPr lang="en-US" sz="1700" kern="1200"/>
        </a:p>
      </dsp:txBody>
      <dsp:txXfrm>
        <a:off x="33012" y="151321"/>
        <a:ext cx="6600809" cy="610236"/>
      </dsp:txXfrm>
    </dsp:sp>
    <dsp:sp modelId="{B1F86439-E2B8-4683-88E3-01EC9A6E6CA7}">
      <dsp:nvSpPr>
        <dsp:cNvPr id="0" name=""/>
        <dsp:cNvSpPr/>
      </dsp:nvSpPr>
      <dsp:spPr>
        <a:xfrm>
          <a:off x="0" y="843529"/>
          <a:ext cx="6666833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1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1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1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Consists of database and cell nodes, (servers), fast internal network, PDU, (power) in a rack configuration.</a:t>
          </a:r>
          <a:endParaRPr lang="en-US" sz="1700" kern="1200"/>
        </a:p>
      </dsp:txBody>
      <dsp:txXfrm>
        <a:off x="33012" y="876541"/>
        <a:ext cx="6600809" cy="610236"/>
      </dsp:txXfrm>
    </dsp:sp>
    <dsp:sp modelId="{A4C4B660-DFE7-470F-B1FA-5C379595F07F}">
      <dsp:nvSpPr>
        <dsp:cNvPr id="0" name=""/>
        <dsp:cNvSpPr/>
      </dsp:nvSpPr>
      <dsp:spPr>
        <a:xfrm>
          <a:off x="0" y="1568749"/>
          <a:ext cx="6666833" cy="67626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Proprietary features:</a:t>
          </a:r>
          <a:endParaRPr lang="en-US" sz="1700" kern="1200"/>
        </a:p>
      </dsp:txBody>
      <dsp:txXfrm>
        <a:off x="33012" y="1601761"/>
        <a:ext cx="6600809" cy="610236"/>
      </dsp:txXfrm>
    </dsp:sp>
    <dsp:sp modelId="{4656191A-9BC2-4493-8333-90997E97DC93}">
      <dsp:nvSpPr>
        <dsp:cNvPr id="0" name=""/>
        <dsp:cNvSpPr/>
      </dsp:nvSpPr>
      <dsp:spPr>
        <a:xfrm>
          <a:off x="0" y="2245009"/>
          <a:ext cx="6666833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baseline="0"/>
            <a:t>Offloading, (using cell nodes to perform high IO processing instead of the primary database nodes.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baseline="0"/>
            <a:t>Storage indexes, (indexes in memory, along with advanced features.)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Flash </a:t>
          </a:r>
          <a:r>
            <a:rPr lang="en-US" sz="1300" b="0" i="0" kern="1200" baseline="0"/>
            <a:t>cache and Flash Logging for faster buffer results, elimination of log latency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baseline="0"/>
            <a:t>HCC, (Hybrid Columnar Compression) for faster scans of compressed data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Secondary features depending on the version of Exadata(X5-2L through X11-M versions are available, depending on the location of OCI, </a:t>
          </a:r>
          <a:r>
            <a:rPr lang="en-US" sz="1300" kern="1200" dirty="0" err="1"/>
            <a:t>Exadata@customer</a:t>
          </a:r>
          <a:r>
            <a:rPr lang="en-US" sz="1300" kern="1200" dirty="0"/>
            <a:t> [ on-premises] or </a:t>
          </a:r>
          <a:r>
            <a:rPr lang="en-US" sz="1300" kern="1200" dirty="0" err="1"/>
            <a:t>Exadata@cloud</a:t>
          </a:r>
          <a:r>
            <a:rPr lang="en-US" sz="1300" kern="1200" dirty="0"/>
            <a:t>).</a:t>
          </a:r>
        </a:p>
      </dsp:txBody>
      <dsp:txXfrm>
        <a:off x="0" y="2245009"/>
        <a:ext cx="6666833" cy="1689120"/>
      </dsp:txXfrm>
    </dsp:sp>
    <dsp:sp modelId="{7AB17AFD-2D0B-4DD3-99BA-D24706521C8D}">
      <dsp:nvSpPr>
        <dsp:cNvPr id="0" name=""/>
        <dsp:cNvSpPr/>
      </dsp:nvSpPr>
      <dsp:spPr>
        <a:xfrm>
          <a:off x="0" y="3934130"/>
          <a:ext cx="6666833" cy="676260"/>
        </a:xfrm>
        <a:prstGeom prst="round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Can use Oracle RAC or RAC single node, (active/passive)</a:t>
          </a:r>
          <a:endParaRPr lang="en-US" sz="1700" kern="1200"/>
        </a:p>
      </dsp:txBody>
      <dsp:txXfrm>
        <a:off x="33012" y="3967142"/>
        <a:ext cx="6600809" cy="610236"/>
      </dsp:txXfrm>
    </dsp:sp>
    <dsp:sp modelId="{E1200817-1CFD-4EE3-A13C-3F10889E5246}">
      <dsp:nvSpPr>
        <dsp:cNvPr id="0" name=""/>
        <dsp:cNvSpPr/>
      </dsp:nvSpPr>
      <dsp:spPr>
        <a:xfrm>
          <a:off x="0" y="4659350"/>
          <a:ext cx="6666833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4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4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4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Software intelligence installed to know when to use Exadata features to benefit the workload</a:t>
          </a:r>
          <a:endParaRPr lang="en-US" sz="1700" kern="1200"/>
        </a:p>
      </dsp:txBody>
      <dsp:txXfrm>
        <a:off x="33012" y="4692362"/>
        <a:ext cx="6600809" cy="610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8EB52-2B16-4D4A-8A47-B858A822CB1B}" type="slidenum">
              <a:rPr lang="en-US" b="0" smtClean="0">
                <a:latin typeface="Roboto Bold"/>
                <a:cs typeface="Roboto Bold"/>
              </a:rPr>
              <a:t>‹#›</a:t>
            </a:fld>
            <a:endParaRPr lang="en-US" b="0">
              <a:latin typeface="Roboto Bold"/>
              <a:cs typeface="Roboto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299" y="268390"/>
            <a:ext cx="1782232" cy="4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31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8579" y="8955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 smtClean="0">
                <a:latin typeface="Roboto Regular"/>
                <a:cs typeface="Roboto Regular"/>
              </a:defRPr>
            </a:lvl1pPr>
          </a:lstStyle>
          <a:p>
            <a:pPr>
              <a:defRPr/>
            </a:pPr>
            <a:fld id="{F27B4D97-523D-4DEF-962B-78D09A9489A3}" type="datetimeFigureOut">
              <a:rPr lang="en-US" smtClean="0"/>
              <a:pPr>
                <a:defRPr/>
              </a:pPr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509" y="308965"/>
            <a:ext cx="1782232" cy="4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87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5610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100" kern="100">
                <a:effectLst/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Single-platform is a </a:t>
            </a:r>
            <a:r>
              <a:rPr lang="en-GB" sz="1100" kern="100"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myth, discuss my own history</a:t>
            </a:r>
            <a:endParaRPr lang="en-GB" sz="1100" kern="100">
              <a:effectLst/>
              <a:latin typeface="Aptos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100" kern="100"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The State of Database Landscape survey shows how many of us are multiplatform.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GB" sz="1100" kern="100"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GB" sz="1100" kern="100">
                <a:effectLst/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% of </a:t>
            </a:r>
            <a:r>
              <a:rPr lang="en-GB" sz="1100" kern="100"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respondents claim one</a:t>
            </a:r>
            <a:r>
              <a:rPr lang="en-GB" sz="1100" kern="100">
                <a:effectLst/>
                <a:latin typeface="Aptos"/>
                <a:ea typeface="Aptos" panose="020B0004020202020204" pitchFamily="34" charset="0"/>
                <a:cs typeface="Times New Roman" panose="02020603050405020304" pitchFamily="18" charset="0"/>
              </a:rPr>
              <a:t> platform is unrealistic </a:t>
            </a:r>
            <a:endParaRPr lang="en-GB">
              <a:latin typeface="Aptos"/>
              <a:ea typeface="Calibri"/>
              <a:cs typeface="Calibri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GB" sz="1100" kern="100">
                <a:latin typeface="Aptos"/>
                <a:ea typeface="Calibri"/>
                <a:cs typeface="Times New Roman" panose="02020603050405020304" pitchFamily="18" charset="0"/>
              </a:rPr>
              <a:t>Data security is a major concern</a:t>
            </a:r>
          </a:p>
          <a:p>
            <a:pPr lvl="1">
              <a:lnSpc>
                <a:spcPct val="107000"/>
              </a:lnSpc>
            </a:pPr>
            <a:endParaRPr lang="en-GB" sz="1100" kern="100">
              <a:latin typeface="Aptos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GB" kern="100"/>
              <a:t>Dig into the report</a:t>
            </a:r>
            <a:endParaRPr lang="en-GB"/>
          </a:p>
          <a:p>
            <a:pPr lvl="1">
              <a:lnSpc>
                <a:spcPct val="107000"/>
              </a:lnSpc>
            </a:pPr>
            <a:endParaRPr lang="en-GB" sz="1100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GB" sz="1100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190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3EFF-C847-581B-62B2-6D471FAB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F8069-E277-9ED6-F4BC-EA0C23AE7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5DD5F-9E47-B230-9F63-08FEE41A3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>
                <a:ea typeface="Calibri"/>
                <a:cs typeface="Calibri"/>
              </a:rPr>
              <a:t>Kellyn:</a:t>
            </a:r>
            <a:r>
              <a:rPr lang="en-GB">
                <a:ea typeface="Calibri"/>
                <a:cs typeface="Calibri"/>
              </a:rPr>
              <a:t>  complexity in most IT organizations have contributed to additional challenges.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/>
              <a:t>Organizations are incorporating more database platforms and environments through new technology, acquisitions and the cloud.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GB"/>
              <a:t>survey showed that three quarters (74%) of IT teams are now using more than one database platform</a:t>
            </a:r>
            <a:endParaRPr lang="en-US">
              <a:cs typeface="Calibri"/>
            </a:endParaRPr>
          </a:p>
          <a:p>
            <a:endParaRPr lang="en-GB" b="1">
              <a:ea typeface="Calibri"/>
              <a:cs typeface="Calibri"/>
            </a:endParaRPr>
          </a:p>
          <a:p>
            <a:pPr marL="628650" lvl="1" indent="-171450">
              <a:buFont typeface="Courier New"/>
              <a:buChar char="o"/>
            </a:pPr>
            <a:r>
              <a:rPr lang="en-GB"/>
              <a:t>over a quarter of respondents are using more than four</a:t>
            </a:r>
            <a:endParaRPr lang="en-US">
              <a:cs typeface="Calibri"/>
            </a:endParaRPr>
          </a:p>
          <a:p>
            <a:pPr lvl="1"/>
            <a:endParaRPr lang="en-GB" i="1"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GB">
                <a:ea typeface="Calibri"/>
                <a:cs typeface="Calibri"/>
              </a:rPr>
              <a:t>Many organizations are using a mix of on-premise and cloud. </a:t>
            </a:r>
          </a:p>
          <a:p>
            <a:pPr marL="171450" indent="-171450">
              <a:buFont typeface="Arial,Sans-Serif"/>
              <a:buChar char="•"/>
            </a:pPr>
            <a:r>
              <a:rPr lang="en-GB">
                <a:ea typeface="Calibri"/>
                <a:cs typeface="Calibri"/>
              </a:rPr>
              <a:t>for DB professionals starting their day in SQL Server, then Oracle, PostgreSQL </a:t>
            </a:r>
          </a:p>
          <a:p>
            <a:pPr marL="171450" indent="-171450">
              <a:buFont typeface="Arial,Sans-Serif"/>
              <a:buChar char="•"/>
            </a:pPr>
            <a:r>
              <a:rPr lang="en-GB">
                <a:ea typeface="Calibri"/>
                <a:cs typeface="Calibri"/>
              </a:rPr>
              <a:t>Along with demands,  add AI and ML as part of technology stack.</a:t>
            </a:r>
            <a:endParaRPr lang="en-GB"/>
          </a:p>
          <a:p>
            <a:pPr marL="171450" indent="-171450">
              <a:buFont typeface="Arial,Sans-Serif"/>
              <a:buChar char="•"/>
            </a:pPr>
            <a:r>
              <a:rPr lang="en-GB">
                <a:ea typeface="Calibri"/>
                <a:cs typeface="Calibri"/>
              </a:rPr>
              <a:t>Natural life of a </a:t>
            </a:r>
            <a:r>
              <a:rPr lang="en-GB" err="1">
                <a:ea typeface="Calibri"/>
                <a:cs typeface="Calibri"/>
              </a:rPr>
              <a:t>db</a:t>
            </a:r>
            <a:r>
              <a:rPr lang="en-GB">
                <a:ea typeface="Calibri"/>
                <a:cs typeface="Calibri"/>
              </a:rPr>
              <a:t> is growth, so reaching multi-PB sizes, requiring us to evolve.</a:t>
            </a:r>
          </a:p>
          <a:p>
            <a:endParaRPr lang="en-GB" b="1">
              <a:ea typeface="Calibri"/>
              <a:cs typeface="Calibri"/>
            </a:endParaRPr>
          </a:p>
          <a:p>
            <a:pPr marL="0" indent="0">
              <a:buFont typeface="Arial,Sans-Serif"/>
              <a:buNone/>
            </a:pPr>
            <a:endParaRPr lang="en-US">
              <a:cs typeface="+mn-lt"/>
            </a:endParaRPr>
          </a:p>
          <a:p>
            <a:endParaRPr lang="en-US" i="1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424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C52956-70BA-DE4F-9431-BB3B2EE65619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C980A46A-3BAA-994E-ACC1-AF6099BD0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51951AC1-C199-154C-A970-91841E8F3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100" y="1503363"/>
            <a:ext cx="9753600" cy="2387600"/>
          </a:xfrm>
        </p:spPr>
        <p:txBody>
          <a:bodyPr anchor="ctr"/>
          <a:lstStyle>
            <a:lvl1pPr algn="ctr">
              <a:lnSpc>
                <a:spcPct val="110000"/>
              </a:lnSpc>
              <a:defRPr sz="6000">
                <a:solidFill>
                  <a:schemeClr val="bg1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8400" y="4059238"/>
            <a:ext cx="98171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Roboto Regular"/>
                <a:cs typeface="Roboto Regul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8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slide in red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2CFB103-B488-A249-9437-0DF2BC2F8250}"/>
              </a:ext>
            </a:extLst>
          </p:cNvPr>
          <p:cNvGrpSpPr/>
          <p:nvPr userDrawn="1"/>
        </p:nvGrpSpPr>
        <p:grpSpPr>
          <a:xfrm>
            <a:off x="3352796" y="2802118"/>
            <a:ext cx="5246828" cy="1253763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4E5EA918-EF89-ED43-BF01-3F65B3B5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D374E611-A1CA-F548-9165-6071807F8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24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slide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7D12A2A-007B-D44A-B137-59A068CC9C6C}"/>
              </a:ext>
            </a:extLst>
          </p:cNvPr>
          <p:cNvGrpSpPr/>
          <p:nvPr userDrawn="1"/>
        </p:nvGrpSpPr>
        <p:grpSpPr>
          <a:xfrm>
            <a:off x="3352796" y="2802118"/>
            <a:ext cx="5246828" cy="1253763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D5AE6326-95DC-4D45-9AEC-242D36F32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8F75C11C-2A97-674A-8EF7-C2C2F7130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375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CB4525-C3FC-3010-82D1-23366380452D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927B4848-6E7B-8342-21BD-979E6B406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D780FF4A-C38F-B7D1-3210-8F0569B9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30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spac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41A790-033B-D467-FD4A-11A1B4DFFD66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D3CADA76-5EF8-C44E-5DB5-5FA91C5B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CD683297-412E-3B67-70C8-C76AA9B35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262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199" y="1825625"/>
            <a:ext cx="6282765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C5FE7D6-0FBE-0E44-B05C-BE4982AF24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8004511" y="1361904"/>
            <a:ext cx="2868931" cy="3811464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B49DD9-6283-DCF3-7D17-704D39F466A3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EDAFB240-79D0-4620-5543-BF9F9984E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FBFB5B40-17CE-783C-500C-7B881374F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29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2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6210300" cy="13255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30DD0B5-7F5A-6E41-9195-D528F18E2D7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6721195" y="0"/>
            <a:ext cx="5470805" cy="6858000"/>
          </a:xfrm>
          <a:custGeom>
            <a:avLst/>
            <a:gdLst>
              <a:gd name="connsiteX0" fmla="*/ 2273191 w 5470805"/>
              <a:gd name="connsiteY0" fmla="*/ 0 h 6858000"/>
              <a:gd name="connsiteX1" fmla="*/ 3552358 w 5470805"/>
              <a:gd name="connsiteY1" fmla="*/ 0 h 6858000"/>
              <a:gd name="connsiteX2" fmla="*/ 5419407 w 5470805"/>
              <a:gd name="connsiteY2" fmla="*/ 0 h 6858000"/>
              <a:gd name="connsiteX3" fmla="*/ 5470805 w 5470805"/>
              <a:gd name="connsiteY3" fmla="*/ 0 h 6858000"/>
              <a:gd name="connsiteX4" fmla="*/ 5470805 w 5470805"/>
              <a:gd name="connsiteY4" fmla="*/ 14733 h 6858000"/>
              <a:gd name="connsiteX5" fmla="*/ 5470805 w 5470805"/>
              <a:gd name="connsiteY5" fmla="*/ 1846729 h 6858000"/>
              <a:gd name="connsiteX6" fmla="*/ 5470805 w 5470805"/>
              <a:gd name="connsiteY6" fmla="*/ 6858000 h 6858000"/>
              <a:gd name="connsiteX7" fmla="*/ 1166884 w 5470805"/>
              <a:gd name="connsiteY7" fmla="*/ 6858000 h 6858000"/>
              <a:gd name="connsiteX8" fmla="*/ 0 w 5470805"/>
              <a:gd name="connsiteY8" fmla="*/ 1181100 h 6858000"/>
              <a:gd name="connsiteX9" fmla="*/ 2067599 w 5470805"/>
              <a:gd name="connsiteY9" fmla="*/ 582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0805" h="6858000">
                <a:moveTo>
                  <a:pt x="2273191" y="0"/>
                </a:moveTo>
                <a:lnTo>
                  <a:pt x="3552358" y="0"/>
                </a:lnTo>
                <a:lnTo>
                  <a:pt x="5419407" y="0"/>
                </a:lnTo>
                <a:lnTo>
                  <a:pt x="5470805" y="0"/>
                </a:lnTo>
                <a:lnTo>
                  <a:pt x="5470805" y="14733"/>
                </a:lnTo>
                <a:lnTo>
                  <a:pt x="5470805" y="1846729"/>
                </a:lnTo>
                <a:lnTo>
                  <a:pt x="5470805" y="6858000"/>
                </a:lnTo>
                <a:lnTo>
                  <a:pt x="1166884" y="6858000"/>
                </a:lnTo>
                <a:lnTo>
                  <a:pt x="0" y="1181100"/>
                </a:lnTo>
                <a:cubicBezTo>
                  <a:pt x="565117" y="722336"/>
                  <a:pt x="1263460" y="313206"/>
                  <a:pt x="2067599" y="582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>
                <a:highlight>
                  <a:srgbClr val="FFFF00"/>
                </a:highligh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7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5F3B090-2211-5A4C-AC0F-8A940E3DA7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-6725" y="1844515"/>
            <a:ext cx="4733365" cy="5013483"/>
          </a:xfrm>
          <a:custGeom>
            <a:avLst/>
            <a:gdLst>
              <a:gd name="connsiteX0" fmla="*/ 0 w 4726641"/>
              <a:gd name="connsiteY0" fmla="*/ 0 h 4370294"/>
              <a:gd name="connsiteX1" fmla="*/ 4726641 w 4726641"/>
              <a:gd name="connsiteY1" fmla="*/ 0 h 4370294"/>
              <a:gd name="connsiteX2" fmla="*/ 4726641 w 4726641"/>
              <a:gd name="connsiteY2" fmla="*/ 4370294 h 4370294"/>
              <a:gd name="connsiteX3" fmla="*/ 0 w 4726641"/>
              <a:gd name="connsiteY3" fmla="*/ 4370294 h 4370294"/>
              <a:gd name="connsiteX4" fmla="*/ 0 w 4726641"/>
              <a:gd name="connsiteY4" fmla="*/ 0 h 4370294"/>
              <a:gd name="connsiteX0" fmla="*/ 0 w 4733365"/>
              <a:gd name="connsiteY0" fmla="*/ 0 h 4820771"/>
              <a:gd name="connsiteX1" fmla="*/ 4733365 w 4733365"/>
              <a:gd name="connsiteY1" fmla="*/ 450477 h 4820771"/>
              <a:gd name="connsiteX2" fmla="*/ 4733365 w 4733365"/>
              <a:gd name="connsiteY2" fmla="*/ 4820771 h 4820771"/>
              <a:gd name="connsiteX3" fmla="*/ 6724 w 4733365"/>
              <a:gd name="connsiteY3" fmla="*/ 4820771 h 4820771"/>
              <a:gd name="connsiteX4" fmla="*/ 0 w 4733365"/>
              <a:gd name="connsiteY4" fmla="*/ 0 h 4820771"/>
              <a:gd name="connsiteX0" fmla="*/ 0 w 4733365"/>
              <a:gd name="connsiteY0" fmla="*/ 149451 h 4970222"/>
              <a:gd name="connsiteX1" fmla="*/ 4733365 w 4733365"/>
              <a:gd name="connsiteY1" fmla="*/ 599928 h 4970222"/>
              <a:gd name="connsiteX2" fmla="*/ 4733365 w 4733365"/>
              <a:gd name="connsiteY2" fmla="*/ 4970222 h 4970222"/>
              <a:gd name="connsiteX3" fmla="*/ 6724 w 4733365"/>
              <a:gd name="connsiteY3" fmla="*/ 4970222 h 4970222"/>
              <a:gd name="connsiteX4" fmla="*/ 0 w 4733365"/>
              <a:gd name="connsiteY4" fmla="*/ 149451 h 4970222"/>
              <a:gd name="connsiteX0" fmla="*/ 0 w 4733365"/>
              <a:gd name="connsiteY0" fmla="*/ 198640 h 5019411"/>
              <a:gd name="connsiteX1" fmla="*/ 4733365 w 4733365"/>
              <a:gd name="connsiteY1" fmla="*/ 649117 h 5019411"/>
              <a:gd name="connsiteX2" fmla="*/ 4733365 w 4733365"/>
              <a:gd name="connsiteY2" fmla="*/ 5019411 h 5019411"/>
              <a:gd name="connsiteX3" fmla="*/ 6724 w 4733365"/>
              <a:gd name="connsiteY3" fmla="*/ 5019411 h 5019411"/>
              <a:gd name="connsiteX4" fmla="*/ 0 w 4733365"/>
              <a:gd name="connsiteY4" fmla="*/ 198640 h 5019411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3365" h="5013483">
                <a:moveTo>
                  <a:pt x="0" y="192712"/>
                </a:moveTo>
                <a:cubicBezTo>
                  <a:pt x="2149288" y="-262247"/>
                  <a:pt x="4029636" y="170300"/>
                  <a:pt x="4733365" y="643189"/>
                </a:cubicBezTo>
                <a:lnTo>
                  <a:pt x="4733365" y="5013483"/>
                </a:lnTo>
                <a:lnTo>
                  <a:pt x="6724" y="5013483"/>
                </a:lnTo>
                <a:cubicBezTo>
                  <a:pt x="4483" y="3406559"/>
                  <a:pt x="2241" y="1799636"/>
                  <a:pt x="0" y="19271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1DDFED-9AD9-AF1A-658A-FA1BE64D62B5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1FED604C-2D81-2CF3-BBAC-FE61B151F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E59E918C-EF8E-1CC2-D288-E655A60B0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19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658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6DBC66-16A3-B04D-A8D8-8142C635BA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069901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1176B2-2101-B04E-8F1B-08B5EA78EEE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8154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AB31DB-FBDF-F643-B30C-8D0EE6AB2F7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86406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152927-0757-6443-A3BA-AB7A136C3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56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2113C95-47EB-844D-A98A-BB68168A9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292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8707229-23A4-D644-9A58-E7D4AFBE25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8154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B70474B-3124-524D-A3D6-05F700E22E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9901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16C922-2039-4C00-DF5E-48DDD31F3DB6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60F07331-D565-2E8E-28B7-0FEF50C4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2">
              <a:extLst>
                <a:ext uri="{FF2B5EF4-FFF2-40B4-BE49-F238E27FC236}">
                  <a16:creationId xmlns:a16="http://schemas.microsoft.com/office/drawing/2014/main" id="{C1EB637F-2571-0AB0-E6CC-442E5E239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23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76CF0B3-9496-D045-9B84-3013FD3D3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122412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8AF89F4-1287-AE41-AB70-3526BD8AC5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4999339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A2F925C-D911-4145-8D09-3EB7839C9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8876267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B86CE64-B29B-BE40-926D-A040582E3A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750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D214595-CF2F-B34C-9633-B7013D75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677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A9A987C-4A7C-E740-A22A-52E4E6265F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604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E3EF29-4762-9131-FD0A-7C754DF7180F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6" name="Freeform 1">
              <a:extLst>
                <a:ext uri="{FF2B5EF4-FFF2-40B4-BE49-F238E27FC236}">
                  <a16:creationId xmlns:a16="http://schemas.microsoft.com/office/drawing/2014/main" id="{BF39E329-2986-7503-6178-43657FCDA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E1A8EAC5-F413-1215-03AE-D939AE912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2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age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181100" y="596900"/>
            <a:ext cx="9753600" cy="4965699"/>
          </a:xfrm>
        </p:spPr>
        <p:txBody>
          <a:bodyPr anchor="ctr"/>
          <a:lstStyle>
            <a:lvl1pPr algn="ctr">
              <a:lnSpc>
                <a:spcPct val="120000"/>
              </a:lnSpc>
              <a:defRPr sz="6000">
                <a:solidFill>
                  <a:schemeClr val="bg1"/>
                </a:solidFill>
                <a:latin typeface="gatebase Medium" pitchFamily="2" charset="77"/>
              </a:defRPr>
            </a:lvl1pPr>
          </a:lstStyle>
          <a:p>
            <a:r>
              <a:rPr lang="en-US"/>
              <a:t>This is a breaker page, it can be used to split topics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1DB08E-EE08-373F-CBBA-82E46234917D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9A3DB978-72ED-52DF-18B6-590955FA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EDE35A14-DD81-8861-6560-C309A1A1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446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eaker page sub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417082"/>
            <a:ext cx="100203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2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4735079"/>
            <a:ext cx="10515600" cy="121445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5111F5-9702-A7E7-132C-5EA76CE247BE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4B6F5F92-25B0-879C-62A1-E7A53F698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9A46653F-9BD5-6021-0346-261B012C1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3990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CA8969-55EF-5C4F-B489-FE161DB9B338}"/>
              </a:ext>
            </a:extLst>
          </p:cNvPr>
          <p:cNvSpPr>
            <a:spLocks noGrp="1"/>
          </p:cNvSpPr>
          <p:nvPr>
            <p:ph type="ctrTitle" idx="4294967295" hasCustomPrompt="1"/>
          </p:nvPr>
        </p:nvSpPr>
        <p:spPr>
          <a:xfrm>
            <a:off x="1515762" y="1227052"/>
            <a:ext cx="9442450" cy="3703637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i="0" baseline="0">
                <a:solidFill>
                  <a:schemeClr val="tx2"/>
                </a:solidFill>
                <a:latin typeface="gatebase Medium" pitchFamily="2" charset="77"/>
                <a:cs typeface="gatebase Medium" pitchFamily="2" charset="77"/>
              </a:defRPr>
            </a:lvl1pPr>
          </a:lstStyle>
          <a:p>
            <a:r>
              <a:rPr lang="en-US" sz="4800"/>
              <a:t>“A very wise and interesting quote from someone great can go in this text box.”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0CE5376-92BC-A148-80C1-38A04D9566FD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515762" y="4930689"/>
            <a:ext cx="9442450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Roboto Bold"/>
                <a:cs typeface="Roboto 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solidFill>
                  <a:schemeClr val="tx1"/>
                </a:solidFill>
              </a:rPr>
              <a:t>Person or Company Logo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9080EF-9552-C1D4-C383-84F611663903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D1B42965-A0A4-A351-DDC0-7DF9E6CED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CD8FE5E2-E36D-7B1B-1905-566A2753E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8466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16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726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CB9F-DC25-6C4E-6F25-0808504A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995AE-3FD8-4DCA-4427-09373AB1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ED648-3A9B-5075-9F51-C94050F9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27D51-CA97-BB96-7C78-BCDBF8B6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22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222583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 sz="3137"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3F0F27-6B90-4485-A3C5-1C1E05E189E8}"/>
              </a:ext>
            </a:extLst>
          </p:cNvPr>
          <p:cNvGrpSpPr/>
          <p:nvPr userDrawn="1"/>
        </p:nvGrpSpPr>
        <p:grpSpPr>
          <a:xfrm>
            <a:off x="436379" y="6431005"/>
            <a:ext cx="11326085" cy="94962"/>
            <a:chOff x="445128" y="6559056"/>
            <a:chExt cx="11553197" cy="968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9C5276-7B68-429C-9DA6-E4F27E0CA047}"/>
                </a:ext>
              </a:extLst>
            </p:cNvPr>
            <p:cNvSpPr txBox="1"/>
            <p:nvPr userDrawn="1"/>
          </p:nvSpPr>
          <p:spPr>
            <a:xfrm>
              <a:off x="445128" y="6559056"/>
              <a:ext cx="979453" cy="9685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588"/>
                </a:spcAft>
              </a:pPr>
              <a:r>
                <a:rPr lang="en-US" sz="686">
                  <a:solidFill>
                    <a:schemeClr val="bg1">
                      <a:lumMod val="65000"/>
                    </a:schemeClr>
                  </a:solidFill>
                </a:rPr>
                <a:t>© Microsoft Corporation</a:t>
              </a:r>
              <a:endParaRPr lang="en-US" sz="784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2F457BA-782B-49BA-97AD-00B8135A75A7}"/>
                </a:ext>
              </a:extLst>
            </p:cNvPr>
            <p:cNvSpPr/>
            <p:nvPr userDrawn="1"/>
          </p:nvSpPr>
          <p:spPr bwMode="auto"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7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353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8691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21125" cy="553998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565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6647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715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B4DB0EE-31DD-4CF2-8D16-0CB719CAAC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0695" y="1267316"/>
            <a:ext cx="11301984" cy="49868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rgbClr val="4F4F4F"/>
                </a:solidFill>
              </a:defRPr>
            </a:lvl1pPr>
            <a:lvl3pPr>
              <a:defRPr>
                <a:solidFill>
                  <a:srgbClr val="4F4F4F"/>
                </a:solidFill>
              </a:defRPr>
            </a:lvl3pPr>
            <a:lvl4pPr>
              <a:defRPr>
                <a:solidFill>
                  <a:srgbClr val="4F4F4F"/>
                </a:solidFill>
              </a:defRPr>
            </a:lvl4pPr>
            <a:lvl5pPr>
              <a:defRPr>
                <a:solidFill>
                  <a:srgbClr val="4F4F4F"/>
                </a:solidFill>
              </a:defRPr>
            </a:lvl5pPr>
            <a:lvl9pPr>
              <a:spcBef>
                <a:spcPts val="600"/>
              </a:spcBef>
              <a:defRPr>
                <a:solidFill>
                  <a:srgbClr val="4F4F4F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80AF77-8881-4D64-84B4-202EE8549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968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Placeholder 1"/>
          <p:cNvSpPr>
            <a:spLocks noGrp="1"/>
          </p:cNvSpPr>
          <p:nvPr>
            <p:ph type="title"/>
          </p:nvPr>
        </p:nvSpPr>
        <p:spPr bwMode="auto">
          <a:xfrm>
            <a:off x="584200" y="365125"/>
            <a:ext cx="100203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84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529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51" r:id="rId7"/>
    <p:sldLayoutId id="2147483749" r:id="rId8"/>
    <p:sldLayoutId id="2147483745" r:id="rId9"/>
    <p:sldLayoutId id="2147483753" r:id="rId10"/>
    <p:sldLayoutId id="2147483746" r:id="rId11"/>
    <p:sldLayoutId id="2147483747" r:id="rId12"/>
    <p:sldLayoutId id="2147483748" r:id="rId13"/>
    <p:sldLayoutId id="2147483752" r:id="rId14"/>
    <p:sldLayoutId id="2147483754" r:id="rId15"/>
    <p:sldLayoutId id="2147483756" r:id="rId16"/>
    <p:sldLayoutId id="2147483757" r:id="rId17"/>
    <p:sldLayoutId id="2147483758" r:id="rId18"/>
    <p:sldLayoutId id="2147483760" r:id="rId19"/>
    <p:sldLayoutId id="2147483763" r:id="rId20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0" i="0" kern="1200">
          <a:solidFill>
            <a:schemeClr val="accent2"/>
          </a:solidFill>
          <a:latin typeface="gatebase Medium" pitchFamily="2" charset="77"/>
          <a:ea typeface="+mj-ea"/>
          <a:cs typeface="gatebase Medium" pitchFamily="2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130000"/>
        </a:lnSpc>
        <a:spcBef>
          <a:spcPts val="10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3400" b="0" i="0" kern="1200">
          <a:solidFill>
            <a:schemeClr val="tx1"/>
          </a:solidFill>
          <a:latin typeface="Roboto Regular"/>
          <a:ea typeface="+mn-ea"/>
          <a:cs typeface="Roboto Regular"/>
        </a:defRPr>
      </a:lvl1pPr>
      <a:lvl2pPr marL="914400" indent="-4572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800" b="0" i="0" kern="1200">
          <a:solidFill>
            <a:schemeClr val="tx1"/>
          </a:solidFill>
          <a:latin typeface="Roboto Regular"/>
          <a:ea typeface="+mn-ea"/>
          <a:cs typeface="Roboto Regular"/>
        </a:defRPr>
      </a:lvl2pPr>
      <a:lvl3pPr marL="1257300" indent="-3429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400" b="0" i="0" kern="1200">
          <a:solidFill>
            <a:schemeClr val="tx1"/>
          </a:solidFill>
          <a:latin typeface="Roboto Regular"/>
          <a:ea typeface="+mn-ea"/>
          <a:cs typeface="Roboto Regular"/>
        </a:defRPr>
      </a:lvl3pPr>
      <a:lvl4pPr marL="16002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4pPr>
      <a:lvl5pPr marL="20574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hyperlink" Target="https://dbakevlar.com/" TargetMode="External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svg"/><Relationship Id="rId10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Relationship Id="rId6" Type="http://schemas.openxmlformats.org/officeDocument/2006/relationships/image" Target="../media/image22.gif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0405_01/appdev.120/e10379/ss_oracle_compared.htm" TargetMode="Externa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6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6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91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0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jpeg"/><Relationship Id="rId7" Type="http://schemas.openxmlformats.org/officeDocument/2006/relationships/image" Target="../media/image106.sv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sv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svg"/><Relationship Id="rId3" Type="http://schemas.openxmlformats.org/officeDocument/2006/relationships/image" Target="../media/image111.emf"/><Relationship Id="rId7" Type="http://schemas.openxmlformats.org/officeDocument/2006/relationships/image" Target="../media/image115.png"/><Relationship Id="rId2" Type="http://schemas.microsoft.com/office/2018/10/relationships/comments" Target="../comments/modernComment_7FE4D896_6EFCB27F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4.emf"/><Relationship Id="rId5" Type="http://schemas.openxmlformats.org/officeDocument/2006/relationships/image" Target="../media/image113.svg"/><Relationship Id="rId10" Type="http://schemas.openxmlformats.org/officeDocument/2006/relationships/image" Target="../media/image117.png"/><Relationship Id="rId4" Type="http://schemas.openxmlformats.org/officeDocument/2006/relationships/image" Target="../media/image112.png"/><Relationship Id="rId9" Type="http://schemas.openxmlformats.org/officeDocument/2006/relationships/image" Target="../media/image46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7D11BF-CBE1-36BA-B9D9-D7DA6FE2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602" y="2129597"/>
            <a:ext cx="7055386" cy="4728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313287-F174-90C8-9739-5E100D015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57" y="322568"/>
            <a:ext cx="2031827" cy="8620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0C6BEA-74A6-6445-F034-BF8424C0D3D9}"/>
              </a:ext>
            </a:extLst>
          </p:cNvPr>
          <p:cNvSpPr txBox="1"/>
          <p:nvPr/>
        </p:nvSpPr>
        <p:spPr>
          <a:xfrm>
            <a:off x="6548397" y="2510547"/>
            <a:ext cx="6194152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atebase Medium"/>
                <a:ea typeface="Roboto"/>
                <a:cs typeface="Roboto"/>
              </a:rPr>
              <a:t>Oracle for the SQL Server Data Pro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0846D-4B95-4E39-E5BC-FBD7A7014F86}"/>
              </a:ext>
            </a:extLst>
          </p:cNvPr>
          <p:cNvSpPr txBox="1"/>
          <p:nvPr/>
        </p:nvSpPr>
        <p:spPr>
          <a:xfrm>
            <a:off x="6548397" y="4347453"/>
            <a:ext cx="479022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3600" b="0" dirty="0">
                <a:solidFill>
                  <a:schemeClr val="bg1"/>
                </a:solidFill>
                <a:latin typeface="Roboto Medium"/>
                <a:ea typeface="Roboto Medium"/>
                <a:cs typeface="Arial"/>
              </a:rPr>
              <a:t>Kellyn Gorman</a:t>
            </a:r>
          </a:p>
          <a:p>
            <a:r>
              <a:rPr lang="en-GB" sz="3600" b="0" dirty="0">
                <a:solidFill>
                  <a:schemeClr val="bg1"/>
                </a:solidFill>
                <a:latin typeface="Roboto Medium"/>
                <a:ea typeface="Roboto Medium"/>
                <a:cs typeface="Arial"/>
              </a:rPr>
              <a:t>Multiplatform and AI Advocate</a:t>
            </a:r>
            <a:endParaRPr lang="en-GB" sz="3600" b="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559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A7F9-A445-A27D-24A5-27D325EF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3C9A24A-6709-4B81-AF7A-D9A74D19EBE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0116" r="10116"/>
          <a:stretch/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7BB765-3685-043A-3833-34ED430EB226}"/>
              </a:ext>
            </a:extLst>
          </p:cNvPr>
          <p:cNvSpPr txBox="1"/>
          <p:nvPr/>
        </p:nvSpPr>
        <p:spPr>
          <a:xfrm>
            <a:off x="572140" y="2035999"/>
            <a:ext cx="619415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>
                <a:solidFill>
                  <a:srgbClr val="CC0000"/>
                </a:solidFill>
                <a:latin typeface="gatebase Medium"/>
                <a:ea typeface="Roboto"/>
                <a:cs typeface="Roboto"/>
              </a:rPr>
              <a:t>Kellyn Gorman</a:t>
            </a:r>
            <a:endParaRPr lang="en-US" sz="4800">
              <a:solidFill>
                <a:srgbClr val="CC0000"/>
              </a:solidFill>
              <a:latin typeface="gatebase Medium" panose="00000500000000000000" pitchFamily="50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5747C-EC2F-3E00-34DC-95919A0069AD}"/>
              </a:ext>
            </a:extLst>
          </p:cNvPr>
          <p:cNvSpPr txBox="1"/>
          <p:nvPr/>
        </p:nvSpPr>
        <p:spPr>
          <a:xfrm>
            <a:off x="572140" y="2866996"/>
            <a:ext cx="53898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3600" b="0" dirty="0">
                <a:latin typeface="Roboto Medium"/>
                <a:ea typeface="Roboto Medium"/>
                <a:cs typeface="Arial"/>
              </a:rPr>
              <a:t>Engineer and Advocate</a:t>
            </a:r>
            <a:endParaRPr lang="en-GB" sz="3600" b="0" dirty="0">
              <a:latin typeface="Roboto Medium" panose="02000000000000000000" pitchFamily="2" charset="0"/>
              <a:ea typeface="Roboto Medium" panose="02000000000000000000" pitchFamily="2" charset="0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02834F-E14C-F1DD-811A-7B8E852BC2B6}"/>
              </a:ext>
            </a:extLst>
          </p:cNvPr>
          <p:cNvSpPr/>
          <p:nvPr/>
        </p:nvSpPr>
        <p:spPr>
          <a:xfrm>
            <a:off x="1006276" y="4667911"/>
            <a:ext cx="5138140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algn="l" rtl="0"/>
            <a:r>
              <a:rPr lang="en-US" sz="1800" kern="1200" dirty="0">
                <a:solidFill>
                  <a:schemeClr val="tx1"/>
                </a:solidFill>
                <a:latin typeface="Avenir Next LT Pro Light"/>
                <a:ea typeface="+mn-ea"/>
                <a:cs typeface="+mn-cs"/>
                <a:hlinkClick r:id="rId3"/>
              </a:rPr>
              <a:t>Kellyn.Gorman@red-gate.com</a:t>
            </a:r>
          </a:p>
          <a:p>
            <a:pPr marL="0" algn="l" rtl="0"/>
            <a:endParaRPr lang="en-US" sz="1800" kern="1200" dirty="0">
              <a:solidFill>
                <a:schemeClr val="tx1"/>
              </a:solidFill>
              <a:latin typeface="Avenir Next LT Pro Light"/>
              <a:ea typeface="+mn-ea"/>
              <a:cs typeface="+mn-cs"/>
              <a:hlinkClick r:id="" action="ppaction://noaction"/>
            </a:endParaRPr>
          </a:p>
          <a:p>
            <a:pPr marL="0" algn="l" rtl="0"/>
            <a:r>
              <a:rPr lang="en-US" sz="1800" kern="1200" dirty="0">
                <a:solidFill>
                  <a:schemeClr val="tx1"/>
                </a:solidFill>
                <a:latin typeface="Avenir Next LT Pro Light"/>
                <a:ea typeface="+mn-ea"/>
                <a:cs typeface="+mn-cs"/>
                <a:hlinkClick r:id="" action="ppaction://noaction"/>
              </a:rPr>
              <a:t>https://linkedin.com/in/kellyngorman</a:t>
            </a:r>
            <a:endParaRPr lang="en-US" sz="1800" kern="1200" dirty="0">
              <a:solidFill>
                <a:schemeClr val="tx1"/>
              </a:solidFill>
              <a:latin typeface="Avenir Next LT Pro Light"/>
              <a:ea typeface="+mn-ea"/>
              <a:cs typeface="+mn-cs"/>
            </a:endParaRPr>
          </a:p>
          <a:p>
            <a:pPr marL="0" algn="l" rtl="0"/>
            <a:endParaRPr lang="en-US" b="0" dirty="0">
              <a:latin typeface="Avenir Next LT Pro Light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latin typeface="Avenir Next LT Pro Light"/>
                <a:ea typeface="+mn-ea"/>
                <a:cs typeface="+mn-cs"/>
                <a:hlinkClick r:id="rId3"/>
              </a:rPr>
              <a:t>https://dbakevlar.com</a:t>
            </a:r>
          </a:p>
          <a:p>
            <a:pPr marL="0" algn="l" rtl="0"/>
            <a:endParaRPr lang="en-US" b="0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80A00-3A5F-D1BA-DCC2-A2DEEC0C5954}"/>
              </a:ext>
            </a:extLst>
          </p:cNvPr>
          <p:cNvSpPr txBox="1"/>
          <p:nvPr/>
        </p:nvSpPr>
        <p:spPr>
          <a:xfrm>
            <a:off x="2342792" y="478935"/>
            <a:ext cx="8497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0">
                <a:latin typeface="gatebase Medium" panose="00000500000000000000" pitchFamily="50" charset="0"/>
                <a:ea typeface="Roboto Medium" pitchFamily="2" charset="0"/>
              </a:rPr>
              <a:t>About me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9C558A-FF25-F1E4-7662-05DDA5C19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140" y="548397"/>
            <a:ext cx="1693732" cy="361584"/>
          </a:xfrm>
          <a:prstGeom prst="rect">
            <a:avLst/>
          </a:prstGeom>
        </p:spPr>
      </p:pic>
      <p:pic>
        <p:nvPicPr>
          <p:cNvPr id="2" name="Graphic 1" descr="Open envelope with solid fill">
            <a:extLst>
              <a:ext uri="{FF2B5EF4-FFF2-40B4-BE49-F238E27FC236}">
                <a16:creationId xmlns:a16="http://schemas.microsoft.com/office/drawing/2014/main" id="{029AA387-E5A9-6DAD-9B9D-4E27EFA370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238" y="4599257"/>
            <a:ext cx="413029" cy="413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69F8D1-96B6-A6CD-18C5-FE6FACA6C7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830" y="5208613"/>
            <a:ext cx="349846" cy="349846"/>
          </a:xfrm>
          <a:prstGeom prst="rect">
            <a:avLst/>
          </a:prstGeom>
        </p:spPr>
      </p:pic>
      <p:pic>
        <p:nvPicPr>
          <p:cNvPr id="1026" name="Picture 2" descr="Red wordpress 6 icon - Free red site logo icons">
            <a:extLst>
              <a:ext uri="{FF2B5EF4-FFF2-40B4-BE49-F238E27FC236}">
                <a16:creationId xmlns:a16="http://schemas.microsoft.com/office/drawing/2014/main" id="{FE08EFB8-E4CD-87F9-278A-4E5DBB709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2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37" y="5685187"/>
            <a:ext cx="413029" cy="41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qr code with a dinosaur&#10;&#10;AI-generated content may be incorrect.">
            <a:extLst>
              <a:ext uri="{FF2B5EF4-FFF2-40B4-BE49-F238E27FC236}">
                <a16:creationId xmlns:a16="http://schemas.microsoft.com/office/drawing/2014/main" id="{29B2E450-7EDD-22D2-10D4-9254A27CFF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288" y="4590452"/>
            <a:ext cx="2287712" cy="22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7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472336-DC8F-8249-C53A-9477ED00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100203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Breakfast Agenda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A0F70C9-CDC1-DF7A-AD60-3C7F55D5C7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5008" y="1506039"/>
          <a:ext cx="11301984" cy="4986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595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C82E-EA9B-4C41-4A84-EAEC3CD7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93A8-4381-A952-6FC8-D1027C2FE323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Oracle Peanut Butter in my SQL Server Chocolate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AA941-DC0B-49F1-ED65-8176047F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5B640-FB2A-72DB-4FD8-3F38B911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Poll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1914E-9EC7-4C0A-5F93-115D8665D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Experience Level with Oracle?</a:t>
            </a:r>
          </a:p>
          <a:p>
            <a:pPr lvl="1"/>
            <a:r>
              <a:rPr lang="en-US" dirty="0"/>
              <a:t>New to Oracle</a:t>
            </a:r>
          </a:p>
          <a:p>
            <a:pPr lvl="1"/>
            <a:r>
              <a:rPr lang="en-US" dirty="0"/>
              <a:t>1-5 years</a:t>
            </a:r>
          </a:p>
          <a:p>
            <a:pPr lvl="1"/>
            <a:r>
              <a:rPr lang="en-US" dirty="0"/>
              <a:t>5-8 years</a:t>
            </a:r>
          </a:p>
          <a:p>
            <a:pPr lvl="1"/>
            <a:r>
              <a:rPr lang="en-US" dirty="0"/>
              <a:t>8+ years </a:t>
            </a:r>
          </a:p>
        </p:txBody>
      </p:sp>
    </p:spTree>
    <p:extLst>
      <p:ext uri="{BB962C8B-B14F-4D97-AF65-F5344CB8AC3E}">
        <p14:creationId xmlns:p14="http://schemas.microsoft.com/office/powerpoint/2010/main" val="229142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E949E5-2A7D-77E3-3198-AFE210F0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Focus Poll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65ADC-B19F-DAC9-D793-B9B1E2AF3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daily focus is…</a:t>
            </a:r>
          </a:p>
          <a:p>
            <a:pPr lvl="1"/>
            <a:r>
              <a:rPr lang="en-US" dirty="0"/>
              <a:t>Development</a:t>
            </a:r>
          </a:p>
          <a:p>
            <a:pPr lvl="1"/>
            <a:r>
              <a:rPr lang="en-US" dirty="0"/>
              <a:t>Production</a:t>
            </a:r>
          </a:p>
          <a:p>
            <a:pPr lvl="1"/>
            <a:r>
              <a:rPr lang="en-US" dirty="0"/>
              <a:t>End User</a:t>
            </a:r>
          </a:p>
          <a:p>
            <a:pPr lvl="1"/>
            <a:r>
              <a:rPr lang="en-US" dirty="0"/>
              <a:t>Leadership</a:t>
            </a:r>
          </a:p>
        </p:txBody>
      </p:sp>
    </p:spTree>
    <p:extLst>
      <p:ext uri="{BB962C8B-B14F-4D97-AF65-F5344CB8AC3E}">
        <p14:creationId xmlns:p14="http://schemas.microsoft.com/office/powerpoint/2010/main" val="112431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B591-9D48-432C-11AE-A9F003C8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29F9-866F-F455-E599-9F79FB8962AE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The Oracle Ecosystem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442F6-4059-6A47-C3F7-E11B9F99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8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0DDF58-7C8C-26E7-84A5-75F0E954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– Key Facts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9661C-226A-EA5A-CAE2-05B68B59A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📌 </a:t>
            </a:r>
            <a:r>
              <a:rPr lang="en-US" b="1" dirty="0"/>
              <a:t>Founded</a:t>
            </a:r>
            <a:r>
              <a:rPr lang="en-US" dirty="0"/>
              <a:t> – 1977 by Larry Ellison, Bob Miner, and Ed Oates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Headquarters</a:t>
            </a:r>
            <a:r>
              <a:rPr lang="en-US" dirty="0"/>
              <a:t> – Austin, Texas, but soon to be - Nashville, Tennessee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Global Presence</a:t>
            </a:r>
            <a:r>
              <a:rPr lang="en-US" dirty="0"/>
              <a:t> – Operates in 175+ countries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Revenue</a:t>
            </a:r>
            <a:r>
              <a:rPr lang="en-US" dirty="0"/>
              <a:t> – $50B+ annually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Employees</a:t>
            </a:r>
            <a:r>
              <a:rPr lang="en-US" dirty="0"/>
              <a:t> – 140,000+ worldwide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Major Customers</a:t>
            </a:r>
            <a:r>
              <a:rPr lang="en-US" dirty="0"/>
              <a:t> – Fortune 500 companies, governments, and enterprises</a:t>
            </a:r>
            <a:br>
              <a:rPr lang="en-US" dirty="0"/>
            </a:br>
            <a:r>
              <a:rPr lang="en-US" dirty="0"/>
              <a:t>📌 </a:t>
            </a:r>
            <a:r>
              <a:rPr lang="en-US" b="1" dirty="0"/>
              <a:t>Innovation Focus</a:t>
            </a:r>
            <a:r>
              <a:rPr lang="en-US" dirty="0"/>
              <a:t> – AI-driven automation, multi-cloud, security</a:t>
            </a:r>
          </a:p>
        </p:txBody>
      </p:sp>
    </p:spTree>
    <p:extLst>
      <p:ext uri="{BB962C8B-B14F-4D97-AF65-F5344CB8AC3E}">
        <p14:creationId xmlns:p14="http://schemas.microsoft.com/office/powerpoint/2010/main" val="240925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443"/>
    </mc:Choice>
    <mc:Fallback xmlns="">
      <p:transition spd="slow" advTm="15644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8725D3-2DDE-B326-F170-A0A24BC4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Oracle, is Everywhere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1BA24-08BC-FB50-F672-58843D87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Database, software, hardware, cloud</a:t>
            </a:r>
          </a:p>
          <a:p>
            <a:r>
              <a:rPr lang="en-US" dirty="0"/>
              <a:t>Fortune 500 enterprise and large organizations</a:t>
            </a:r>
          </a:p>
          <a:p>
            <a:r>
              <a:rPr lang="en-US" dirty="0"/>
              <a:t>Mostly on-premises, but more running in the cloud</a:t>
            </a:r>
          </a:p>
          <a:p>
            <a:r>
              <a:rPr lang="en-US" dirty="0"/>
              <a:t>Database environments can be TB or PB in size!</a:t>
            </a:r>
          </a:p>
        </p:txBody>
      </p:sp>
    </p:spTree>
    <p:extLst>
      <p:ext uri="{BB962C8B-B14F-4D97-AF65-F5344CB8AC3E}">
        <p14:creationId xmlns:p14="http://schemas.microsoft.com/office/powerpoint/2010/main" val="14828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782"/>
    </mc:Choice>
    <mc:Fallback xmlns="">
      <p:transition spd="slow" advTm="15878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BEA07C-21CA-9899-3F9A-95B11867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Oracle Database Versioning</a:t>
            </a:r>
            <a:r>
              <a:rPr lang="en-US" sz="4000" dirty="0">
                <a:solidFill>
                  <a:srgbClr val="FFFFFF"/>
                </a:solidFill>
              </a:rPr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6BD9A-1B0F-0DAA-F81F-3FAAA1318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No Man’s Land:  </a:t>
            </a:r>
            <a:r>
              <a:rPr lang="en-US" sz="2000" b="1" dirty="0"/>
              <a:t>Oracle 8, 8i, 9i, 10g and 11g</a:t>
            </a:r>
          </a:p>
          <a:p>
            <a:r>
              <a:rPr lang="en-US" sz="2000" dirty="0"/>
              <a:t>Still Holding on:  </a:t>
            </a:r>
            <a:r>
              <a:rPr lang="en-US" sz="2000" b="1" dirty="0"/>
              <a:t>Oracle 12.1 and 12.2</a:t>
            </a:r>
            <a:r>
              <a:rPr lang="en-US" sz="2000" dirty="0"/>
              <a:t>(extended support)</a:t>
            </a:r>
          </a:p>
          <a:p>
            <a:r>
              <a:rPr lang="en-US" sz="2000" dirty="0"/>
              <a:t>Non-terminal Release, but supported:  </a:t>
            </a:r>
            <a:r>
              <a:rPr lang="en-US" sz="2000" b="1" dirty="0"/>
              <a:t>Oracle 18c, 21c </a:t>
            </a:r>
            <a:r>
              <a:rPr lang="en-US" sz="2000" dirty="0"/>
              <a:t>(AWS RDS)</a:t>
            </a:r>
          </a:p>
          <a:p>
            <a:r>
              <a:rPr lang="en-US" sz="2000" dirty="0"/>
              <a:t>Oracle Terminal Release, Full Supported:  </a:t>
            </a:r>
            <a:r>
              <a:rPr lang="en-US" sz="2000" b="1" dirty="0"/>
              <a:t>Oracle 19c</a:t>
            </a:r>
          </a:p>
          <a:p>
            <a:pPr lvl="1"/>
            <a:r>
              <a:rPr lang="en-US" sz="2000" dirty="0"/>
              <a:t>Exceptionally buggy version!</a:t>
            </a:r>
          </a:p>
          <a:p>
            <a:pPr lvl="1"/>
            <a:r>
              <a:rPr lang="en-US" sz="2000" dirty="0"/>
              <a:t>Should run latest release.</a:t>
            </a:r>
          </a:p>
          <a:p>
            <a:pPr lvl="1"/>
            <a:r>
              <a:rPr lang="en-US" sz="2000" dirty="0"/>
              <a:t>Best on Oracle Enterprise Linux, (OEL or EL, followed by Red Hat)</a:t>
            </a:r>
          </a:p>
          <a:p>
            <a:r>
              <a:rPr lang="en-US" sz="2000" b="1" dirty="0"/>
              <a:t>Oracle 23ai:  </a:t>
            </a:r>
            <a:r>
              <a:rPr lang="en-US" sz="2000" dirty="0"/>
              <a:t>Bleeding Edge, but GA!!</a:t>
            </a:r>
          </a:p>
        </p:txBody>
      </p:sp>
    </p:spTree>
    <p:extLst>
      <p:ext uri="{BB962C8B-B14F-4D97-AF65-F5344CB8AC3E}">
        <p14:creationId xmlns:p14="http://schemas.microsoft.com/office/powerpoint/2010/main" val="214245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724"/>
    </mc:Choice>
    <mc:Fallback xmlns="">
      <p:transition spd="slow" advTm="1717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909F-B5BC-D114-3044-3388F47C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690112" cy="5583148"/>
          </a:xfrm>
        </p:spPr>
        <p:txBody>
          <a:bodyPr anchor="ctr">
            <a:normAutofit/>
          </a:bodyPr>
          <a:lstStyle/>
          <a:p>
            <a:r>
              <a:rPr lang="en-US" dirty="0"/>
              <a:t>“I thought Oracle was a Database Platform??”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94B2A601-70C4-B045-A4C6-E582562408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409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64"/>
    </mc:Choice>
    <mc:Fallback xmlns="">
      <p:transition spd="slow" advTm="4516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A6D1-61E4-D64F-374B-21930D2A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/>
              <a:t>Oracle Hardware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E0F5A-6410-9C12-23B6-5DD94AB0B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20000"/>
          </a:bodyPr>
          <a:lstStyle/>
          <a:p>
            <a:r>
              <a:rPr lang="en-US"/>
              <a:t>Oracle purchased Sun Microsystems in 2010.</a:t>
            </a:r>
          </a:p>
          <a:p>
            <a:pPr lvl="1"/>
            <a:r>
              <a:rPr lang="en-US"/>
              <a:t>Zettabyte File System(ZFS) for inexpensive storage solution</a:t>
            </a:r>
          </a:p>
          <a:p>
            <a:pPr lvl="1"/>
            <a:r>
              <a:rPr lang="en-US"/>
              <a:t>Zero Data Loss Recovery Appliance (ZDLRA) for backup and recovery</a:t>
            </a:r>
          </a:p>
          <a:p>
            <a:pPr lvl="1"/>
            <a:r>
              <a:rPr lang="en-US"/>
              <a:t>Oracle Data Appliance (ODA) aka “Poor man’s Exadata)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*We’ll cover Exadata separately as it is an engineered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42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629"/>
    </mc:Choice>
    <mc:Fallback xmlns="">
      <p:transition spd="slow" advTm="12062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AEF6-A6E6-E6ED-6B55-EC9A802C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Oracle Application Suites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BA71D41-50D3-2ABC-B59B-FBE02FA041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922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980"/>
    </mc:Choice>
    <mc:Fallback xmlns="">
      <p:transition spd="slow" advTm="24698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172B2CF1-6D2E-ED09-355F-3C99760E2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15" y="4268830"/>
            <a:ext cx="6026165" cy="1657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244353-E870-E72A-78FA-DF82B322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69" y="931975"/>
            <a:ext cx="3308551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Storage Management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19BC04A-89AC-C536-71B7-49CE376170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91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34"/>
    </mc:Choice>
    <mc:Fallback xmlns="">
      <p:transition spd="slow" advTm="8863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03EF-D226-96BD-E1E9-6AABA3C5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Oracle and the Cloud </a:t>
            </a:r>
            <a:r>
              <a:rPr lang="en-US" sz="4000" dirty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8A2E-4207-FE8E-D73B-56FE0F153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Oracle Cloud Infrastructure (OCI)</a:t>
            </a:r>
          </a:p>
          <a:p>
            <a:pPr lvl="1"/>
            <a:r>
              <a:rPr lang="en-US" sz="2000" dirty="0"/>
              <a:t>This is Oracle’s 5</a:t>
            </a:r>
            <a:r>
              <a:rPr lang="en-US" sz="2000" baseline="30000" dirty="0"/>
              <a:t>th</a:t>
            </a:r>
            <a:r>
              <a:rPr lang="en-US" sz="2000" dirty="0"/>
              <a:t> public cloud offering.</a:t>
            </a:r>
          </a:p>
          <a:p>
            <a:pPr lvl="1"/>
            <a:r>
              <a:rPr lang="en-US" sz="2000" dirty="0"/>
              <a:t>PaaS and SaaS offerings built out of 4</a:t>
            </a:r>
            <a:r>
              <a:rPr lang="en-US" sz="2000" baseline="30000" dirty="0"/>
              <a:t>th</a:t>
            </a:r>
            <a:r>
              <a:rPr lang="en-US" sz="2000" dirty="0"/>
              <a:t> cloud, Oracle Bare Metal.</a:t>
            </a:r>
          </a:p>
          <a:p>
            <a:pPr lvl="1"/>
            <a:r>
              <a:rPr lang="en-US" sz="2000" dirty="0"/>
              <a:t>Free tier of Oracle cloud is 3</a:t>
            </a:r>
            <a:r>
              <a:rPr lang="en-US" sz="2000" baseline="30000" dirty="0"/>
              <a:t>rd</a:t>
            </a:r>
            <a:r>
              <a:rPr lang="en-US" sz="2000" dirty="0"/>
              <a:t> public cloud “repurposed”.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Made up mostly of Oracle Data Appliances (for SaaS offerings) and significantly now offers Oracle Exadata solutions with the PaaS database.</a:t>
            </a:r>
          </a:p>
          <a:p>
            <a:pPr lvl="1"/>
            <a:r>
              <a:rPr lang="en-US" sz="2000" dirty="0"/>
              <a:t>Oracle’s PaaS database is called the Autonomous Database or Oracle Autonomous DB, (ADB).</a:t>
            </a:r>
          </a:p>
          <a:p>
            <a:pPr lvl="1"/>
            <a:r>
              <a:rPr lang="en-US" sz="2000" dirty="0" err="1"/>
              <a:t>Exadata@Cloud</a:t>
            </a:r>
            <a:r>
              <a:rPr lang="en-US" sz="2000" dirty="0"/>
              <a:t> are Exadata in other cloud datacenters (Azure and GCP, recently in AWS.)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351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274"/>
    </mc:Choice>
    <mc:Fallback xmlns="">
      <p:transition spd="slow" advTm="15827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1F47-A589-E715-B038-0817497D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Oracle as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4A46F-785A-2357-9AE6-3886678E8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PL/SQL – Flavor of SQL with incredibly robust packages to simplify development work.  Can be found in Oracle, DB2 and extension for PostgreSQL.</a:t>
            </a:r>
          </a:p>
          <a:p>
            <a:pPr lvl="1"/>
            <a:r>
              <a:rPr lang="en-US" sz="2000" dirty="0"/>
              <a:t>Want the most from Oracle?  Use PL/SQL, not “vanilla” SQL.</a:t>
            </a:r>
          </a:p>
          <a:p>
            <a:r>
              <a:rPr lang="en-US" sz="2000" dirty="0"/>
              <a:t>Java – Java is one of the most popular coding languages in the world and incredibly robust.  Oracle receives royalties off of most Java implementations in vendor code.</a:t>
            </a:r>
          </a:p>
          <a:p>
            <a:r>
              <a:rPr lang="en-US" sz="2000" dirty="0"/>
              <a:t>Oracle also owns the trademark for </a:t>
            </a:r>
            <a:r>
              <a:rPr lang="en-US" sz="2000" dirty="0" err="1"/>
              <a:t>Javascript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9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214"/>
    </mc:Choice>
    <mc:Fallback xmlns="">
      <p:transition spd="slow" advTm="10821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2931BD-4809-4C99-B0BE-B7E5203DF795}"/>
              </a:ext>
            </a:extLst>
          </p:cNvPr>
          <p:cNvSpPr/>
          <p:nvPr/>
        </p:nvSpPr>
        <p:spPr>
          <a:xfrm>
            <a:off x="8629650" y="5240640"/>
            <a:ext cx="3246120" cy="1343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706CBF-7C48-4886-B77E-6F66C619B22C}"/>
              </a:ext>
            </a:extLst>
          </p:cNvPr>
          <p:cNvPicPr>
            <a:picLocks noGrp="1" noSelect="1" noRot="1" noMove="1" noResize="1" noEditPoints="1" noAdjustHandles="1" noChangeArrowheads="1" noChangeShapeType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4427" b="40974"/>
          <a:stretch/>
        </p:blipFill>
        <p:spPr>
          <a:xfrm>
            <a:off x="5036783" y="2809982"/>
            <a:ext cx="7155217" cy="40480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A644AC-9094-4414-8A0B-BCD36AA90E6F}"/>
              </a:ext>
            </a:extLst>
          </p:cNvPr>
          <p:cNvSpPr/>
          <p:nvPr/>
        </p:nvSpPr>
        <p:spPr>
          <a:xfrm>
            <a:off x="8629649" y="5150498"/>
            <a:ext cx="3324457" cy="1570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C5C34-8B73-40BA-8D0F-2F0ABF594FB7}"/>
              </a:ext>
            </a:extLst>
          </p:cNvPr>
          <p:cNvSpPr txBox="1"/>
          <p:nvPr/>
        </p:nvSpPr>
        <p:spPr>
          <a:xfrm>
            <a:off x="1339293" y="4548142"/>
            <a:ext cx="8671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Real Oracle Licensing Auditors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person wearing a red shirt&#10;&#10;Description automatically generated with low confidence">
            <a:extLst>
              <a:ext uri="{FF2B5EF4-FFF2-40B4-BE49-F238E27FC236}">
                <a16:creationId xmlns:a16="http://schemas.microsoft.com/office/drawing/2014/main" id="{9105FD07-BE98-4EFF-A7F2-63AEA77B1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540" y="1753518"/>
            <a:ext cx="4589116" cy="2583017"/>
          </a:xfrm>
          <a:prstGeom prst="rect">
            <a:avLst/>
          </a:prstGeom>
          <a:ln w="34925" cmpd="thickThin">
            <a:solidFill>
              <a:schemeClr val="accent2">
                <a:hueOff val="0"/>
                <a:satOff val="0"/>
                <a:lumOff val="1851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7623000"/>
      </p:ext>
    </p:extLst>
  </p:cSld>
  <p:clrMapOvr>
    <a:masterClrMapping/>
  </p:clrMapOvr>
  <p:transition advTm="40142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55D6B5-CC95-7A2D-2C5C-77C8F94C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Oracle License Contracts are Unique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7E80252-751C-A243-C727-42D22FFE43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338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775"/>
    </mc:Choice>
    <mc:Fallback xmlns="">
      <p:transition spd="slow" advTm="15177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DB0B25-F6AF-1BC5-B065-18ACDFE8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Oracle Specialists Are Focused</a:t>
            </a:r>
          </a:p>
        </p:txBody>
      </p:sp>
      <p:graphicFrame>
        <p:nvGraphicFramePr>
          <p:cNvPr id="24" name="Content Placeholder 3">
            <a:extLst>
              <a:ext uri="{FF2B5EF4-FFF2-40B4-BE49-F238E27FC236}">
                <a16:creationId xmlns:a16="http://schemas.microsoft.com/office/drawing/2014/main" id="{DE4DD35C-1600-66EF-AF02-9EA69EBD37B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4935546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027518"/>
      </p:ext>
    </p:extLst>
  </p:cSld>
  <p:clrMapOvr>
    <a:masterClrMapping/>
  </p:clrMapOvr>
  <p:transition advTm="129246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AC3B166-321E-45FF-29F9-BB41137BD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2218" y="1267316"/>
            <a:ext cx="7977599" cy="4986000"/>
          </a:xfrm>
          <a:prstGeom prst="rect">
            <a:avLst/>
          </a:prstGeom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4B88106-F3AB-DB6A-1DD5-62B0238DB567}"/>
              </a:ext>
            </a:extLst>
          </p:cNvPr>
          <p:cNvSpPr txBox="1">
            <a:spLocks/>
          </p:cNvSpPr>
          <p:nvPr/>
        </p:nvSpPr>
        <p:spPr bwMode="auto">
          <a:xfrm>
            <a:off x="467370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000">
                <a:solidFill>
                  <a:schemeClr val="accent2"/>
                </a:solidFill>
                <a:latin typeface="gatebase Medium"/>
                <a:ea typeface="+mj-ea"/>
                <a:cs typeface="Kanit Medium"/>
              </a:rPr>
              <a:t>Multi-platform is the norm</a:t>
            </a:r>
            <a:endParaRPr lang="en-US" sz="4000" b="0" i="0" kern="1200">
              <a:solidFill>
                <a:schemeClr val="accent2"/>
              </a:solidFill>
              <a:latin typeface="gatebase Medium"/>
              <a:ea typeface="+mj-ea"/>
              <a:cs typeface="Kanit Medium" pitchFamily="2" charset="-34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/>
              <a:buNone/>
            </a:pPr>
            <a:endParaRPr lang="en-US" sz="3600" b="0" i="0" kern="1200">
              <a:gradFill flip="none" rotWithShape="1">
                <a:gsLst>
                  <a:gs pos="0">
                    <a:srgbClr val="000000"/>
                  </a:gs>
                  <a:gs pos="100000">
                    <a:srgbClr val="767676"/>
                  </a:gs>
                </a:gsLst>
                <a:lin ang="0" scaled="1"/>
                <a:tileRect/>
              </a:gradFill>
              <a:latin typeface="Kanit Medium" pitchFamily="2" charset="-34"/>
              <a:ea typeface="+mj-ea"/>
              <a:cs typeface="Kanit Medium" pitchFamily="2" charset="-34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/>
              <a:buNone/>
            </a:pPr>
            <a:endParaRPr lang="en-US" sz="3600" b="0" i="0" kern="1200">
              <a:gradFill flip="none" rotWithShape="1">
                <a:gsLst>
                  <a:gs pos="0">
                    <a:srgbClr val="000000"/>
                  </a:gs>
                  <a:gs pos="100000">
                    <a:srgbClr val="767676"/>
                  </a:gs>
                </a:gsLst>
                <a:lin ang="0" scaled="1"/>
                <a:tileRect/>
              </a:gradFill>
              <a:latin typeface="Kanit Medium" pitchFamily="2" charset="-34"/>
              <a:ea typeface="+mj-ea"/>
              <a:cs typeface="Kanit Medium" pitchFamily="2" charset="-34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83343DFE-F2FB-8D84-20C6-A17B13227B82}"/>
              </a:ext>
            </a:extLst>
          </p:cNvPr>
          <p:cNvSpPr txBox="1"/>
          <p:nvPr/>
        </p:nvSpPr>
        <p:spPr>
          <a:xfrm>
            <a:off x="7614646" y="6389024"/>
            <a:ext cx="4577354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sz="1200">
                <a:solidFill>
                  <a:srgbClr val="222222"/>
                </a:solidFill>
                <a:latin typeface="Roboto"/>
                <a:ea typeface="Roboto"/>
                <a:cs typeface="Arial"/>
              </a:rPr>
              <a:t>NEW Redgate</a:t>
            </a:r>
            <a:r>
              <a:rPr kumimoji="0" lang="en-GB" sz="120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oboto"/>
                <a:ea typeface="Roboto"/>
                <a:cs typeface="Arial"/>
              </a:rPr>
              <a:t> State of Database Landscape Report </a:t>
            </a:r>
            <a:r>
              <a:rPr lang="en-GB" sz="1200">
                <a:solidFill>
                  <a:srgbClr val="222222"/>
                </a:solidFill>
                <a:latin typeface="Roboto"/>
                <a:ea typeface="Roboto"/>
                <a:cs typeface="Arial"/>
              </a:rPr>
              <a:t>2025</a:t>
            </a:r>
            <a:endParaRPr lang="en-GB" sz="120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oboto"/>
              <a:ea typeface="Robot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92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16BFD7-5DB6-4BC7-A83D-34956798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100203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After 27 years, I still have challenges “switching”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3221C49-2A1C-DCF0-E005-39D3DFD36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343345"/>
              </p:ext>
            </p:extLst>
          </p:nvPr>
        </p:nvGraphicFramePr>
        <p:xfrm>
          <a:off x="584200" y="1825625"/>
          <a:ext cx="10515600" cy="4158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9459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4AA3-CE0D-BD13-62D5-745A0BCE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F2B0CA-3F60-206F-3E82-BC0C5813595F}"/>
              </a:ext>
            </a:extLst>
          </p:cNvPr>
          <p:cNvSpPr/>
          <p:nvPr/>
        </p:nvSpPr>
        <p:spPr>
          <a:xfrm>
            <a:off x="36834" y="6327600"/>
            <a:ext cx="3566400" cy="5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B617B2-FE3A-3D29-48C0-884F3FB4DECE}"/>
              </a:ext>
            </a:extLst>
          </p:cNvPr>
          <p:cNvGrpSpPr/>
          <p:nvPr/>
        </p:nvGrpSpPr>
        <p:grpSpPr>
          <a:xfrm>
            <a:off x="2255899" y="1476079"/>
            <a:ext cx="1954905" cy="2436399"/>
            <a:chOff x="3105330" y="2815980"/>
            <a:chExt cx="1742698" cy="2165016"/>
          </a:xfrm>
        </p:grpSpPr>
        <p:pic>
          <p:nvPicPr>
            <p:cNvPr id="5" name="Graphic 20">
              <a:extLst>
                <a:ext uri="{FF2B5EF4-FFF2-40B4-BE49-F238E27FC236}">
                  <a16:creationId xmlns:a16="http://schemas.microsoft.com/office/drawing/2014/main" id="{5DB39DE8-5A19-7F78-F3AA-53CD98A45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49176" y="2815980"/>
              <a:ext cx="1655007" cy="2165016"/>
            </a:xfrm>
            <a:prstGeom prst="rect">
              <a:avLst/>
            </a:prstGeom>
          </p:spPr>
        </p:pic>
        <p:sp>
          <p:nvSpPr>
            <p:cNvPr id="2" name="TextBox 159">
              <a:extLst>
                <a:ext uri="{FF2B5EF4-FFF2-40B4-BE49-F238E27FC236}">
                  <a16:creationId xmlns:a16="http://schemas.microsoft.com/office/drawing/2014/main" id="{F6C9B078-A463-8E6B-EB5B-EE3506845D76}"/>
                </a:ext>
              </a:extLst>
            </p:cNvPr>
            <p:cNvSpPr txBox="1"/>
            <p:nvPr/>
          </p:nvSpPr>
          <p:spPr>
            <a:xfrm>
              <a:off x="3105330" y="3558230"/>
              <a:ext cx="1742698" cy="82048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5400" b="0">
                  <a:solidFill>
                    <a:schemeClr val="bg1"/>
                  </a:solidFill>
                  <a:latin typeface="gatebase Medium"/>
                  <a:ea typeface="Roboto"/>
                  <a:cs typeface="Arial"/>
                </a:rPr>
                <a:t>74%</a:t>
              </a:r>
              <a:endParaRPr lang="en-US" sz="5400" b="0" i="0">
                <a:solidFill>
                  <a:schemeClr val="bg1"/>
                </a:solidFill>
                <a:latin typeface="gatebase Medium"/>
                <a:ea typeface="Roboto"/>
                <a:cs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7EFFC55-2571-D1B5-275F-130EB877766A}"/>
              </a:ext>
            </a:extLst>
          </p:cNvPr>
          <p:cNvSpPr txBox="1"/>
          <p:nvPr/>
        </p:nvSpPr>
        <p:spPr>
          <a:xfrm>
            <a:off x="4968833" y="2123242"/>
            <a:ext cx="5278449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oboto"/>
                <a:ea typeface="Roboto"/>
                <a:cs typeface="Arial"/>
              </a:rPr>
              <a:t>of IT teams are now using more than one database platform</a:t>
            </a:r>
            <a:endParaRPr lang="en-GB" sz="2800" b="0" i="1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oboto"/>
              <a:ea typeface="Roboto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BB3B5D-6886-9ADA-3EC9-947775A955F4}"/>
              </a:ext>
            </a:extLst>
          </p:cNvPr>
          <p:cNvGrpSpPr/>
          <p:nvPr/>
        </p:nvGrpSpPr>
        <p:grpSpPr>
          <a:xfrm>
            <a:off x="2224167" y="4176017"/>
            <a:ext cx="2018368" cy="2377064"/>
            <a:chOff x="7120248" y="1659778"/>
            <a:chExt cx="1588005" cy="1870219"/>
          </a:xfrm>
        </p:grpSpPr>
        <p:pic>
          <p:nvPicPr>
            <p:cNvPr id="8" name="Graphic 20">
              <a:extLst>
                <a:ext uri="{FF2B5EF4-FFF2-40B4-BE49-F238E27FC236}">
                  <a16:creationId xmlns:a16="http://schemas.microsoft.com/office/drawing/2014/main" id="{EDFB133E-9FF3-24E5-D39A-7C9E1F0FB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97591" y="1659778"/>
              <a:ext cx="1433321" cy="1870219"/>
            </a:xfrm>
            <a:prstGeom prst="rect">
              <a:avLst/>
            </a:prstGeom>
          </p:spPr>
        </p:pic>
        <p:sp>
          <p:nvSpPr>
            <p:cNvPr id="9" name="TextBox 159">
              <a:extLst>
                <a:ext uri="{FF2B5EF4-FFF2-40B4-BE49-F238E27FC236}">
                  <a16:creationId xmlns:a16="http://schemas.microsoft.com/office/drawing/2014/main" id="{A9412741-89D8-690F-1F59-F20E4FFCDF2F}"/>
                </a:ext>
              </a:extLst>
            </p:cNvPr>
            <p:cNvSpPr txBox="1"/>
            <p:nvPr/>
          </p:nvSpPr>
          <p:spPr>
            <a:xfrm>
              <a:off x="7120248" y="2316965"/>
              <a:ext cx="1588005" cy="72645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sz="5400" b="0">
                  <a:solidFill>
                    <a:schemeClr val="bg1"/>
                  </a:solidFill>
                  <a:latin typeface="gatebase Medium"/>
                  <a:ea typeface="Roboto"/>
                  <a:cs typeface="Arial"/>
                </a:rPr>
                <a:t>25%</a:t>
              </a:r>
              <a:endParaRPr lang="en-US" sz="5400" b="0" i="0">
                <a:solidFill>
                  <a:schemeClr val="bg1"/>
                </a:solidFill>
                <a:latin typeface="gatebase Medium"/>
                <a:ea typeface="Roboto"/>
                <a:cs typeface="Arial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7E9A001-7CE2-B228-5463-55FCC28F0635}"/>
              </a:ext>
            </a:extLst>
          </p:cNvPr>
          <p:cNvSpPr txBox="1"/>
          <p:nvPr/>
        </p:nvSpPr>
        <p:spPr>
          <a:xfrm>
            <a:off x="4968833" y="4980530"/>
            <a:ext cx="5854142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z="2800" b="0">
                <a:solidFill>
                  <a:srgbClr val="222222"/>
                </a:solidFill>
                <a:latin typeface="Roboto"/>
                <a:ea typeface="Roboto"/>
                <a:cs typeface="Arial"/>
              </a:rPr>
              <a:t>of respondents using more than four database platforms</a:t>
            </a:r>
            <a:endParaRPr lang="en-US" sz="2800" b="0">
              <a:solidFill>
                <a:srgbClr val="222222"/>
              </a:solidFill>
              <a:latin typeface="Roboto"/>
              <a:ea typeface="Roboto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196C3C6-06D9-A666-05FC-7994DCCF985E}"/>
              </a:ext>
            </a:extLst>
          </p:cNvPr>
          <p:cNvSpPr txBox="1">
            <a:spLocks/>
          </p:cNvSpPr>
          <p:nvPr/>
        </p:nvSpPr>
        <p:spPr bwMode="auto">
          <a:xfrm>
            <a:off x="484094" y="539132"/>
            <a:ext cx="10230892" cy="60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>
                <a:latin typeface="gatebase Medium"/>
              </a:rPr>
              <a:t>Increasing data volume and platform type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B110E02A-6187-A60E-1247-91B74AD38911}"/>
              </a:ext>
            </a:extLst>
          </p:cNvPr>
          <p:cNvSpPr txBox="1"/>
          <p:nvPr/>
        </p:nvSpPr>
        <p:spPr>
          <a:xfrm>
            <a:off x="7614647" y="6497133"/>
            <a:ext cx="4577354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sz="1200">
                <a:solidFill>
                  <a:srgbClr val="222222"/>
                </a:solidFill>
                <a:latin typeface="Roboto"/>
                <a:ea typeface="Roboto"/>
                <a:cs typeface="Arial"/>
              </a:rPr>
              <a:t>NEW Redgate</a:t>
            </a:r>
            <a:r>
              <a:rPr kumimoji="0" lang="en-GB" sz="120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oboto"/>
                <a:ea typeface="Roboto"/>
                <a:cs typeface="Arial"/>
              </a:rPr>
              <a:t> State of Database Landscape </a:t>
            </a:r>
            <a:r>
              <a:rPr lang="en-GB" sz="1200">
                <a:solidFill>
                  <a:srgbClr val="222222"/>
                </a:solidFill>
                <a:latin typeface="Roboto"/>
                <a:ea typeface="Roboto"/>
                <a:cs typeface="Arial"/>
              </a:rPr>
              <a:t>R</a:t>
            </a:r>
            <a:r>
              <a:rPr kumimoji="0" lang="en-GB" sz="120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oboto"/>
                <a:ea typeface="Roboto"/>
                <a:cs typeface="Arial"/>
              </a:rPr>
              <a:t>eport</a:t>
            </a:r>
            <a:r>
              <a:rPr kumimoji="0" lang="en-GB" sz="120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Roboto"/>
                <a:ea typeface="Roboto"/>
                <a:cs typeface="Arial"/>
              </a:rPr>
              <a:t> </a:t>
            </a:r>
            <a:r>
              <a:rPr lang="en-GB" sz="1200">
                <a:solidFill>
                  <a:srgbClr val="222222"/>
                </a:solidFill>
                <a:latin typeface="Roboto"/>
                <a:ea typeface="Roboto"/>
                <a:cs typeface="Arial"/>
              </a:rPr>
              <a:t>2025</a:t>
            </a:r>
            <a:endParaRPr lang="en-GB" sz="120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Roboto"/>
              <a:ea typeface="Robot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46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F5FC2-146A-6091-5D00-9F19FFDD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AB55-E184-59D8-D600-F005DE49091E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The Oracle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DB023-4A17-A0E7-F3F5-CE7F302C2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12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1A11-92C4-CB79-475A-0F351928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Terms to Clarify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3F43-2014-3C36-1235-81B6D98F1F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3951224" cy="48339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Instance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Locking</a:t>
            </a:r>
          </a:p>
          <a:p>
            <a:r>
              <a:rPr lang="en-US" dirty="0"/>
              <a:t>Buckets</a:t>
            </a:r>
          </a:p>
          <a:p>
            <a:r>
              <a:rPr lang="en-US" dirty="0"/>
              <a:t>Process/Session</a:t>
            </a:r>
          </a:p>
          <a:p>
            <a:r>
              <a:rPr lang="en-US" dirty="0"/>
              <a:t>Logs, (redo, archive, transaction)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996A4-3D0F-5657-BC20-E7F1651C0EA4}"/>
              </a:ext>
            </a:extLst>
          </p:cNvPr>
          <p:cNvSpPr txBox="1">
            <a:spLocks/>
          </p:cNvSpPr>
          <p:nvPr/>
        </p:nvSpPr>
        <p:spPr bwMode="auto">
          <a:xfrm>
            <a:off x="5482336" y="1349756"/>
            <a:ext cx="3951224" cy="483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Schema/DBO</a:t>
            </a:r>
          </a:p>
          <a:p>
            <a:r>
              <a:rPr lang="en-US" dirty="0"/>
              <a:t>Role/Group</a:t>
            </a:r>
          </a:p>
          <a:p>
            <a:r>
              <a:rPr lang="en-US" dirty="0"/>
              <a:t>Cluster</a:t>
            </a:r>
          </a:p>
          <a:p>
            <a:r>
              <a:rPr lang="en-US" dirty="0"/>
              <a:t>Packages</a:t>
            </a:r>
          </a:p>
          <a:p>
            <a:r>
              <a:rPr lang="en-US" dirty="0"/>
              <a:t>Before Triggers/Complex Rules</a:t>
            </a:r>
          </a:p>
          <a:p>
            <a:r>
              <a:rPr lang="en-US" dirty="0"/>
              <a:t>Synonyms</a:t>
            </a:r>
          </a:p>
          <a:p>
            <a:r>
              <a:rPr lang="en-US" dirty="0"/>
              <a:t>Sequences/Identity Columns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CA833-B567-FC00-58EB-C0E8CDA06D91}"/>
              </a:ext>
            </a:extLst>
          </p:cNvPr>
          <p:cNvSpPr txBox="1"/>
          <p:nvPr/>
        </p:nvSpPr>
        <p:spPr>
          <a:xfrm>
            <a:off x="5223510" y="607763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hlinkClick r:id="rId2"/>
              </a:rPr>
              <a:t>https://docs.oracle.com/cd/E10405_01/appdev.120/e10379/ss_oracle_compared.htm</a:t>
            </a:r>
            <a:endParaRPr lang="en-US" sz="1200" b="0" dirty="0"/>
          </a:p>
          <a:p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9381380"/>
      </p:ext>
    </p:extLst>
  </p:cSld>
  <p:clrMapOvr>
    <a:masterClrMapping/>
  </p:clrMapOvr>
  <p:transition advTm="9504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061725D-3859-062B-DED3-37D121DE9A17}"/>
              </a:ext>
            </a:extLst>
          </p:cNvPr>
          <p:cNvGrpSpPr/>
          <p:nvPr/>
        </p:nvGrpSpPr>
        <p:grpSpPr>
          <a:xfrm>
            <a:off x="289026" y="1273790"/>
            <a:ext cx="11613947" cy="4773594"/>
            <a:chOff x="315028" y="1596520"/>
            <a:chExt cx="11613947" cy="477359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5EC851A-F4CD-4B1D-94A6-9E15740D3024}"/>
                </a:ext>
              </a:extLst>
            </p:cNvPr>
            <p:cNvSpPr/>
            <p:nvPr/>
          </p:nvSpPr>
          <p:spPr>
            <a:xfrm>
              <a:off x="433531" y="4977012"/>
              <a:ext cx="1177026" cy="12387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85A22B-01D2-4B2B-BF2D-4A7641EC39D1}"/>
                </a:ext>
              </a:extLst>
            </p:cNvPr>
            <p:cNvSpPr/>
            <p:nvPr/>
          </p:nvSpPr>
          <p:spPr>
            <a:xfrm>
              <a:off x="6232036" y="4618728"/>
              <a:ext cx="1264444" cy="149633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52BDBA3-822C-4D8C-9F33-5BB458F249BC}"/>
                </a:ext>
              </a:extLst>
            </p:cNvPr>
            <p:cNvSpPr/>
            <p:nvPr/>
          </p:nvSpPr>
          <p:spPr>
            <a:xfrm>
              <a:off x="1818027" y="4705075"/>
              <a:ext cx="3903591" cy="158686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6" name="Flowchart: Process 5">
              <a:extLst>
                <a:ext uri="{FF2B5EF4-FFF2-40B4-BE49-F238E27FC236}">
                  <a16:creationId xmlns:a16="http://schemas.microsoft.com/office/drawing/2014/main" id="{B13FE2AA-B6CA-4CFF-8C8B-F737C7C80759}"/>
                </a:ext>
              </a:extLst>
            </p:cNvPr>
            <p:cNvSpPr/>
            <p:nvPr/>
          </p:nvSpPr>
          <p:spPr>
            <a:xfrm>
              <a:off x="315028" y="1601733"/>
              <a:ext cx="5780972" cy="4768381"/>
            </a:xfrm>
            <a:prstGeom prst="flowChartProcess">
              <a:avLst/>
            </a:prstGeom>
            <a:noFill/>
            <a:ln w="57150">
              <a:solidFill>
                <a:srgbClr val="D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93D2940F-7DEF-409E-9745-AC110DE8893D}"/>
                </a:ext>
              </a:extLst>
            </p:cNvPr>
            <p:cNvSpPr/>
            <p:nvPr/>
          </p:nvSpPr>
          <p:spPr>
            <a:xfrm>
              <a:off x="471358" y="5297370"/>
              <a:ext cx="1067822" cy="817693"/>
            </a:xfrm>
            <a:prstGeom prst="flowChartProcess">
              <a:avLst/>
            </a:prstGeom>
            <a:solidFill>
              <a:srgbClr val="DA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Oracle Software</a:t>
              </a:r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A561B0D9-6653-4745-8D87-547111158C8F}"/>
                </a:ext>
              </a:extLst>
            </p:cNvPr>
            <p:cNvSpPr/>
            <p:nvPr/>
          </p:nvSpPr>
          <p:spPr>
            <a:xfrm>
              <a:off x="6310611" y="4859947"/>
              <a:ext cx="1084370" cy="1105132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SQL Server, (BIN) Software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9AEF80-7987-4277-8564-F5485EFA187F}"/>
                </a:ext>
              </a:extLst>
            </p:cNvPr>
            <p:cNvSpPr txBox="1"/>
            <p:nvPr/>
          </p:nvSpPr>
          <p:spPr>
            <a:xfrm>
              <a:off x="6428841" y="4561914"/>
              <a:ext cx="975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Instance</a:t>
              </a:r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A3A38AAF-15DD-478F-ABEF-CA8856E217F7}"/>
                </a:ext>
              </a:extLst>
            </p:cNvPr>
            <p:cNvSpPr/>
            <p:nvPr/>
          </p:nvSpPr>
          <p:spPr>
            <a:xfrm>
              <a:off x="7560677" y="2037454"/>
              <a:ext cx="3890802" cy="4077609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463ED5-E1BB-497B-BAA6-AC3048AA0AF9}"/>
                </a:ext>
              </a:extLst>
            </p:cNvPr>
            <p:cNvSpPr txBox="1"/>
            <p:nvPr/>
          </p:nvSpPr>
          <p:spPr>
            <a:xfrm>
              <a:off x="8824880" y="2006770"/>
              <a:ext cx="1202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2" name="Flowchart: Magnetic Disk 11">
              <a:extLst>
                <a:ext uri="{FF2B5EF4-FFF2-40B4-BE49-F238E27FC236}">
                  <a16:creationId xmlns:a16="http://schemas.microsoft.com/office/drawing/2014/main" id="{45E41209-A90D-4067-B828-34BE4905C0C5}"/>
                </a:ext>
              </a:extLst>
            </p:cNvPr>
            <p:cNvSpPr/>
            <p:nvPr/>
          </p:nvSpPr>
          <p:spPr>
            <a:xfrm>
              <a:off x="10666193" y="4778750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MSDB</a:t>
              </a: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ECB3CE75-DD40-42C9-A174-52B2BE621B2B}"/>
                </a:ext>
              </a:extLst>
            </p:cNvPr>
            <p:cNvSpPr/>
            <p:nvPr/>
          </p:nvSpPr>
          <p:spPr>
            <a:xfrm>
              <a:off x="10675046" y="5380923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82C96915-E609-4821-9AA7-28C19A87DB3B}"/>
                </a:ext>
              </a:extLst>
            </p:cNvPr>
            <p:cNvSpPr/>
            <p:nvPr/>
          </p:nvSpPr>
          <p:spPr>
            <a:xfrm>
              <a:off x="10666192" y="4158891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16" name="Flowchart: Process 15">
              <a:extLst>
                <a:ext uri="{FF2B5EF4-FFF2-40B4-BE49-F238E27FC236}">
                  <a16:creationId xmlns:a16="http://schemas.microsoft.com/office/drawing/2014/main" id="{2DB2771E-239D-4C5D-B355-417C61633BA7}"/>
                </a:ext>
              </a:extLst>
            </p:cNvPr>
            <p:cNvSpPr/>
            <p:nvPr/>
          </p:nvSpPr>
          <p:spPr>
            <a:xfrm>
              <a:off x="7786559" y="2376101"/>
              <a:ext cx="3431718" cy="1726801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646AB94-04C9-4881-925F-84166A14A336}"/>
                </a:ext>
              </a:extLst>
            </p:cNvPr>
            <p:cNvSpPr/>
            <p:nvPr/>
          </p:nvSpPr>
          <p:spPr>
            <a:xfrm>
              <a:off x="6334318" y="2258574"/>
              <a:ext cx="1043274" cy="5532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Process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B0B39E-A2B6-4191-B22B-19B37A5AAA7A}"/>
                </a:ext>
              </a:extLst>
            </p:cNvPr>
            <p:cNvSpPr/>
            <p:nvPr/>
          </p:nvSpPr>
          <p:spPr>
            <a:xfrm>
              <a:off x="6321882" y="3011503"/>
              <a:ext cx="1068146" cy="5402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 Process</a:t>
              </a:r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C96E788C-AA71-41FE-BF38-C3F4962F819D}"/>
                </a:ext>
              </a:extLst>
            </p:cNvPr>
            <p:cNvSpPr/>
            <p:nvPr/>
          </p:nvSpPr>
          <p:spPr>
            <a:xfrm>
              <a:off x="7941165" y="2527944"/>
              <a:ext cx="883715" cy="108476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Relational Engine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9E051E25-380F-476B-BFB8-CD9E0490CC5E}"/>
                </a:ext>
              </a:extLst>
            </p:cNvPr>
            <p:cNvSpPr/>
            <p:nvPr/>
          </p:nvSpPr>
          <p:spPr>
            <a:xfrm>
              <a:off x="8014807" y="2803924"/>
              <a:ext cx="702837" cy="192155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Optimizer</a:t>
              </a:r>
            </a:p>
          </p:txBody>
        </p:sp>
        <p:sp>
          <p:nvSpPr>
            <p:cNvPr id="21" name="Flowchart: Process 20">
              <a:extLst>
                <a:ext uri="{FF2B5EF4-FFF2-40B4-BE49-F238E27FC236}">
                  <a16:creationId xmlns:a16="http://schemas.microsoft.com/office/drawing/2014/main" id="{8146D855-9520-4B94-82D0-7A57B547FAE5}"/>
                </a:ext>
              </a:extLst>
            </p:cNvPr>
            <p:cNvSpPr/>
            <p:nvPr/>
          </p:nvSpPr>
          <p:spPr>
            <a:xfrm>
              <a:off x="8020703" y="3035818"/>
              <a:ext cx="702837" cy="192156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Cmd Parser</a:t>
              </a:r>
            </a:p>
          </p:txBody>
        </p:sp>
        <p:sp>
          <p:nvSpPr>
            <p:cNvPr id="22" name="Flowchart: Process 21">
              <a:extLst>
                <a:ext uri="{FF2B5EF4-FFF2-40B4-BE49-F238E27FC236}">
                  <a16:creationId xmlns:a16="http://schemas.microsoft.com/office/drawing/2014/main" id="{E7EDA21A-92B2-4572-92F6-C7C9CECB79B6}"/>
                </a:ext>
              </a:extLst>
            </p:cNvPr>
            <p:cNvSpPr/>
            <p:nvPr/>
          </p:nvSpPr>
          <p:spPr>
            <a:xfrm>
              <a:off x="8011739" y="3274063"/>
              <a:ext cx="702837" cy="233457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Query Executer</a:t>
              </a:r>
            </a:p>
          </p:txBody>
        </p:sp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B633BB37-5B32-4048-8ED2-766CA038821F}"/>
                </a:ext>
              </a:extLst>
            </p:cNvPr>
            <p:cNvSpPr/>
            <p:nvPr/>
          </p:nvSpPr>
          <p:spPr>
            <a:xfrm>
              <a:off x="8955640" y="2519133"/>
              <a:ext cx="679314" cy="108476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Protocol Layer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lowchart: Process 23">
              <a:extLst>
                <a:ext uri="{FF2B5EF4-FFF2-40B4-BE49-F238E27FC236}">
                  <a16:creationId xmlns:a16="http://schemas.microsoft.com/office/drawing/2014/main" id="{184C2E3A-F47B-4505-A4C7-4A09BB279352}"/>
                </a:ext>
              </a:extLst>
            </p:cNvPr>
            <p:cNvSpPr/>
            <p:nvPr/>
          </p:nvSpPr>
          <p:spPr>
            <a:xfrm>
              <a:off x="9050762" y="2811824"/>
              <a:ext cx="498274" cy="41615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SNI</a:t>
              </a:r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2B3CAA29-53AA-4D38-BE57-D5731C45AD49}"/>
                </a:ext>
              </a:extLst>
            </p:cNvPr>
            <p:cNvSpPr/>
            <p:nvPr/>
          </p:nvSpPr>
          <p:spPr>
            <a:xfrm>
              <a:off x="7941164" y="3692670"/>
              <a:ext cx="3154373" cy="308600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OLEDB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lowchart: Process 26">
              <a:extLst>
                <a:ext uri="{FF2B5EF4-FFF2-40B4-BE49-F238E27FC236}">
                  <a16:creationId xmlns:a16="http://schemas.microsoft.com/office/drawing/2014/main" id="{D0BE03B3-57C1-4C6D-8456-1572406B5F2C}"/>
                </a:ext>
              </a:extLst>
            </p:cNvPr>
            <p:cNvSpPr/>
            <p:nvPr/>
          </p:nvSpPr>
          <p:spPr>
            <a:xfrm>
              <a:off x="8031603" y="3727902"/>
              <a:ext cx="702837" cy="21994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Transaction Mgr</a:t>
              </a:r>
            </a:p>
          </p:txBody>
        </p:sp>
        <p:sp>
          <p:nvSpPr>
            <p:cNvPr id="28" name="Flowchart: Process 27">
              <a:extLst>
                <a:ext uri="{FF2B5EF4-FFF2-40B4-BE49-F238E27FC236}">
                  <a16:creationId xmlns:a16="http://schemas.microsoft.com/office/drawing/2014/main" id="{E8C8193D-0DBA-4B9D-BF82-8D609B1317CE}"/>
                </a:ext>
              </a:extLst>
            </p:cNvPr>
            <p:cNvSpPr/>
            <p:nvPr/>
          </p:nvSpPr>
          <p:spPr>
            <a:xfrm>
              <a:off x="8993485" y="3907126"/>
              <a:ext cx="1017866" cy="13748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 Methods</a:t>
              </a:r>
            </a:p>
          </p:txBody>
        </p:sp>
        <p:sp>
          <p:nvSpPr>
            <p:cNvPr id="29" name="Flowchart: Magnetic Disk 28">
              <a:extLst>
                <a:ext uri="{FF2B5EF4-FFF2-40B4-BE49-F238E27FC236}">
                  <a16:creationId xmlns:a16="http://schemas.microsoft.com/office/drawing/2014/main" id="{489C1932-8778-4BE5-BBC3-F53A01569CFB}"/>
                </a:ext>
              </a:extLst>
            </p:cNvPr>
            <p:cNvSpPr/>
            <p:nvPr/>
          </p:nvSpPr>
          <p:spPr>
            <a:xfrm>
              <a:off x="8913848" y="4363876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lowchart: Magnetic Disk 29">
              <a:extLst>
                <a:ext uri="{FF2B5EF4-FFF2-40B4-BE49-F238E27FC236}">
                  <a16:creationId xmlns:a16="http://schemas.microsoft.com/office/drawing/2014/main" id="{8D317544-B2AA-433F-8DAA-A398F6761307}"/>
                </a:ext>
              </a:extLst>
            </p:cNvPr>
            <p:cNvSpPr/>
            <p:nvPr/>
          </p:nvSpPr>
          <p:spPr>
            <a:xfrm>
              <a:off x="9161771" y="4618728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lowchart: Magnetic Disk 30">
              <a:extLst>
                <a:ext uri="{FF2B5EF4-FFF2-40B4-BE49-F238E27FC236}">
                  <a16:creationId xmlns:a16="http://schemas.microsoft.com/office/drawing/2014/main" id="{C74E8BCB-D155-41C5-956B-9B68D1DD351C}"/>
                </a:ext>
              </a:extLst>
            </p:cNvPr>
            <p:cNvSpPr/>
            <p:nvPr/>
          </p:nvSpPr>
          <p:spPr>
            <a:xfrm>
              <a:off x="9440618" y="4877149"/>
              <a:ext cx="650513" cy="603141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lowchart: Magnetic Disk 31">
              <a:extLst>
                <a:ext uri="{FF2B5EF4-FFF2-40B4-BE49-F238E27FC236}">
                  <a16:creationId xmlns:a16="http://schemas.microsoft.com/office/drawing/2014/main" id="{9D825780-9825-4902-B052-0B83F72D9E4B}"/>
                </a:ext>
              </a:extLst>
            </p:cNvPr>
            <p:cNvSpPr/>
            <p:nvPr/>
          </p:nvSpPr>
          <p:spPr>
            <a:xfrm>
              <a:off x="9661192" y="5202640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lowchart: Process 32">
              <a:extLst>
                <a:ext uri="{FF2B5EF4-FFF2-40B4-BE49-F238E27FC236}">
                  <a16:creationId xmlns:a16="http://schemas.microsoft.com/office/drawing/2014/main" id="{7EC51217-32A5-43C0-943A-F5776CDD2B7D}"/>
                </a:ext>
              </a:extLst>
            </p:cNvPr>
            <p:cNvSpPr/>
            <p:nvPr/>
          </p:nvSpPr>
          <p:spPr>
            <a:xfrm>
              <a:off x="10263395" y="3750520"/>
              <a:ext cx="702837" cy="21994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Buffer Mgr</a:t>
              </a:r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B7279FE1-20BC-4880-B226-41BAC64C5735}"/>
                </a:ext>
              </a:extLst>
            </p:cNvPr>
            <p:cNvSpPr/>
            <p:nvPr/>
          </p:nvSpPr>
          <p:spPr>
            <a:xfrm>
              <a:off x="9885895" y="2519133"/>
              <a:ext cx="1161733" cy="108476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Plan Cache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________________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Cache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_______________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Buffer Pool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Arrow: Up 34">
              <a:extLst>
                <a:ext uri="{FF2B5EF4-FFF2-40B4-BE49-F238E27FC236}">
                  <a16:creationId xmlns:a16="http://schemas.microsoft.com/office/drawing/2014/main" id="{C85D32F3-9A3D-48ED-86F0-AF8879984D15}"/>
                </a:ext>
              </a:extLst>
            </p:cNvPr>
            <p:cNvSpPr/>
            <p:nvPr/>
          </p:nvSpPr>
          <p:spPr>
            <a:xfrm flipH="1">
              <a:off x="10389042" y="3507520"/>
              <a:ext cx="225772" cy="239410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lowchart: Sequential Access Storage 35">
              <a:extLst>
                <a:ext uri="{FF2B5EF4-FFF2-40B4-BE49-F238E27FC236}">
                  <a16:creationId xmlns:a16="http://schemas.microsoft.com/office/drawing/2014/main" id="{2A8E0338-F8B4-46F3-A373-486B717D3706}"/>
                </a:ext>
              </a:extLst>
            </p:cNvPr>
            <p:cNvSpPr/>
            <p:nvPr/>
          </p:nvSpPr>
          <p:spPr>
            <a:xfrm>
              <a:off x="7658553" y="4351551"/>
              <a:ext cx="713871" cy="558510"/>
            </a:xfrm>
            <a:prstGeom prst="flowChartMagnetic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Transaction Log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942F5E-28CF-4483-A913-009D61602B0B}"/>
                </a:ext>
              </a:extLst>
            </p:cNvPr>
            <p:cNvSpPr txBox="1"/>
            <p:nvPr/>
          </p:nvSpPr>
          <p:spPr>
            <a:xfrm>
              <a:off x="8571004" y="4150602"/>
              <a:ext cx="13722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Data files</a:t>
              </a:r>
            </a:p>
          </p:txBody>
        </p:sp>
        <p:sp>
          <p:nvSpPr>
            <p:cNvPr id="42" name="Flowchart: Sequential Access Storage 41">
              <a:extLst>
                <a:ext uri="{FF2B5EF4-FFF2-40B4-BE49-F238E27FC236}">
                  <a16:creationId xmlns:a16="http://schemas.microsoft.com/office/drawing/2014/main" id="{AE486520-85FC-4EE6-B9E7-A66085DFEB02}"/>
                </a:ext>
              </a:extLst>
            </p:cNvPr>
            <p:cNvSpPr/>
            <p:nvPr/>
          </p:nvSpPr>
          <p:spPr>
            <a:xfrm>
              <a:off x="7885333" y="4650023"/>
              <a:ext cx="713871" cy="558510"/>
            </a:xfrm>
            <a:prstGeom prst="flowChartMagnetic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Transaction Log</a:t>
              </a:r>
            </a:p>
          </p:txBody>
        </p:sp>
        <p:sp>
          <p:nvSpPr>
            <p:cNvPr id="43" name="Flowchart: Sequential Access Storage 42">
              <a:extLst>
                <a:ext uri="{FF2B5EF4-FFF2-40B4-BE49-F238E27FC236}">
                  <a16:creationId xmlns:a16="http://schemas.microsoft.com/office/drawing/2014/main" id="{784652E4-AF21-4B6D-83C5-B629EAE8F367}"/>
                </a:ext>
              </a:extLst>
            </p:cNvPr>
            <p:cNvSpPr/>
            <p:nvPr/>
          </p:nvSpPr>
          <p:spPr>
            <a:xfrm>
              <a:off x="8099943" y="4977012"/>
              <a:ext cx="713871" cy="558510"/>
            </a:xfrm>
            <a:prstGeom prst="flowChartMagnetic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Transaction Log</a:t>
              </a:r>
            </a:p>
          </p:txBody>
        </p:sp>
        <p:sp>
          <p:nvSpPr>
            <p:cNvPr id="44" name="Flowchart: Sequential Access Storage 43">
              <a:extLst>
                <a:ext uri="{FF2B5EF4-FFF2-40B4-BE49-F238E27FC236}">
                  <a16:creationId xmlns:a16="http://schemas.microsoft.com/office/drawing/2014/main" id="{D6242366-626F-4D63-8E32-97344EDA5BC7}"/>
                </a:ext>
              </a:extLst>
            </p:cNvPr>
            <p:cNvSpPr/>
            <p:nvPr/>
          </p:nvSpPr>
          <p:spPr>
            <a:xfrm>
              <a:off x="8378790" y="5208166"/>
              <a:ext cx="713871" cy="558510"/>
            </a:xfrm>
            <a:prstGeom prst="flowChartMagnetic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Transaction Log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2BAFBB7-C881-450E-A81B-BADCA1E90FC2}"/>
                </a:ext>
              </a:extLst>
            </p:cNvPr>
            <p:cNvCxnSpPr>
              <a:stCxn id="27" idx="2"/>
              <a:endCxn id="36" idx="0"/>
            </p:cNvCxnSpPr>
            <p:nvPr/>
          </p:nvCxnSpPr>
          <p:spPr>
            <a:xfrm flipH="1">
              <a:off x="8015489" y="3947846"/>
              <a:ext cx="367533" cy="403705"/>
            </a:xfrm>
            <a:prstGeom prst="straightConnector1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3346A8F-DC01-4560-8613-5C6B5B4494CF}"/>
                </a:ext>
              </a:extLst>
            </p:cNvPr>
            <p:cNvCxnSpPr>
              <a:cxnSpLocks/>
            </p:cNvCxnSpPr>
            <p:nvPr/>
          </p:nvCxnSpPr>
          <p:spPr>
            <a:xfrm>
              <a:off x="8786443" y="3855837"/>
              <a:ext cx="1391196" cy="4655"/>
            </a:xfrm>
            <a:prstGeom prst="straightConnector1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50745CA-F560-4317-ACDC-E94861900A05}"/>
                </a:ext>
              </a:extLst>
            </p:cNvPr>
            <p:cNvCxnSpPr>
              <a:cxnSpLocks/>
            </p:cNvCxnSpPr>
            <p:nvPr/>
          </p:nvCxnSpPr>
          <p:spPr>
            <a:xfrm>
              <a:off x="8599204" y="3515041"/>
              <a:ext cx="719537" cy="340796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CF0AB54-5EC3-410D-9828-4D68BCE2E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7644" y="3109597"/>
              <a:ext cx="237996" cy="1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953AA9C-929B-4B7E-B87E-A983EB22DB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715" y="2898666"/>
              <a:ext cx="347047" cy="7187"/>
            </a:xfrm>
            <a:prstGeom prst="straightConnector1">
              <a:avLst/>
            </a:prstGeom>
            <a:ln>
              <a:headEnd type="none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CC669F2-7EE7-4348-8603-6B2B434B42DB}"/>
                </a:ext>
              </a:extLst>
            </p:cNvPr>
            <p:cNvCxnSpPr>
              <a:stCxn id="33" idx="2"/>
            </p:cNvCxnSpPr>
            <p:nvPr/>
          </p:nvCxnSpPr>
          <p:spPr>
            <a:xfrm flipH="1">
              <a:off x="9628439" y="3970464"/>
              <a:ext cx="986375" cy="908906"/>
            </a:xfrm>
            <a:prstGeom prst="straightConnector1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F2AD3E4-F9BC-40B9-B1AC-B74E93E30841}"/>
                </a:ext>
              </a:extLst>
            </p:cNvPr>
            <p:cNvCxnSpPr>
              <a:stCxn id="17" idx="4"/>
              <a:endCxn id="18" idx="0"/>
            </p:cNvCxnSpPr>
            <p:nvPr/>
          </p:nvCxnSpPr>
          <p:spPr>
            <a:xfrm>
              <a:off x="6855955" y="2811824"/>
              <a:ext cx="0" cy="199679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95449DEB-1F19-4BEA-99DB-416093E7E06F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 rot="16200000" flipH="1">
              <a:off x="7137764" y="3269953"/>
              <a:ext cx="131307" cy="694925"/>
            </a:xfrm>
            <a:prstGeom prst="bentConnector2">
              <a:avLst/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0" name="Picture 69" descr="A picture containing object&#10;&#10;Description automatically generated">
              <a:extLst>
                <a:ext uri="{FF2B5EF4-FFF2-40B4-BE49-F238E27FC236}">
                  <a16:creationId xmlns:a16="http://schemas.microsoft.com/office/drawing/2014/main" id="{CDF1BD7C-6E67-4B9D-B9CA-A791C45F1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389" y="1710613"/>
              <a:ext cx="1066792" cy="274432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3CAEEE0-4723-44DD-AB1E-26BA1A831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036" y="1691873"/>
              <a:ext cx="1004982" cy="546186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C202297-A594-4CAD-B2FA-F2C3897725D0}"/>
                </a:ext>
              </a:extLst>
            </p:cNvPr>
            <p:cNvSpPr txBox="1"/>
            <p:nvPr/>
          </p:nvSpPr>
          <p:spPr>
            <a:xfrm>
              <a:off x="443826" y="4980332"/>
              <a:ext cx="11426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Oracle Home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738D807-CE75-49E9-B3CC-657F12DB1243}"/>
                </a:ext>
              </a:extLst>
            </p:cNvPr>
            <p:cNvSpPr/>
            <p:nvPr/>
          </p:nvSpPr>
          <p:spPr>
            <a:xfrm>
              <a:off x="6388902" y="3972835"/>
              <a:ext cx="964303" cy="5461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SQL Server service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C134C95-6DF0-44BF-9797-582D77604382}"/>
                </a:ext>
              </a:extLst>
            </p:cNvPr>
            <p:cNvSpPr/>
            <p:nvPr/>
          </p:nvSpPr>
          <p:spPr>
            <a:xfrm>
              <a:off x="533320" y="2149355"/>
              <a:ext cx="1043274" cy="5532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User Process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4162DF1-2271-44D0-849A-AB0E06300547}"/>
                </a:ext>
              </a:extLst>
            </p:cNvPr>
            <p:cNvSpPr/>
            <p:nvPr/>
          </p:nvSpPr>
          <p:spPr>
            <a:xfrm>
              <a:off x="533320" y="2933657"/>
              <a:ext cx="1068146" cy="5402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 Process</a:t>
              </a:r>
            </a:p>
          </p:txBody>
        </p:sp>
        <p:sp>
          <p:nvSpPr>
            <p:cNvPr id="53" name="Flowchart: Process 52">
              <a:extLst>
                <a:ext uri="{FF2B5EF4-FFF2-40B4-BE49-F238E27FC236}">
                  <a16:creationId xmlns:a16="http://schemas.microsoft.com/office/drawing/2014/main" id="{8F565787-CD33-4F8C-9A5F-1EE9C6C7242B}"/>
                </a:ext>
              </a:extLst>
            </p:cNvPr>
            <p:cNvSpPr/>
            <p:nvPr/>
          </p:nvSpPr>
          <p:spPr>
            <a:xfrm>
              <a:off x="1830816" y="1917730"/>
              <a:ext cx="3890802" cy="2663197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Instance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73C9A35C-7C2C-4B3D-92B8-28CB65272645}"/>
                </a:ext>
              </a:extLst>
            </p:cNvPr>
            <p:cNvSpPr/>
            <p:nvPr/>
          </p:nvSpPr>
          <p:spPr>
            <a:xfrm>
              <a:off x="2058058" y="2191976"/>
              <a:ext cx="3352770" cy="1460616"/>
            </a:xfrm>
            <a:prstGeom prst="flowChartProcess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D423C1A-0A5E-4FC3-9CF2-D3A5C131DB60}"/>
                </a:ext>
              </a:extLst>
            </p:cNvPr>
            <p:cNvSpPr/>
            <p:nvPr/>
          </p:nvSpPr>
          <p:spPr>
            <a:xfrm>
              <a:off x="1861215" y="3711510"/>
              <a:ext cx="771833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DE71BFB-A555-4B41-8854-CB18D58169AA}"/>
                </a:ext>
              </a:extLst>
            </p:cNvPr>
            <p:cNvSpPr/>
            <p:nvPr/>
          </p:nvSpPr>
          <p:spPr>
            <a:xfrm>
              <a:off x="2224030" y="4026104"/>
              <a:ext cx="786738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LGWR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43996E8-7FEE-4FBA-8E1E-6FBB0D4BEBDC}"/>
                </a:ext>
              </a:extLst>
            </p:cNvPr>
            <p:cNvSpPr/>
            <p:nvPr/>
          </p:nvSpPr>
          <p:spPr>
            <a:xfrm>
              <a:off x="3427815" y="3715197"/>
              <a:ext cx="734239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QMNC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5E4EE66-B375-4492-A408-CC7E830C0AAA}"/>
                </a:ext>
              </a:extLst>
            </p:cNvPr>
            <p:cNvSpPr/>
            <p:nvPr/>
          </p:nvSpPr>
          <p:spPr>
            <a:xfrm>
              <a:off x="2663447" y="3715197"/>
              <a:ext cx="740733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99C602B-B943-428A-9873-D8757304CB77}"/>
                </a:ext>
              </a:extLst>
            </p:cNvPr>
            <p:cNvSpPr/>
            <p:nvPr/>
          </p:nvSpPr>
          <p:spPr>
            <a:xfrm>
              <a:off x="4192401" y="3722315"/>
              <a:ext cx="740734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CKPT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168BF0-86E0-47B4-AB82-B3C5E8B59A34}"/>
                </a:ext>
              </a:extLst>
            </p:cNvPr>
            <p:cNvSpPr txBox="1"/>
            <p:nvPr/>
          </p:nvSpPr>
          <p:spPr>
            <a:xfrm>
              <a:off x="3048933" y="2215257"/>
              <a:ext cx="1597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SGA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FF4113-D01A-4BF5-8C70-3982BEBE472C}"/>
                </a:ext>
              </a:extLst>
            </p:cNvPr>
            <p:cNvSpPr/>
            <p:nvPr/>
          </p:nvSpPr>
          <p:spPr>
            <a:xfrm>
              <a:off x="2144195" y="2278775"/>
              <a:ext cx="845073" cy="122779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Pool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Process 62">
              <a:extLst>
                <a:ext uri="{FF2B5EF4-FFF2-40B4-BE49-F238E27FC236}">
                  <a16:creationId xmlns:a16="http://schemas.microsoft.com/office/drawing/2014/main" id="{DF84EE33-F0D7-428F-8F73-CD40A038B1A9}"/>
                </a:ext>
              </a:extLst>
            </p:cNvPr>
            <p:cNvSpPr/>
            <p:nvPr/>
          </p:nvSpPr>
          <p:spPr>
            <a:xfrm>
              <a:off x="2213606" y="2748393"/>
              <a:ext cx="702837" cy="276338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Cache</a:t>
              </a:r>
            </a:p>
          </p:txBody>
        </p:sp>
        <p:sp>
          <p:nvSpPr>
            <p:cNvPr id="64" name="Flowchart: Process 63">
              <a:extLst>
                <a:ext uri="{FF2B5EF4-FFF2-40B4-BE49-F238E27FC236}">
                  <a16:creationId xmlns:a16="http://schemas.microsoft.com/office/drawing/2014/main" id="{0AD0C8B9-6C46-41A6-B685-F04FBFD3BAE6}"/>
                </a:ext>
              </a:extLst>
            </p:cNvPr>
            <p:cNvSpPr/>
            <p:nvPr/>
          </p:nvSpPr>
          <p:spPr>
            <a:xfrm>
              <a:off x="2207915" y="3146240"/>
              <a:ext cx="702837" cy="279141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Library Cache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8D6C92F-1FEF-4CDE-85FE-F9F48DB5ABC5}"/>
                </a:ext>
              </a:extLst>
            </p:cNvPr>
            <p:cNvSpPr/>
            <p:nvPr/>
          </p:nvSpPr>
          <p:spPr>
            <a:xfrm>
              <a:off x="3143874" y="2712517"/>
              <a:ext cx="1160570" cy="7942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Redo Log Buffer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D617B43-12DF-479A-A830-418B738A433C}"/>
                </a:ext>
              </a:extLst>
            </p:cNvPr>
            <p:cNvSpPr/>
            <p:nvPr/>
          </p:nvSpPr>
          <p:spPr>
            <a:xfrm>
              <a:off x="4441220" y="2258574"/>
              <a:ext cx="845073" cy="12395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Buffer Cache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AFCCF50-DD05-4623-8602-C57693BF58E5}"/>
                </a:ext>
              </a:extLst>
            </p:cNvPr>
            <p:cNvSpPr/>
            <p:nvPr/>
          </p:nvSpPr>
          <p:spPr>
            <a:xfrm>
              <a:off x="4620855" y="4009874"/>
              <a:ext cx="794208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DBWR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90332CC-7CAD-4785-9463-10DF2131F397}"/>
                </a:ext>
              </a:extLst>
            </p:cNvPr>
            <p:cNvSpPr/>
            <p:nvPr/>
          </p:nvSpPr>
          <p:spPr>
            <a:xfrm>
              <a:off x="3049264" y="4026103"/>
              <a:ext cx="734240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RECO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485647F-ABE1-466B-86C4-C2933309845D}"/>
                </a:ext>
              </a:extLst>
            </p:cNvPr>
            <p:cNvSpPr/>
            <p:nvPr/>
          </p:nvSpPr>
          <p:spPr>
            <a:xfrm>
              <a:off x="3829905" y="4015152"/>
              <a:ext cx="751992" cy="302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MMON</a:t>
              </a:r>
            </a:p>
          </p:txBody>
        </p:sp>
        <p:sp>
          <p:nvSpPr>
            <p:cNvPr id="77" name="Flowchart: Magnetic Disk 76">
              <a:extLst>
                <a:ext uri="{FF2B5EF4-FFF2-40B4-BE49-F238E27FC236}">
                  <a16:creationId xmlns:a16="http://schemas.microsoft.com/office/drawing/2014/main" id="{FC212353-382F-43E1-838A-098D2EE9228E}"/>
                </a:ext>
              </a:extLst>
            </p:cNvPr>
            <p:cNvSpPr/>
            <p:nvPr/>
          </p:nvSpPr>
          <p:spPr>
            <a:xfrm>
              <a:off x="4051877" y="4884633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lowchart: Magnetic Disk 77">
              <a:extLst>
                <a:ext uri="{FF2B5EF4-FFF2-40B4-BE49-F238E27FC236}">
                  <a16:creationId xmlns:a16="http://schemas.microsoft.com/office/drawing/2014/main" id="{563ECE5E-E75C-4E69-BE2F-363FF29F1410}"/>
                </a:ext>
              </a:extLst>
            </p:cNvPr>
            <p:cNvSpPr/>
            <p:nvPr/>
          </p:nvSpPr>
          <p:spPr>
            <a:xfrm>
              <a:off x="4048567" y="5087392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lowchart: Magnetic Disk 78">
              <a:extLst>
                <a:ext uri="{FF2B5EF4-FFF2-40B4-BE49-F238E27FC236}">
                  <a16:creationId xmlns:a16="http://schemas.microsoft.com/office/drawing/2014/main" id="{8EE62120-5169-47C7-9968-8F03F8508AF2}"/>
                </a:ext>
              </a:extLst>
            </p:cNvPr>
            <p:cNvSpPr/>
            <p:nvPr/>
          </p:nvSpPr>
          <p:spPr>
            <a:xfrm>
              <a:off x="4052236" y="5292483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lowchart: Magnetic Disk 79">
              <a:extLst>
                <a:ext uri="{FF2B5EF4-FFF2-40B4-BE49-F238E27FC236}">
                  <a16:creationId xmlns:a16="http://schemas.microsoft.com/office/drawing/2014/main" id="{5DAC3EA0-905F-4FD3-AD96-7243E1BE4207}"/>
                </a:ext>
              </a:extLst>
            </p:cNvPr>
            <p:cNvSpPr/>
            <p:nvPr/>
          </p:nvSpPr>
          <p:spPr>
            <a:xfrm>
              <a:off x="4046246" y="5495242"/>
              <a:ext cx="650513" cy="546185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lowchart: Sequential Access Storage 80">
              <a:extLst>
                <a:ext uri="{FF2B5EF4-FFF2-40B4-BE49-F238E27FC236}">
                  <a16:creationId xmlns:a16="http://schemas.microsoft.com/office/drawing/2014/main" id="{ABE8A4AE-B00C-4332-AD7E-438A53AB4BA1}"/>
                </a:ext>
              </a:extLst>
            </p:cNvPr>
            <p:cNvSpPr/>
            <p:nvPr/>
          </p:nvSpPr>
          <p:spPr>
            <a:xfrm>
              <a:off x="488530" y="4317765"/>
              <a:ext cx="1019831" cy="558510"/>
            </a:xfrm>
            <a:prstGeom prst="flowChartMagneticTap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Archive Log Files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5CA6046-1E32-41F1-857C-22FC5533B2AC}"/>
                </a:ext>
              </a:extLst>
            </p:cNvPr>
            <p:cNvSpPr txBox="1"/>
            <p:nvPr/>
          </p:nvSpPr>
          <p:spPr>
            <a:xfrm>
              <a:off x="3902243" y="1596520"/>
              <a:ext cx="2274027" cy="27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*non multi-tenant, RAC or ASM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803F63B-F5D4-4994-BE6A-03CDD6C4D93A}"/>
                </a:ext>
              </a:extLst>
            </p:cNvPr>
            <p:cNvSpPr txBox="1"/>
            <p:nvPr/>
          </p:nvSpPr>
          <p:spPr>
            <a:xfrm>
              <a:off x="3749103" y="4645810"/>
              <a:ext cx="13722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Data files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8C16F4B6-714B-4CAB-A11E-1CB4DF6203A2}"/>
                </a:ext>
              </a:extLst>
            </p:cNvPr>
            <p:cNvCxnSpPr/>
            <p:nvPr/>
          </p:nvCxnSpPr>
          <p:spPr>
            <a:xfrm>
              <a:off x="1046767" y="2722605"/>
              <a:ext cx="0" cy="199679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1A8A40FD-3CFD-424E-8D23-6A663999A021}"/>
                </a:ext>
              </a:extLst>
            </p:cNvPr>
            <p:cNvCxnSpPr>
              <a:cxnSpLocks/>
            </p:cNvCxnSpPr>
            <p:nvPr/>
          </p:nvCxnSpPr>
          <p:spPr>
            <a:xfrm>
              <a:off x="1010815" y="3470135"/>
              <a:ext cx="841592" cy="685950"/>
            </a:xfrm>
            <a:prstGeom prst="bentConnector3">
              <a:avLst>
                <a:gd name="adj1" fmla="val 5375"/>
              </a:avLst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DEE2AD5-040C-4CC0-A4B5-E46A9A89D8E4}"/>
                </a:ext>
              </a:extLst>
            </p:cNvPr>
            <p:cNvSpPr/>
            <p:nvPr/>
          </p:nvSpPr>
          <p:spPr>
            <a:xfrm>
              <a:off x="433531" y="3384474"/>
              <a:ext cx="659038" cy="38559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PGA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726A9CA-5F42-48C8-A313-25F41DD092BC}"/>
                </a:ext>
              </a:extLst>
            </p:cNvPr>
            <p:cNvSpPr/>
            <p:nvPr/>
          </p:nvSpPr>
          <p:spPr>
            <a:xfrm>
              <a:off x="3198206" y="4751853"/>
              <a:ext cx="696686" cy="464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Control file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BB5DDFC-BB6A-4A04-AB8E-303BD6C6F84A}"/>
                </a:ext>
              </a:extLst>
            </p:cNvPr>
            <p:cNvSpPr/>
            <p:nvPr/>
          </p:nvSpPr>
          <p:spPr>
            <a:xfrm>
              <a:off x="3194827" y="5167226"/>
              <a:ext cx="696686" cy="464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Control file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B4110C2-7587-46AA-A346-BDB1A4305C74}"/>
                </a:ext>
              </a:extLst>
            </p:cNvPr>
            <p:cNvSpPr/>
            <p:nvPr/>
          </p:nvSpPr>
          <p:spPr>
            <a:xfrm>
              <a:off x="3192942" y="5581330"/>
              <a:ext cx="696686" cy="464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Control file</a:t>
              </a:r>
            </a:p>
          </p:txBody>
        </p:sp>
        <p:sp>
          <p:nvSpPr>
            <p:cNvPr id="48" name="Flowchart: Punched Tape 47">
              <a:extLst>
                <a:ext uri="{FF2B5EF4-FFF2-40B4-BE49-F238E27FC236}">
                  <a16:creationId xmlns:a16="http://schemas.microsoft.com/office/drawing/2014/main" id="{AA346715-8018-49DE-B0A5-A7672156E28B}"/>
                </a:ext>
              </a:extLst>
            </p:cNvPr>
            <p:cNvSpPr/>
            <p:nvPr/>
          </p:nvSpPr>
          <p:spPr>
            <a:xfrm>
              <a:off x="1952962" y="4797441"/>
              <a:ext cx="748953" cy="558510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88" name="Flowchart: Punched Tape 87">
              <a:extLst>
                <a:ext uri="{FF2B5EF4-FFF2-40B4-BE49-F238E27FC236}">
                  <a16:creationId xmlns:a16="http://schemas.microsoft.com/office/drawing/2014/main" id="{7BE8E341-3A5F-47E2-927B-4870286FD584}"/>
                </a:ext>
              </a:extLst>
            </p:cNvPr>
            <p:cNvSpPr/>
            <p:nvPr/>
          </p:nvSpPr>
          <p:spPr>
            <a:xfrm>
              <a:off x="2170142" y="5153514"/>
              <a:ext cx="748953" cy="558510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89" name="Flowchart: Punched Tape 88">
              <a:extLst>
                <a:ext uri="{FF2B5EF4-FFF2-40B4-BE49-F238E27FC236}">
                  <a16:creationId xmlns:a16="http://schemas.microsoft.com/office/drawing/2014/main" id="{74AF0D4C-6C60-43E1-8488-20237EA6A1C0}"/>
                </a:ext>
              </a:extLst>
            </p:cNvPr>
            <p:cNvSpPr/>
            <p:nvPr/>
          </p:nvSpPr>
          <p:spPr>
            <a:xfrm>
              <a:off x="2304565" y="5526877"/>
              <a:ext cx="748953" cy="558510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E37BFE6-779C-4C8F-A7FC-A6CD4269E73D}"/>
                </a:ext>
              </a:extLst>
            </p:cNvPr>
            <p:cNvSpPr/>
            <p:nvPr/>
          </p:nvSpPr>
          <p:spPr>
            <a:xfrm>
              <a:off x="2321760" y="4384088"/>
              <a:ext cx="2120855" cy="152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Other DB Processes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AD34921-6C0C-46A9-A53E-4FFD6673FF13}"/>
                </a:ext>
              </a:extLst>
            </p:cNvPr>
            <p:cNvSpPr/>
            <p:nvPr/>
          </p:nvSpPr>
          <p:spPr>
            <a:xfrm>
              <a:off x="4945112" y="4867651"/>
              <a:ext cx="722168" cy="464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SP, (Param) file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B0FC7A8-52DD-42AA-AF09-7BA35FFB9C49}"/>
                </a:ext>
              </a:extLst>
            </p:cNvPr>
            <p:cNvSpPr/>
            <p:nvPr/>
          </p:nvSpPr>
          <p:spPr>
            <a:xfrm>
              <a:off x="4933763" y="5534375"/>
              <a:ext cx="737694" cy="464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Password file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D0C6481-81F6-401D-BAD8-E4E6044145A0}"/>
                </a:ext>
              </a:extLst>
            </p:cNvPr>
            <p:cNvCxnSpPr>
              <a:cxnSpLocks/>
            </p:cNvCxnSpPr>
            <p:nvPr/>
          </p:nvCxnSpPr>
          <p:spPr>
            <a:xfrm>
              <a:off x="2118816" y="4398249"/>
              <a:ext cx="0" cy="313785"/>
            </a:xfrm>
            <a:prstGeom prst="straightConnector1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92264E5-BDED-4011-BED9-13100766180D}"/>
                </a:ext>
              </a:extLst>
            </p:cNvPr>
            <p:cNvCxnSpPr>
              <a:cxnSpLocks/>
            </p:cNvCxnSpPr>
            <p:nvPr/>
          </p:nvCxnSpPr>
          <p:spPr>
            <a:xfrm>
              <a:off x="4683514" y="4390796"/>
              <a:ext cx="4387" cy="328594"/>
            </a:xfrm>
            <a:prstGeom prst="straightConnector1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5E47D0A-ED4B-40B1-9868-C1B6661ADD3F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flipH="1" flipV="1">
              <a:off x="1508229" y="4841230"/>
              <a:ext cx="444733" cy="235466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234F2ABD-8CE7-48D4-8D5A-409C71E7FF5E}"/>
                </a:ext>
              </a:extLst>
            </p:cNvPr>
            <p:cNvSpPr/>
            <p:nvPr/>
          </p:nvSpPr>
          <p:spPr>
            <a:xfrm>
              <a:off x="6148003" y="1601733"/>
              <a:ext cx="5780972" cy="4768381"/>
            </a:xfrm>
            <a:prstGeom prst="flowChartProcess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81F00C-CDD6-4681-990E-6B5F266F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10" y="376894"/>
            <a:ext cx="10515600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Oracle Compared to SQL Server, (Database Level)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7D1261-3705-4422-8A01-226685D15B20}"/>
              </a:ext>
            </a:extLst>
          </p:cNvPr>
          <p:cNvSpPr txBox="1"/>
          <p:nvPr/>
        </p:nvSpPr>
        <p:spPr>
          <a:xfrm>
            <a:off x="9828905" y="1393676"/>
            <a:ext cx="2274027" cy="274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*non MSFC, AG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56486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464"/>
    </mc:Choice>
    <mc:Fallback xmlns="">
      <p:transition spd="slow" advTm="29346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C02EEE-587F-A85E-328D-64E3D39DF5D3}"/>
              </a:ext>
            </a:extLst>
          </p:cNvPr>
          <p:cNvSpPr/>
          <p:nvPr/>
        </p:nvSpPr>
        <p:spPr>
          <a:xfrm>
            <a:off x="1161288" y="1078992"/>
            <a:ext cx="9473184" cy="4946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Oracle Instance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01DCA-BCA3-DE82-ECDF-34F1DC755175}"/>
              </a:ext>
            </a:extLst>
          </p:cNvPr>
          <p:cNvSpPr/>
          <p:nvPr/>
        </p:nvSpPr>
        <p:spPr>
          <a:xfrm>
            <a:off x="1557528" y="1783080"/>
            <a:ext cx="8674608" cy="390448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 Global Area (SGA)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6E633-5807-5874-2867-4AD9A3A01D1A}"/>
              </a:ext>
            </a:extLst>
          </p:cNvPr>
          <p:cNvSpPr/>
          <p:nvPr/>
        </p:nvSpPr>
        <p:spPr>
          <a:xfrm>
            <a:off x="1959864" y="2395728"/>
            <a:ext cx="7851648" cy="2862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Buffer Cache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D9DAA-8C2B-551A-BC9F-3C2A52E37EE7}"/>
              </a:ext>
            </a:extLst>
          </p:cNvPr>
          <p:cNvSpPr/>
          <p:nvPr/>
        </p:nvSpPr>
        <p:spPr>
          <a:xfrm>
            <a:off x="2249424" y="2706624"/>
            <a:ext cx="1682496" cy="4937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Default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C87CD-4F40-E5CC-B8EA-AF69AFBCD2CB}"/>
              </a:ext>
            </a:extLst>
          </p:cNvPr>
          <p:cNvSpPr/>
          <p:nvPr/>
        </p:nvSpPr>
        <p:spPr>
          <a:xfrm>
            <a:off x="2249424" y="3843528"/>
            <a:ext cx="1682496" cy="493776"/>
          </a:xfrm>
          <a:prstGeom prst="rect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D76D3-4FD1-D981-A5A6-D8D0CED8D2AF}"/>
              </a:ext>
            </a:extLst>
          </p:cNvPr>
          <p:cNvSpPr/>
          <p:nvPr/>
        </p:nvSpPr>
        <p:spPr>
          <a:xfrm>
            <a:off x="2249424" y="3275076"/>
            <a:ext cx="1682496" cy="493776"/>
          </a:xfrm>
          <a:prstGeom prst="rect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B9275-0B0C-FD0C-62EE-316CF1122FBC}"/>
              </a:ext>
            </a:extLst>
          </p:cNvPr>
          <p:cNvSpPr/>
          <p:nvPr/>
        </p:nvSpPr>
        <p:spPr>
          <a:xfrm>
            <a:off x="4261104" y="2953512"/>
            <a:ext cx="2350008" cy="1383792"/>
          </a:xfrm>
          <a:prstGeom prst="rect">
            <a:avLst/>
          </a:prstGeom>
          <a:ln w="38100"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Non-Default Pools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331E51-8395-FDD7-485F-856EBCE2C1F5}"/>
              </a:ext>
            </a:extLst>
          </p:cNvPr>
          <p:cNvSpPr/>
          <p:nvPr/>
        </p:nvSpPr>
        <p:spPr>
          <a:xfrm>
            <a:off x="6839712" y="2706624"/>
            <a:ext cx="2761488" cy="10622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Least Recently Used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(LRU) List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C9378-8F5E-8A2B-D074-73BA32A37D61}"/>
              </a:ext>
            </a:extLst>
          </p:cNvPr>
          <p:cNvSpPr/>
          <p:nvPr/>
        </p:nvSpPr>
        <p:spPr>
          <a:xfrm>
            <a:off x="6839712" y="3921252"/>
            <a:ext cx="2761488" cy="10622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Checkpoint Queue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9E9892-8087-21E1-2F83-6EF4CCEBA36D}"/>
              </a:ext>
            </a:extLst>
          </p:cNvPr>
          <p:cNvSpPr/>
          <p:nvPr/>
        </p:nvSpPr>
        <p:spPr>
          <a:xfrm>
            <a:off x="2249424" y="4472940"/>
            <a:ext cx="4361688" cy="5684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Flash Buffer Area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92C02E-C352-537E-6F9E-64D3D2805800}"/>
              </a:ext>
            </a:extLst>
          </p:cNvPr>
          <p:cNvCxnSpPr/>
          <p:nvPr/>
        </p:nvCxnSpPr>
        <p:spPr>
          <a:xfrm>
            <a:off x="7196328" y="3544824"/>
            <a:ext cx="20482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0595E-1219-E21A-8037-5FA0AC252309}"/>
              </a:ext>
            </a:extLst>
          </p:cNvPr>
          <p:cNvCxnSpPr>
            <a:cxnSpLocks/>
          </p:cNvCxnSpPr>
          <p:nvPr/>
        </p:nvCxnSpPr>
        <p:spPr>
          <a:xfrm flipH="1">
            <a:off x="7278624" y="4754880"/>
            <a:ext cx="1965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0F4654-738D-E533-2D09-FAC9C7C31463}"/>
              </a:ext>
            </a:extLst>
          </p:cNvPr>
          <p:cNvSpPr txBox="1"/>
          <p:nvPr/>
        </p:nvSpPr>
        <p:spPr>
          <a:xfrm>
            <a:off x="7824946" y="4517136"/>
            <a:ext cx="873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EDB5F-2AC2-07D9-2A4B-3E843599D94D}"/>
              </a:ext>
            </a:extLst>
          </p:cNvPr>
          <p:cNvSpPr txBox="1"/>
          <p:nvPr/>
        </p:nvSpPr>
        <p:spPr>
          <a:xfrm>
            <a:off x="6967728" y="3515082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436FAA-319D-0BFE-D3E8-46F385623933}"/>
              </a:ext>
            </a:extLst>
          </p:cNvPr>
          <p:cNvSpPr txBox="1"/>
          <p:nvPr/>
        </p:nvSpPr>
        <p:spPr>
          <a:xfrm>
            <a:off x="8847679" y="3525381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2F2EDE-1362-7493-9051-3F68851BBC41}"/>
              </a:ext>
            </a:extLst>
          </p:cNvPr>
          <p:cNvSpPr/>
          <p:nvPr/>
        </p:nvSpPr>
        <p:spPr>
          <a:xfrm>
            <a:off x="1167235" y="46041"/>
            <a:ext cx="66754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Memory: Oracle SGA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9C1B55-62D4-2629-442C-DC79330399F0}"/>
              </a:ext>
            </a:extLst>
          </p:cNvPr>
          <p:cNvSpPr/>
          <p:nvPr/>
        </p:nvSpPr>
        <p:spPr>
          <a:xfrm>
            <a:off x="4507992" y="3630168"/>
            <a:ext cx="702564" cy="264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6CA439-821A-4108-EC4B-8D706B6BD9F0}"/>
              </a:ext>
            </a:extLst>
          </p:cNvPr>
          <p:cNvSpPr/>
          <p:nvPr/>
        </p:nvSpPr>
        <p:spPr>
          <a:xfrm>
            <a:off x="5463540" y="3964478"/>
            <a:ext cx="705144" cy="264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16 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74A407-5122-450B-937F-F007CEBA4630}"/>
              </a:ext>
            </a:extLst>
          </p:cNvPr>
          <p:cNvSpPr/>
          <p:nvPr/>
        </p:nvSpPr>
        <p:spPr>
          <a:xfrm>
            <a:off x="4504944" y="3964478"/>
            <a:ext cx="702564" cy="264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32 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25F55-58CD-E652-C63D-0A7F94FC5340}"/>
              </a:ext>
            </a:extLst>
          </p:cNvPr>
          <p:cNvSpPr/>
          <p:nvPr/>
        </p:nvSpPr>
        <p:spPr>
          <a:xfrm>
            <a:off x="5469636" y="3630169"/>
            <a:ext cx="694944" cy="264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 K</a:t>
            </a:r>
          </a:p>
        </p:txBody>
      </p:sp>
    </p:spTree>
    <p:extLst>
      <p:ext uri="{BB962C8B-B14F-4D97-AF65-F5344CB8AC3E}">
        <p14:creationId xmlns:p14="http://schemas.microsoft.com/office/powerpoint/2010/main" val="210831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589"/>
    </mc:Choice>
    <mc:Fallback xmlns="">
      <p:transition spd="slow" advTm="9858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A5A45E1-77BF-6108-658C-8CA5C665AF78}"/>
              </a:ext>
            </a:extLst>
          </p:cNvPr>
          <p:cNvGrpSpPr/>
          <p:nvPr/>
        </p:nvGrpSpPr>
        <p:grpSpPr>
          <a:xfrm>
            <a:off x="618066" y="1109133"/>
            <a:ext cx="5672670" cy="5029200"/>
            <a:chOff x="1642533" y="1244600"/>
            <a:chExt cx="5672670" cy="5029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50E1460-D2D1-B38A-D89E-CB91F3A561AB}"/>
                </a:ext>
              </a:extLst>
            </p:cNvPr>
            <p:cNvSpPr/>
            <p:nvPr/>
          </p:nvSpPr>
          <p:spPr>
            <a:xfrm>
              <a:off x="1642533" y="1244600"/>
              <a:ext cx="5012267" cy="5029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PGA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07AD0C-2954-E4AB-4620-A3CBD5B7F6AC}"/>
                </a:ext>
              </a:extLst>
            </p:cNvPr>
            <p:cNvSpPr/>
            <p:nvPr/>
          </p:nvSpPr>
          <p:spPr>
            <a:xfrm>
              <a:off x="5156200" y="4637617"/>
              <a:ext cx="2032000" cy="110913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193B19-4342-6FEE-5FAA-84EDBD0C9147}"/>
                </a:ext>
              </a:extLst>
            </p:cNvPr>
            <p:cNvSpPr/>
            <p:nvPr/>
          </p:nvSpPr>
          <p:spPr>
            <a:xfrm>
              <a:off x="5156200" y="3340099"/>
              <a:ext cx="2032000" cy="110913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5CA18-4C98-A130-B3C0-9957732EC998}"/>
                </a:ext>
              </a:extLst>
            </p:cNvPr>
            <p:cNvSpPr/>
            <p:nvPr/>
          </p:nvSpPr>
          <p:spPr>
            <a:xfrm>
              <a:off x="5156200" y="1938866"/>
              <a:ext cx="2032000" cy="110913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6699C27-BED8-BDCF-84AA-BCD4BACB1E63}"/>
                </a:ext>
              </a:extLst>
            </p:cNvPr>
            <p:cNvSpPr/>
            <p:nvPr/>
          </p:nvSpPr>
          <p:spPr>
            <a:xfrm>
              <a:off x="1981200" y="2091267"/>
              <a:ext cx="4275667" cy="83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BF47281-DA8D-278E-6588-39DBD6D1CA28}"/>
                </a:ext>
              </a:extLst>
            </p:cNvPr>
            <p:cNvSpPr/>
            <p:nvPr/>
          </p:nvSpPr>
          <p:spPr>
            <a:xfrm>
              <a:off x="1981198" y="3429000"/>
              <a:ext cx="4275667" cy="83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875681-4E87-3C71-660C-421B43293EC8}"/>
                </a:ext>
              </a:extLst>
            </p:cNvPr>
            <p:cNvSpPr/>
            <p:nvPr/>
          </p:nvSpPr>
          <p:spPr>
            <a:xfrm>
              <a:off x="1981199" y="4773084"/>
              <a:ext cx="4275667" cy="83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E95856-513B-BCCD-3BAD-3B079D903D6C}"/>
                </a:ext>
              </a:extLst>
            </p:cNvPr>
            <p:cNvSpPr/>
            <p:nvPr/>
          </p:nvSpPr>
          <p:spPr>
            <a:xfrm>
              <a:off x="1998132" y="2112433"/>
              <a:ext cx="3589869" cy="4572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SQL Work Area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5D8710-1FF3-02B4-FAEB-D0C7C84A386F}"/>
                </a:ext>
              </a:extLst>
            </p:cNvPr>
            <p:cNvSpPr/>
            <p:nvPr/>
          </p:nvSpPr>
          <p:spPr>
            <a:xfrm>
              <a:off x="2006598" y="3441698"/>
              <a:ext cx="3589869" cy="4572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SQL Work Area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834064-FBBE-8C13-73EB-AB26215EC122}"/>
                </a:ext>
              </a:extLst>
            </p:cNvPr>
            <p:cNvSpPr/>
            <p:nvPr/>
          </p:nvSpPr>
          <p:spPr>
            <a:xfrm>
              <a:off x="1998132" y="4830233"/>
              <a:ext cx="3589869" cy="4572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SQL Work Area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807A53-CDA4-443D-0091-16E30B8A0C11}"/>
                </a:ext>
              </a:extLst>
            </p:cNvPr>
            <p:cNvSpPr/>
            <p:nvPr/>
          </p:nvSpPr>
          <p:spPr>
            <a:xfrm>
              <a:off x="4275667" y="2633133"/>
              <a:ext cx="1667933" cy="201082"/>
            </a:xfrm>
            <a:prstGeom prst="rect">
              <a:avLst/>
            </a:prstGeom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Private SQL Area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2C6FB3-E565-6799-1C01-646B9BB5270C}"/>
                </a:ext>
              </a:extLst>
            </p:cNvPr>
            <p:cNvSpPr/>
            <p:nvPr/>
          </p:nvSpPr>
          <p:spPr>
            <a:xfrm>
              <a:off x="4220634" y="5353048"/>
              <a:ext cx="1667933" cy="201082"/>
            </a:xfrm>
            <a:prstGeom prst="rect">
              <a:avLst/>
            </a:prstGeom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Private SQL Area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7F7EBA-B257-0ECE-C9E9-C14667708D7D}"/>
                </a:ext>
              </a:extLst>
            </p:cNvPr>
            <p:cNvSpPr/>
            <p:nvPr/>
          </p:nvSpPr>
          <p:spPr>
            <a:xfrm>
              <a:off x="4275667" y="3994148"/>
              <a:ext cx="1667933" cy="201082"/>
            </a:xfrm>
            <a:prstGeom prst="rect">
              <a:avLst/>
            </a:prstGeom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Private SQL Area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E1D739-CDC4-54C7-766B-045EFD8EF34B}"/>
                </a:ext>
              </a:extLst>
            </p:cNvPr>
            <p:cNvSpPr txBox="1"/>
            <p:nvPr/>
          </p:nvSpPr>
          <p:spPr>
            <a:xfrm>
              <a:off x="2489200" y="2579587"/>
              <a:ext cx="195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Session Memory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85E4EF-600A-BAC8-89C9-1BA6387740BA}"/>
                </a:ext>
              </a:extLst>
            </p:cNvPr>
            <p:cNvSpPr txBox="1"/>
            <p:nvPr/>
          </p:nvSpPr>
          <p:spPr>
            <a:xfrm>
              <a:off x="2311400" y="5310859"/>
              <a:ext cx="195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Session Memory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2D25EB-C3E4-7DB7-E726-493A540B18E9}"/>
                </a:ext>
              </a:extLst>
            </p:cNvPr>
            <p:cNvSpPr txBox="1"/>
            <p:nvPr/>
          </p:nvSpPr>
          <p:spPr>
            <a:xfrm>
              <a:off x="2366434" y="3953158"/>
              <a:ext cx="195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Session Memory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7CB790-72A0-5C5A-4949-9C45509B4FE7}"/>
                </a:ext>
              </a:extLst>
            </p:cNvPr>
            <p:cNvSpPr txBox="1"/>
            <p:nvPr/>
          </p:nvSpPr>
          <p:spPr>
            <a:xfrm>
              <a:off x="6307670" y="2248757"/>
              <a:ext cx="10075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Process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05A8A0-6023-F0CA-FB29-C27FD6A327E1}"/>
                </a:ext>
              </a:extLst>
            </p:cNvPr>
            <p:cNvSpPr txBox="1"/>
            <p:nvPr/>
          </p:nvSpPr>
          <p:spPr>
            <a:xfrm>
              <a:off x="6290740" y="4930573"/>
              <a:ext cx="10075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Process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1FC447-7E5B-508C-5CF3-E5F0024B6FCF}"/>
                </a:ext>
              </a:extLst>
            </p:cNvPr>
            <p:cNvSpPr txBox="1"/>
            <p:nvPr/>
          </p:nvSpPr>
          <p:spPr>
            <a:xfrm>
              <a:off x="6290740" y="3666065"/>
              <a:ext cx="10075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Server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Process</a:t>
              </a:r>
            </a:p>
          </p:txBody>
        </p:sp>
      </p:grp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03280E3-3BBD-9620-0551-96318246E5D0}"/>
              </a:ext>
            </a:extLst>
          </p:cNvPr>
          <p:cNvSpPr/>
          <p:nvPr/>
        </p:nvSpPr>
        <p:spPr>
          <a:xfrm rot="14752246">
            <a:off x="5184688" y="3692578"/>
            <a:ext cx="1395022" cy="1619144"/>
          </a:xfrm>
          <a:prstGeom prst="triangl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7EBEB25-F751-D0AD-5CD2-70313B8AC305}"/>
              </a:ext>
            </a:extLst>
          </p:cNvPr>
          <p:cNvGrpSpPr/>
          <p:nvPr/>
        </p:nvGrpSpPr>
        <p:grpSpPr>
          <a:xfrm>
            <a:off x="6356822" y="3572935"/>
            <a:ext cx="5486400" cy="1222171"/>
            <a:chOff x="6705600" y="2636510"/>
            <a:chExt cx="5486400" cy="122217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97CF3C-8F1B-E29B-D317-A8FF68547183}"/>
                </a:ext>
              </a:extLst>
            </p:cNvPr>
            <p:cNvSpPr/>
            <p:nvPr/>
          </p:nvSpPr>
          <p:spPr>
            <a:xfrm>
              <a:off x="6705600" y="2636510"/>
              <a:ext cx="5139267" cy="1222171"/>
            </a:xfrm>
            <a:prstGeom prst="rect">
              <a:avLst/>
            </a:prstGeom>
            <a:ln w="762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EF3D2D5-442B-7074-0F5F-3267FE2625CF}"/>
                </a:ext>
              </a:extLst>
            </p:cNvPr>
            <p:cNvSpPr/>
            <p:nvPr/>
          </p:nvSpPr>
          <p:spPr>
            <a:xfrm>
              <a:off x="6769100" y="2702784"/>
              <a:ext cx="5075767" cy="571699"/>
            </a:xfrm>
            <a:prstGeom prst="rect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3FDF082-BA37-3258-049B-90B50655578D}"/>
                </a:ext>
              </a:extLst>
            </p:cNvPr>
            <p:cNvSpPr txBox="1"/>
            <p:nvPr/>
          </p:nvSpPr>
          <p:spPr>
            <a:xfrm>
              <a:off x="6959602" y="2794000"/>
              <a:ext cx="1095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Sort Area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84DD23A-2837-942B-8348-E6737BE69C56}"/>
                </a:ext>
              </a:extLst>
            </p:cNvPr>
            <p:cNvCxnSpPr/>
            <p:nvPr/>
          </p:nvCxnSpPr>
          <p:spPr>
            <a:xfrm>
              <a:off x="8136467" y="2636510"/>
              <a:ext cx="0" cy="6570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0028F3-99E9-6637-6A15-19406126D071}"/>
                </a:ext>
              </a:extLst>
            </p:cNvPr>
            <p:cNvCxnSpPr/>
            <p:nvPr/>
          </p:nvCxnSpPr>
          <p:spPr>
            <a:xfrm>
              <a:off x="9897534" y="2653343"/>
              <a:ext cx="0" cy="6570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CE60F7-A3D8-C255-17AD-4069FDC160F2}"/>
                </a:ext>
              </a:extLst>
            </p:cNvPr>
            <p:cNvSpPr txBox="1"/>
            <p:nvPr/>
          </p:nvSpPr>
          <p:spPr>
            <a:xfrm>
              <a:off x="8321537" y="2803967"/>
              <a:ext cx="1413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Hash Area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CD917CB-DBB5-73FA-6A43-FE3AEEB28A28}"/>
                </a:ext>
              </a:extLst>
            </p:cNvPr>
            <p:cNvSpPr txBox="1"/>
            <p:nvPr/>
          </p:nvSpPr>
          <p:spPr>
            <a:xfrm>
              <a:off x="10024534" y="2698748"/>
              <a:ext cx="21674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Bitmap Merge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Area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60F6D8-D94B-B5EE-A5FA-FC03B7747F16}"/>
                </a:ext>
              </a:extLst>
            </p:cNvPr>
            <p:cNvSpPr/>
            <p:nvPr/>
          </p:nvSpPr>
          <p:spPr>
            <a:xfrm>
              <a:off x="8754533" y="3345079"/>
              <a:ext cx="2700864" cy="40628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56DF15-6D3F-7A6F-AE0E-E8BCE5D132C6}"/>
                </a:ext>
              </a:extLst>
            </p:cNvPr>
            <p:cNvSpPr txBox="1"/>
            <p:nvPr/>
          </p:nvSpPr>
          <p:spPr>
            <a:xfrm>
              <a:off x="8834967" y="3340757"/>
              <a:ext cx="88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Persistent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Area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222F657-5D5A-9676-B19A-FDC7FDDB81CB}"/>
                </a:ext>
              </a:extLst>
            </p:cNvPr>
            <p:cNvSpPr txBox="1"/>
            <p:nvPr/>
          </p:nvSpPr>
          <p:spPr>
            <a:xfrm>
              <a:off x="10130367" y="3312867"/>
              <a:ext cx="88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Runtime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Area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AD9307-E4AF-2E5D-2FA4-EE379873B04E}"/>
                </a:ext>
              </a:extLst>
            </p:cNvPr>
            <p:cNvSpPr txBox="1"/>
            <p:nvPr/>
          </p:nvSpPr>
          <p:spPr>
            <a:xfrm>
              <a:off x="6921500" y="3458333"/>
              <a:ext cx="2582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Session Memory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54213990-74AB-3F4A-5B2F-3937A688CE59}"/>
              </a:ext>
            </a:extLst>
          </p:cNvPr>
          <p:cNvSpPr/>
          <p:nvPr/>
        </p:nvSpPr>
        <p:spPr>
          <a:xfrm>
            <a:off x="476613" y="90551"/>
            <a:ext cx="668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Memory: Oracle PGA</a:t>
            </a:r>
          </a:p>
        </p:txBody>
      </p:sp>
    </p:spTree>
    <p:extLst>
      <p:ext uri="{BB962C8B-B14F-4D97-AF65-F5344CB8AC3E}">
        <p14:creationId xmlns:p14="http://schemas.microsoft.com/office/powerpoint/2010/main" val="300342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101"/>
    </mc:Choice>
    <mc:Fallback xmlns="">
      <p:transition spd="slow" advTm="8810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B2DE-6EB7-C4EA-808C-75129CA1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100203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Oracle Processes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AA657D-EF20-E43C-6478-B2963883A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411934"/>
              </p:ext>
            </p:extLst>
          </p:nvPr>
        </p:nvGraphicFramePr>
        <p:xfrm>
          <a:off x="584200" y="1825625"/>
          <a:ext cx="10509624" cy="4138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30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459"/>
    </mc:Choice>
    <mc:Fallback xmlns="">
      <p:transition spd="slow" advTm="6845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A341-9082-F88C-3B6C-A940A25D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Oracle Instance?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BFC3-D0F1-E180-072C-47AFF6208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Background processes and memory allocation</a:t>
            </a:r>
          </a:p>
          <a:p>
            <a:r>
              <a:rPr lang="en-US" dirty="0"/>
              <a:t>From </a:t>
            </a:r>
            <a:r>
              <a:rPr lang="en-US" dirty="0" err="1"/>
              <a:t>SQLPlus</a:t>
            </a:r>
            <a:r>
              <a:rPr lang="en-US" dirty="0"/>
              <a:t>, </a:t>
            </a:r>
            <a:r>
              <a:rPr lang="en-US" dirty="0" err="1"/>
              <a:t>SQLcl</a:t>
            </a:r>
            <a:r>
              <a:rPr lang="en-US" dirty="0"/>
              <a:t> or other utility-  </a:t>
            </a:r>
          </a:p>
          <a:p>
            <a:pPr marL="0" indent="0">
              <a:buNone/>
            </a:pPr>
            <a:r>
              <a:rPr lang="en-US" dirty="0" err="1">
                <a:highlight>
                  <a:srgbClr val="E6E6E6"/>
                </a:highlight>
              </a:rPr>
              <a:t>export|set</a:t>
            </a:r>
            <a:r>
              <a:rPr lang="en-US" dirty="0">
                <a:highlight>
                  <a:srgbClr val="E6E6E6"/>
                </a:highlight>
              </a:rPr>
              <a:t> ORACLE_SID=ORCL, ORACLE_HOME, ORACLE_BASE</a:t>
            </a:r>
          </a:p>
          <a:p>
            <a:pPr marL="0" indent="0">
              <a:buNone/>
            </a:pP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&gt;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sqlplus</a:t>
            </a: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 / as 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sysdba</a:t>
            </a:r>
            <a:endParaRPr lang="en-US" dirty="0">
              <a:highlight>
                <a:srgbClr val="E6E6E6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Staged opening of an Oracle Database:</a:t>
            </a:r>
          </a:p>
          <a:p>
            <a:pPr marL="0" indent="0">
              <a:buNone/>
            </a:pP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&gt;startup 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nomount|mount|open</a:t>
            </a:r>
            <a:endParaRPr lang="en-US" dirty="0">
              <a:highlight>
                <a:srgbClr val="E6E6E6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79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F016-5D2B-0DE9-086C-25647D5A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the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0A38F-9603-FD8D-5171-5500BB49F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35" y="1442125"/>
            <a:ext cx="2627086" cy="427718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NoMount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7564B-AB14-1D4A-FA54-A54AA967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5" y="2042047"/>
            <a:ext cx="3683189" cy="307355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D731E6-EA65-68DD-8F82-2DA3CA2BB49C}"/>
              </a:ext>
            </a:extLst>
          </p:cNvPr>
          <p:cNvSpPr txBox="1">
            <a:spLocks/>
          </p:cNvSpPr>
          <p:nvPr/>
        </p:nvSpPr>
        <p:spPr bwMode="auto">
          <a:xfrm>
            <a:off x="4387535" y="1476829"/>
            <a:ext cx="2627086" cy="427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Mount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66C0B0-48BE-1010-E2AC-19F8CE8D6A0E}"/>
              </a:ext>
            </a:extLst>
          </p:cNvPr>
          <p:cNvSpPr txBox="1">
            <a:spLocks/>
          </p:cNvSpPr>
          <p:nvPr/>
        </p:nvSpPr>
        <p:spPr bwMode="auto">
          <a:xfrm>
            <a:off x="8162874" y="1442125"/>
            <a:ext cx="2627086" cy="427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A32F9-B2BE-EBDC-1425-9F0A1AF72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54" y="2042047"/>
            <a:ext cx="3683189" cy="3073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A1473-3AA8-1053-0978-240B780B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874" y="2042047"/>
            <a:ext cx="3683189" cy="30735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9F0DD8-D071-35AE-FCD0-ACBC8E73367E}"/>
              </a:ext>
            </a:extLst>
          </p:cNvPr>
          <p:cNvSpPr/>
          <p:nvPr/>
        </p:nvSpPr>
        <p:spPr>
          <a:xfrm>
            <a:off x="513709" y="2364892"/>
            <a:ext cx="3411020" cy="160277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D56FD-1FA4-53AA-31F3-45FF0BA87A4A}"/>
              </a:ext>
            </a:extLst>
          </p:cNvPr>
          <p:cNvSpPr/>
          <p:nvPr/>
        </p:nvSpPr>
        <p:spPr>
          <a:xfrm>
            <a:off x="4387535" y="3967663"/>
            <a:ext cx="3369454" cy="114794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BE68F-8F18-AD92-16DA-782BC4BFAE45}"/>
              </a:ext>
            </a:extLst>
          </p:cNvPr>
          <p:cNvSpPr/>
          <p:nvPr/>
        </p:nvSpPr>
        <p:spPr>
          <a:xfrm>
            <a:off x="8319741" y="2364894"/>
            <a:ext cx="3369454" cy="2750709"/>
          </a:xfrm>
          <a:prstGeom prst="rect">
            <a:avLst/>
          </a:prstGeom>
          <a:solidFill>
            <a:srgbClr val="00B050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18600E-6D3E-DD73-2487-9F20EF635157}"/>
              </a:ext>
            </a:extLst>
          </p:cNvPr>
          <p:cNvSpPr/>
          <p:nvPr/>
        </p:nvSpPr>
        <p:spPr>
          <a:xfrm>
            <a:off x="2228629" y="3967663"/>
            <a:ext cx="452064" cy="1124230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B82361-470A-EB86-6D3E-38AB318FAE91}"/>
              </a:ext>
            </a:extLst>
          </p:cNvPr>
          <p:cNvSpPr/>
          <p:nvPr/>
        </p:nvSpPr>
        <p:spPr>
          <a:xfrm>
            <a:off x="4395613" y="2364893"/>
            <a:ext cx="3369454" cy="1602770"/>
          </a:xfrm>
          <a:prstGeom prst="rect">
            <a:avLst/>
          </a:prstGeom>
          <a:solidFill>
            <a:srgbClr val="FFFF00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49510-0A6E-8310-43C3-4BF80F46905A}"/>
              </a:ext>
            </a:extLst>
          </p:cNvPr>
          <p:cNvSpPr txBox="1"/>
          <p:nvPr/>
        </p:nvSpPr>
        <p:spPr>
          <a:xfrm>
            <a:off x="450371" y="5287809"/>
            <a:ext cx="3556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>
                <a:latin typeface="Roboto" panose="02000000000000000000" pitchFamily="2" charset="0"/>
                <a:ea typeface="Roboto" panose="02000000000000000000" pitchFamily="2" charset="0"/>
              </a:rPr>
              <a:t>Memory and processes open, control files and parameters initialized.</a:t>
            </a:r>
            <a:endParaRPr lang="en-US" b="0" i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1A6A7E-BBCC-00FB-5DCC-19D7DB507E5D}"/>
              </a:ext>
            </a:extLst>
          </p:cNvPr>
          <p:cNvSpPr txBox="1"/>
          <p:nvPr/>
        </p:nvSpPr>
        <p:spPr>
          <a:xfrm>
            <a:off x="8385193" y="5287809"/>
            <a:ext cx="3556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latin typeface="Roboto" panose="02000000000000000000" pitchFamily="2" charset="0"/>
                <a:ea typeface="Roboto" panose="02000000000000000000" pitchFamily="2" charset="0"/>
              </a:rPr>
              <a:t>The database is not open after performing all previous steps.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4D2B6F-78FE-A35D-B8DF-9CA49C674614}"/>
              </a:ext>
            </a:extLst>
          </p:cNvPr>
          <p:cNvSpPr txBox="1"/>
          <p:nvPr/>
        </p:nvSpPr>
        <p:spPr>
          <a:xfrm>
            <a:off x="4410823" y="5293822"/>
            <a:ext cx="355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latin typeface="Roboto" panose="02000000000000000000" pitchFamily="2" charset="0"/>
                <a:ea typeface="Roboto" panose="02000000000000000000" pitchFamily="2" charset="0"/>
              </a:rPr>
              <a:t>Everything from </a:t>
            </a:r>
            <a:r>
              <a:rPr lang="en-US" b="0" dirty="0">
                <a:latin typeface="Roboto" panose="02000000000000000000" pitchFamily="2" charset="0"/>
                <a:ea typeface="Roboto" panose="02000000000000000000" pitchFamily="2" charset="0"/>
              </a:rPr>
              <a:t>NOMOUNT and all datafiles, redo logs, etc. are mounted, but the database is NOT open</a:t>
            </a:r>
            <a:endParaRPr lang="en-US" b="0" i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178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739A-5C85-6876-E669-D44828BA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CD12-1E5E-8A72-A651-2DEF0D2E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Listener Service/Utility listens for connections</a:t>
            </a:r>
          </a:p>
          <a:p>
            <a:pPr lvl="1"/>
            <a:r>
              <a:rPr lang="en-US" dirty="0" err="1"/>
              <a:t>Listener.ora</a:t>
            </a:r>
            <a:r>
              <a:rPr lang="en-US" dirty="0"/>
              <a:t> file contains listener configuration</a:t>
            </a:r>
          </a:p>
          <a:p>
            <a:pPr lvl="1"/>
            <a:r>
              <a:rPr lang="en-US" dirty="0" err="1"/>
              <a:t>Tnsnames.ora</a:t>
            </a:r>
            <a:r>
              <a:rPr lang="en-US" dirty="0"/>
              <a:t> contains service names connections</a:t>
            </a:r>
          </a:p>
          <a:p>
            <a:pPr lvl="1"/>
            <a:r>
              <a:rPr lang="en-US" dirty="0" err="1"/>
              <a:t>Sqlnet.ora</a:t>
            </a:r>
            <a:r>
              <a:rPr lang="en-US" dirty="0"/>
              <a:t> contains network configuration information</a:t>
            </a:r>
          </a:p>
        </p:txBody>
      </p:sp>
    </p:spTree>
    <p:extLst>
      <p:ext uri="{BB962C8B-B14F-4D97-AF65-F5344CB8AC3E}">
        <p14:creationId xmlns:p14="http://schemas.microsoft.com/office/powerpoint/2010/main" val="291492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93"/>
    </mc:Choice>
    <mc:Fallback xmlns="">
      <p:transition spd="slow" advTm="6429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2919-07F6-475C-32B1-73C4595C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Users, Schemas and Object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998D-4074-4B91-9224-3E4FC0FD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databases are broken up by schemas</a:t>
            </a:r>
          </a:p>
          <a:p>
            <a:r>
              <a:rPr lang="en-US" dirty="0"/>
              <a:t>Each schema will have objects isolated by their own logical tablespaces, made up of 1 or more datafiles, (common).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73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054-A00E-0BE6-6AF7-94AD16A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69517-D7D1-AABF-E8C1-033727FF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Byte</a:t>
            </a:r>
            <a:r>
              <a:rPr lang="en-US" dirty="0">
                <a:sym typeface="Wingdings" panose="05000000000000000000" pitchFamily="2" charset="2"/>
              </a:rPr>
              <a:t> Block Extent Segment Tablespace Database</a:t>
            </a:r>
          </a:p>
          <a:p>
            <a:r>
              <a:rPr lang="en-US" dirty="0">
                <a:sym typeface="Wingdings" panose="05000000000000000000" pitchFamily="2" charset="2"/>
              </a:rPr>
              <a:t>Every datafile(s) belong to a tablespace.</a:t>
            </a:r>
          </a:p>
          <a:p>
            <a:r>
              <a:rPr lang="en-US" dirty="0">
                <a:sym typeface="Wingdings" panose="05000000000000000000" pitchFamily="2" charset="2"/>
              </a:rPr>
              <a:t>A minimum of 3 redo log groups with a minimum 1 redo log each.</a:t>
            </a:r>
          </a:p>
          <a:p>
            <a:r>
              <a:rPr lang="en-US" dirty="0">
                <a:sym typeface="Wingdings" panose="05000000000000000000" pitchFamily="2" charset="2"/>
              </a:rPr>
              <a:t>UNDO tablespace can’t be used for anything but internal UNDO processing</a:t>
            </a:r>
          </a:p>
          <a:p>
            <a:r>
              <a:rPr lang="en-US" dirty="0">
                <a:sym typeface="Wingdings" panose="05000000000000000000" pitchFamily="2" charset="2"/>
              </a:rPr>
              <a:t>All undo is also written to the REDO logs for recovery purposes.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1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351"/>
    </mc:Choice>
    <mc:Fallback xmlns="">
      <p:transition spd="slow" advTm="11435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0A01-6BC1-BB4F-5FFE-F8E4EF0B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0732-60C3-FDAF-DD5E-A337302E4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Package and Package Bodies-  groups of procedures, functions, variables, cursors, etc.</a:t>
            </a:r>
          </a:p>
          <a:p>
            <a:r>
              <a:rPr lang="en-US" dirty="0"/>
              <a:t>User Defined Objects types</a:t>
            </a:r>
          </a:p>
          <a:p>
            <a:r>
              <a:rPr lang="en-US" dirty="0"/>
              <a:t>Nested tables and VARRAYS, aka collections</a:t>
            </a:r>
          </a:p>
          <a:p>
            <a:r>
              <a:rPr lang="en-US" dirty="0"/>
              <a:t>Sequences are the default for sequence generation.</a:t>
            </a:r>
          </a:p>
          <a:p>
            <a:r>
              <a:rPr lang="en-US" dirty="0"/>
              <a:t>The DUAL table:  SELECT 8*6 from DUAL;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896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69E8-A8D8-E419-889A-3EEDA948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D28C3-CFEB-ED92-39EC-E8DB4F0A2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log into, no logins, (changes a bit with multitenant architecture with c## global users)</a:t>
            </a:r>
          </a:p>
          <a:p>
            <a:r>
              <a:rPr lang="en-US" dirty="0"/>
              <a:t>Each session spawns a new process on the OS, (vs. threads in SQL Server) </a:t>
            </a:r>
          </a:p>
          <a:p>
            <a:r>
              <a:rPr lang="en-US" dirty="0"/>
              <a:t>How has this changed with multitenant?</a:t>
            </a:r>
          </a:p>
        </p:txBody>
      </p:sp>
    </p:spTree>
    <p:extLst>
      <p:ext uri="{BB962C8B-B14F-4D97-AF65-F5344CB8AC3E}">
        <p14:creationId xmlns:p14="http://schemas.microsoft.com/office/powerpoint/2010/main" val="3392340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4BA6-2F89-7799-EEFC-9943FCAC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681A4-1BFA-E660-A4F2-6F5635B24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in roles and privileges</a:t>
            </a:r>
          </a:p>
          <a:p>
            <a:r>
              <a:rPr lang="en-US" dirty="0"/>
              <a:t>Deeply complex row level security, encryption and isolation.</a:t>
            </a:r>
          </a:p>
          <a:p>
            <a:r>
              <a:rPr lang="en-US" dirty="0"/>
              <a:t>All processes owned by a designated ORACLE user</a:t>
            </a:r>
          </a:p>
          <a:p>
            <a:r>
              <a:rPr lang="en-US" dirty="0"/>
              <a:t>Advanced auditing, (revamped in release 19c)</a:t>
            </a:r>
          </a:p>
        </p:txBody>
      </p:sp>
    </p:spTree>
    <p:extLst>
      <p:ext uri="{BB962C8B-B14F-4D97-AF65-F5344CB8AC3E}">
        <p14:creationId xmlns:p14="http://schemas.microsoft.com/office/powerpoint/2010/main" val="3333312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1BD3-13F2-512B-12CA-3675A9AA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Oracle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D0EA7-057F-EE07-F439-6485B0367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 Interface</a:t>
            </a:r>
          </a:p>
          <a:p>
            <a:r>
              <a:rPr lang="en-US" dirty="0"/>
              <a:t>Development and Query Tools</a:t>
            </a:r>
          </a:p>
          <a:p>
            <a:pPr lvl="1"/>
            <a:r>
              <a:rPr lang="en-US" dirty="0"/>
              <a:t>SQL Developer</a:t>
            </a:r>
          </a:p>
          <a:p>
            <a:pPr lvl="1"/>
            <a:r>
              <a:rPr lang="en-US" dirty="0"/>
              <a:t>VS Code</a:t>
            </a:r>
          </a:p>
          <a:p>
            <a:pPr lvl="1"/>
            <a:r>
              <a:rPr lang="en-US" dirty="0"/>
              <a:t>PL/SQL Developer</a:t>
            </a:r>
          </a:p>
          <a:p>
            <a:pPr lvl="1"/>
            <a:r>
              <a:rPr lang="en-US" dirty="0"/>
              <a:t>SQL*Plus</a:t>
            </a:r>
          </a:p>
          <a:p>
            <a:pPr lvl="1"/>
            <a:r>
              <a:rPr lang="en-US" dirty="0" err="1"/>
              <a:t>SQLcl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8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960"/>
    </mc:Choice>
    <mc:Fallback xmlns="">
      <p:transition spd="slow" advTm="12996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BB1C-B0C2-7782-7BEE-A1D5D45C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B1FC8-FCB4-3C65-2034-5A9BF748B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 Required:</a:t>
            </a:r>
          </a:p>
          <a:p>
            <a:pPr lvl="1"/>
            <a:r>
              <a:rPr lang="en-US" dirty="0"/>
              <a:t>Host Name or IP Address</a:t>
            </a:r>
          </a:p>
          <a:p>
            <a:pPr lvl="1"/>
            <a:r>
              <a:rPr lang="en-US" dirty="0"/>
              <a:t>Port </a:t>
            </a:r>
          </a:p>
          <a:p>
            <a:pPr lvl="1"/>
            <a:r>
              <a:rPr lang="en-US" dirty="0"/>
              <a:t>Connection Type, (TCP, EZ Connect, TCPS, Bequeath, Wallet)</a:t>
            </a:r>
          </a:p>
          <a:p>
            <a:pPr lvl="1"/>
            <a:r>
              <a:rPr lang="en-US" dirty="0"/>
              <a:t>SID, Service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7C329-A3A3-99A1-CE6B-4E3696DC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49" y="1153030"/>
            <a:ext cx="1726854" cy="17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8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97"/>
    </mc:Choice>
    <mc:Fallback xmlns="">
      <p:transition spd="slow" advTm="98397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F83D-7AA8-2C69-1BD2-0531B655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Strings and Connecting to Oracle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1BAD-C59A-96FA-CE06-AB739AC1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Bequeath connection as DBA:</a:t>
            </a:r>
          </a:p>
          <a:p>
            <a:pPr marL="0" indent="0">
              <a:buNone/>
            </a:pP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&gt;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sqlplus</a:t>
            </a: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 / as 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sysdba</a:t>
            </a:r>
            <a:endParaRPr lang="en-US" dirty="0">
              <a:highlight>
                <a:srgbClr val="E6E6E6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Standard user connection to a multitenant PDB using </a:t>
            </a:r>
            <a:r>
              <a:rPr lang="en-US" dirty="0" err="1"/>
              <a:t>SQLcl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&gt;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sql</a:t>
            </a: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 –s -L 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jdoe</a:t>
            </a: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@//dbhost:1521/orclpdb1</a:t>
            </a:r>
          </a:p>
          <a:p>
            <a:pPr marL="0" indent="0">
              <a:buNone/>
            </a:pPr>
            <a:r>
              <a:rPr lang="en-US" dirty="0" err="1"/>
              <a:t>EZConnect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&gt;</a:t>
            </a:r>
            <a:r>
              <a:rPr lang="en-US" dirty="0" err="1">
                <a:highlight>
                  <a:srgbClr val="E6E6E6"/>
                </a:highlight>
                <a:latin typeface="Consolas" panose="020B0609020204030204" pitchFamily="49" charset="0"/>
              </a:rPr>
              <a:t>sqlplus</a:t>
            </a:r>
            <a:r>
              <a:rPr lang="en-US" dirty="0">
                <a:highlight>
                  <a:srgbClr val="E6E6E6"/>
                </a:highlight>
                <a:latin typeface="Consolas" panose="020B0609020204030204" pitchFamily="49" charset="0"/>
              </a:rPr>
              <a:t> jdoe@host.com:1521:ORCL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966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36C9-157F-3105-881B-A8381438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CC99-0EA8-0E54-86B1-BFA2E5646C3E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Oracle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DEF75-657F-641D-94A6-CFBDB426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93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CE10-D3A2-FC92-B8ED-20560C4D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A6EE-F16F-6E90-E639-9E1955231B5F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The Oracle Evolution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784B5D-2479-5207-49EC-3BBA2537F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02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3334-2717-34FC-9AA2-0D5C329C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the Behemoth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0077-858C-2BE7-E81F-059827AF5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teams discovered the long runway of identifying the architectures that would be required.</a:t>
            </a:r>
          </a:p>
          <a:p>
            <a:r>
              <a:rPr lang="en-US" dirty="0"/>
              <a:t>Built these out and how different the roadmap for Oracle was vs. other database platforms, (even SQL Server!)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33EA3-FB17-5C87-D8AB-E233DAEE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749" y="4766021"/>
            <a:ext cx="1726854" cy="17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67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B612DA-AD36-ED66-176D-7422AABD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272" y="1431853"/>
            <a:ext cx="7836303" cy="4635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9930F-AE15-178E-B26E-5BAAF95D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8" r="1" b="1"/>
          <a:stretch>
            <a:fillRect/>
          </a:stretch>
        </p:blipFill>
        <p:spPr>
          <a:xfrm>
            <a:off x="584199" y="1825625"/>
            <a:ext cx="6282765" cy="4351338"/>
          </a:xfrm>
          <a:prstGeom prst="rect">
            <a:avLst/>
          </a:prstGeom>
          <a:noFill/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DA7934A2-9561-901D-2A18-0CEB32F4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10020300" cy="1325563"/>
          </a:xfrm>
        </p:spPr>
        <p:txBody>
          <a:bodyPr/>
          <a:lstStyle/>
          <a:p>
            <a:r>
              <a:rPr lang="en-US" dirty="0"/>
              <a:t>Long Runway of Architectures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A31F7-48BE-9FAC-B944-C7519D7EC0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05" r="34704" b="2"/>
          <a:stretch>
            <a:fillRect/>
          </a:stretch>
        </p:blipFill>
        <p:spPr>
          <a:xfrm>
            <a:off x="7906166" y="471478"/>
            <a:ext cx="2868931" cy="3811464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C4FF491E-32E6-2F26-20EA-528AEE9610DF}"/>
              </a:ext>
            </a:extLst>
          </p:cNvPr>
          <p:cNvSpPr/>
          <p:nvPr/>
        </p:nvSpPr>
        <p:spPr>
          <a:xfrm>
            <a:off x="8741391" y="2866030"/>
            <a:ext cx="1009934" cy="1187355"/>
          </a:xfrm>
          <a:prstGeom prst="verticalScrol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609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AD8333-974C-D9B3-0324-8B1220D2BE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/>
        </p:blipFill>
        <p:spPr>
          <a:xfrm>
            <a:off x="130648" y="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4F5643-3BD9-2296-31D5-BA28311D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Historical Single Instance Oracle</a:t>
            </a:r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A45231B3-074D-BC52-C456-C48B0AF5D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6508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2890634"/>
      </p:ext>
    </p:extLst>
  </p:cSld>
  <p:clrMapOvr>
    <a:masterClrMapping/>
  </p:clrMapOvr>
  <p:transition advTm="90543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39B6-35FD-921D-07AC-A77FD418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A41EF315-9DB5-F4A1-2EEB-ED103F073049}"/>
              </a:ext>
            </a:extLst>
          </p:cNvPr>
          <p:cNvSpPr/>
          <p:nvPr/>
        </p:nvSpPr>
        <p:spPr>
          <a:xfrm>
            <a:off x="115869" y="2068671"/>
            <a:ext cx="2203817" cy="198816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11CF8203-B5E2-AF66-10F5-44B9F4F9ED8B}"/>
              </a:ext>
            </a:extLst>
          </p:cNvPr>
          <p:cNvSpPr/>
          <p:nvPr/>
        </p:nvSpPr>
        <p:spPr>
          <a:xfrm>
            <a:off x="2667358" y="773266"/>
            <a:ext cx="9256418" cy="5311467"/>
          </a:xfrm>
          <a:prstGeom prst="round1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6DE5EA-FFE2-2E7E-0382-8E06EEA07780}"/>
              </a:ext>
            </a:extLst>
          </p:cNvPr>
          <p:cNvSpPr/>
          <p:nvPr/>
        </p:nvSpPr>
        <p:spPr>
          <a:xfrm>
            <a:off x="5387188" y="1335025"/>
            <a:ext cx="4632438" cy="391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C1F39FE7-1A93-7F76-1C45-0CB28D411CEB}"/>
              </a:ext>
            </a:extLst>
          </p:cNvPr>
          <p:cNvSpPr/>
          <p:nvPr/>
        </p:nvSpPr>
        <p:spPr>
          <a:xfrm>
            <a:off x="3130340" y="2167265"/>
            <a:ext cx="1739367" cy="1023661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Oracle Listener</a:t>
            </a:r>
          </a:p>
        </p:txBody>
      </p:sp>
      <p:pic>
        <p:nvPicPr>
          <p:cNvPr id="7" name="Graphic 6" descr="Ear outline">
            <a:extLst>
              <a:ext uri="{FF2B5EF4-FFF2-40B4-BE49-F238E27FC236}">
                <a16:creationId xmlns:a16="http://schemas.microsoft.com/office/drawing/2014/main" id="{3B57EBE8-0A48-C1F3-5C55-B1D701F28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1570" y="2139471"/>
            <a:ext cx="762291" cy="6948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4A3DBB-BBAC-93A7-BCEC-C2E8AD4FB378}"/>
              </a:ext>
            </a:extLst>
          </p:cNvPr>
          <p:cNvSpPr txBox="1"/>
          <p:nvPr/>
        </p:nvSpPr>
        <p:spPr>
          <a:xfrm>
            <a:off x="2593098" y="379711"/>
            <a:ext cx="3307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Database Host/VM/Container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D3E01812-28DD-A314-4013-2630BC759FBA}"/>
              </a:ext>
            </a:extLst>
          </p:cNvPr>
          <p:cNvSpPr/>
          <p:nvPr/>
        </p:nvSpPr>
        <p:spPr>
          <a:xfrm>
            <a:off x="5086021" y="1046845"/>
            <a:ext cx="1235839" cy="82280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 Instance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2DD14A-5529-A9FE-B909-9C5CEED6CE73}"/>
              </a:ext>
            </a:extLst>
          </p:cNvPr>
          <p:cNvGrpSpPr/>
          <p:nvPr/>
        </p:nvGrpSpPr>
        <p:grpSpPr>
          <a:xfrm>
            <a:off x="10189764" y="3977342"/>
            <a:ext cx="1599565" cy="1275609"/>
            <a:chOff x="10572513" y="2776361"/>
            <a:chExt cx="1419843" cy="1109472"/>
          </a:xfrm>
        </p:grpSpPr>
        <p:sp>
          <p:nvSpPr>
            <p:cNvPr id="17" name="Flowchart: Punched Tape 16">
              <a:extLst>
                <a:ext uri="{FF2B5EF4-FFF2-40B4-BE49-F238E27FC236}">
                  <a16:creationId xmlns:a16="http://schemas.microsoft.com/office/drawing/2014/main" id="{2104689C-B3A9-B3C7-4ED6-B146D80350DC}"/>
                </a:ext>
              </a:extLst>
            </p:cNvPr>
            <p:cNvSpPr/>
            <p:nvPr/>
          </p:nvSpPr>
          <p:spPr>
            <a:xfrm>
              <a:off x="10572513" y="27763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19" name="Flowchart: Punched Tape 18">
              <a:extLst>
                <a:ext uri="{FF2B5EF4-FFF2-40B4-BE49-F238E27FC236}">
                  <a16:creationId xmlns:a16="http://schemas.microsoft.com/office/drawing/2014/main" id="{3D1A31E4-292A-B779-982A-DF9FDAA5BD81}"/>
                </a:ext>
              </a:extLst>
            </p:cNvPr>
            <p:cNvSpPr/>
            <p:nvPr/>
          </p:nvSpPr>
          <p:spPr>
            <a:xfrm>
              <a:off x="10724913" y="29287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20" name="Flowchart: Punched Tape 19">
              <a:extLst>
                <a:ext uri="{FF2B5EF4-FFF2-40B4-BE49-F238E27FC236}">
                  <a16:creationId xmlns:a16="http://schemas.microsoft.com/office/drawing/2014/main" id="{62F17B9A-996D-A17A-754F-C9259064D973}"/>
                </a:ext>
              </a:extLst>
            </p:cNvPr>
            <p:cNvSpPr/>
            <p:nvPr/>
          </p:nvSpPr>
          <p:spPr>
            <a:xfrm>
              <a:off x="10877313" y="30811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</p:grpSp>
      <p:sp>
        <p:nvSpPr>
          <p:cNvPr id="21" name="Flowchart: Punched Tape 20">
            <a:extLst>
              <a:ext uri="{FF2B5EF4-FFF2-40B4-BE49-F238E27FC236}">
                <a16:creationId xmlns:a16="http://schemas.microsoft.com/office/drawing/2014/main" id="{2DC07B3B-3B4A-B2E6-CC1E-6769C0113E7A}"/>
              </a:ext>
            </a:extLst>
          </p:cNvPr>
          <p:cNvSpPr/>
          <p:nvPr/>
        </p:nvSpPr>
        <p:spPr>
          <a:xfrm>
            <a:off x="3044827" y="4529833"/>
            <a:ext cx="1271016" cy="815524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Sqlnet.ora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Punched Tape 21">
            <a:extLst>
              <a:ext uri="{FF2B5EF4-FFF2-40B4-BE49-F238E27FC236}">
                <a16:creationId xmlns:a16="http://schemas.microsoft.com/office/drawing/2014/main" id="{AD50C065-457E-B3A5-A664-4801111C265B}"/>
              </a:ext>
            </a:extLst>
          </p:cNvPr>
          <p:cNvSpPr/>
          <p:nvPr/>
        </p:nvSpPr>
        <p:spPr>
          <a:xfrm>
            <a:off x="3462105" y="5024483"/>
            <a:ext cx="1287380" cy="815524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Tnsnames.ora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8DB6BACF-9AA0-7C7B-9B12-3DA0A965E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030" y="1842101"/>
            <a:ext cx="1403650" cy="1403650"/>
          </a:xfrm>
          <a:prstGeom prst="rect">
            <a:avLst/>
          </a:prstGeom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CFB9EDA-7D41-55C4-50B0-F00CC17EB680}"/>
              </a:ext>
            </a:extLst>
          </p:cNvPr>
          <p:cNvCxnSpPr>
            <a:stCxn id="24" idx="3"/>
            <a:endCxn id="5" idx="1"/>
          </p:cNvCxnSpPr>
          <p:nvPr/>
        </p:nvCxnSpPr>
        <p:spPr>
          <a:xfrm>
            <a:off x="1912680" y="2543926"/>
            <a:ext cx="1217660" cy="1351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3303D11-2914-05F6-8DE3-DE2660AE6A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98138" y="3727948"/>
            <a:ext cx="1284082" cy="31968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0D30DFC-6893-2E09-6E62-969F7B96BB54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 flipV="1">
            <a:off x="4869707" y="1458247"/>
            <a:ext cx="216314" cy="122084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4A73CB3-F989-38D2-E780-6F0E618B66C8}"/>
              </a:ext>
            </a:extLst>
          </p:cNvPr>
          <p:cNvGrpSpPr/>
          <p:nvPr/>
        </p:nvGrpSpPr>
        <p:grpSpPr>
          <a:xfrm>
            <a:off x="6328383" y="2543926"/>
            <a:ext cx="1675863" cy="1128498"/>
            <a:chOff x="8232086" y="2105769"/>
            <a:chExt cx="1477141" cy="1109472"/>
          </a:xfrm>
        </p:grpSpPr>
        <p:sp>
          <p:nvSpPr>
            <p:cNvPr id="10" name="Flowchart: Punched Tape 9">
              <a:extLst>
                <a:ext uri="{FF2B5EF4-FFF2-40B4-BE49-F238E27FC236}">
                  <a16:creationId xmlns:a16="http://schemas.microsoft.com/office/drawing/2014/main" id="{3779FCD7-95E8-41E0-1C75-A97E9DE731F9}"/>
                </a:ext>
              </a:extLst>
            </p:cNvPr>
            <p:cNvSpPr/>
            <p:nvPr/>
          </p:nvSpPr>
          <p:spPr>
            <a:xfrm>
              <a:off x="8232086" y="21057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44" name="Flowchart: Punched Tape 43">
              <a:extLst>
                <a:ext uri="{FF2B5EF4-FFF2-40B4-BE49-F238E27FC236}">
                  <a16:creationId xmlns:a16="http://schemas.microsoft.com/office/drawing/2014/main" id="{1B9B4F66-EFDC-6CE8-8A88-2CCC1CBC2F10}"/>
                </a:ext>
              </a:extLst>
            </p:cNvPr>
            <p:cNvSpPr/>
            <p:nvPr/>
          </p:nvSpPr>
          <p:spPr>
            <a:xfrm>
              <a:off x="8384486" y="22581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45" name="Flowchart: Punched Tape 44">
              <a:extLst>
                <a:ext uri="{FF2B5EF4-FFF2-40B4-BE49-F238E27FC236}">
                  <a16:creationId xmlns:a16="http://schemas.microsoft.com/office/drawing/2014/main" id="{E21AE3C3-BA8A-22BF-92AF-8CE562A2B071}"/>
                </a:ext>
              </a:extLst>
            </p:cNvPr>
            <p:cNvSpPr/>
            <p:nvPr/>
          </p:nvSpPr>
          <p:spPr>
            <a:xfrm>
              <a:off x="8536886" y="2410569"/>
              <a:ext cx="1172341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</p:grp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6880C05-9933-CF80-A3F1-1BFE0246D606}"/>
              </a:ext>
            </a:extLst>
          </p:cNvPr>
          <p:cNvCxnSpPr>
            <a:cxnSpLocks/>
            <a:stCxn id="45" idx="3"/>
            <a:endCxn id="17" idx="0"/>
          </p:cNvCxnSpPr>
          <p:nvPr/>
        </p:nvCxnSpPr>
        <p:spPr>
          <a:xfrm>
            <a:off x="8004246" y="3263189"/>
            <a:ext cx="2813610" cy="806670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Flowchart: Punched Tape 47">
            <a:extLst>
              <a:ext uri="{FF2B5EF4-FFF2-40B4-BE49-F238E27FC236}">
                <a16:creationId xmlns:a16="http://schemas.microsoft.com/office/drawing/2014/main" id="{38349DCB-1267-9D7D-0C27-C1D5A8E27790}"/>
              </a:ext>
            </a:extLst>
          </p:cNvPr>
          <p:cNvSpPr/>
          <p:nvPr/>
        </p:nvSpPr>
        <p:spPr>
          <a:xfrm>
            <a:off x="6442477" y="4028025"/>
            <a:ext cx="1713971" cy="968228"/>
          </a:xfrm>
          <a:prstGeom prst="flowChartPunchedTap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Undo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753D244-0CE6-D932-D230-A47449F4ACC4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7339217" y="3590577"/>
            <a:ext cx="0" cy="7071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21CFBCF-FFA4-07DB-CB2A-BFCE95E00B26}"/>
              </a:ext>
            </a:extLst>
          </p:cNvPr>
          <p:cNvCxnSpPr>
            <a:cxnSpLocks/>
            <a:stCxn id="10" idx="1"/>
            <a:endCxn id="15" idx="3"/>
          </p:cNvCxnSpPr>
          <p:nvPr/>
        </p:nvCxnSpPr>
        <p:spPr>
          <a:xfrm rot="10800000">
            <a:off x="5703941" y="1869648"/>
            <a:ext cx="624442" cy="1083514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1CA11BB1-2CDC-1BB7-AA5D-6C904148F565}"/>
              </a:ext>
            </a:extLst>
          </p:cNvPr>
          <p:cNvCxnSpPr>
            <a:cxnSpLocks/>
            <a:stCxn id="48" idx="1"/>
            <a:endCxn id="15" idx="3"/>
          </p:cNvCxnSpPr>
          <p:nvPr/>
        </p:nvCxnSpPr>
        <p:spPr>
          <a:xfrm rot="10800000">
            <a:off x="5703941" y="1869649"/>
            <a:ext cx="738536" cy="2642491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A8E28B7-3FA3-598F-30BC-D7DDA1A57E25}"/>
              </a:ext>
            </a:extLst>
          </p:cNvPr>
          <p:cNvSpPr txBox="1"/>
          <p:nvPr/>
        </p:nvSpPr>
        <p:spPr>
          <a:xfrm>
            <a:off x="138561" y="2869432"/>
            <a:ext cx="219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Sessions Connect via Service Name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9346809-97A0-8E84-9A7F-7E48F0278C50}"/>
              </a:ext>
            </a:extLst>
          </p:cNvPr>
          <p:cNvSpPr txBox="1"/>
          <p:nvPr/>
        </p:nvSpPr>
        <p:spPr>
          <a:xfrm>
            <a:off x="3022795" y="1876521"/>
            <a:ext cx="217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Listener receives requests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5055B78-3B96-939B-0E53-145E5B65D9AC}"/>
              </a:ext>
            </a:extLst>
          </p:cNvPr>
          <p:cNvSpPr txBox="1"/>
          <p:nvPr/>
        </p:nvSpPr>
        <p:spPr>
          <a:xfrm>
            <a:off x="3676130" y="3931444"/>
            <a:ext cx="151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Validates Service via TNS, Broker or Wallet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805AD2-8379-9614-6627-AB274AE222A9}"/>
              </a:ext>
            </a:extLst>
          </p:cNvPr>
          <p:cNvSpPr txBox="1"/>
          <p:nvPr/>
        </p:nvSpPr>
        <p:spPr>
          <a:xfrm>
            <a:off x="6720840" y="5317308"/>
            <a:ext cx="2467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Oracle Database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1851194-2716-DBFB-A8F6-056F350BAF4D}"/>
              </a:ext>
            </a:extLst>
          </p:cNvPr>
          <p:cNvSpPr/>
          <p:nvPr/>
        </p:nvSpPr>
        <p:spPr>
          <a:xfrm>
            <a:off x="9154622" y="140961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DBWx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587EBFB-C03D-58E3-0B31-E254F33FA40B}"/>
              </a:ext>
            </a:extLst>
          </p:cNvPr>
          <p:cNvSpPr/>
          <p:nvPr/>
        </p:nvSpPr>
        <p:spPr>
          <a:xfrm>
            <a:off x="7528532" y="2118022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493D3B0-4EDC-5AD0-CB30-B8B83103C571}"/>
              </a:ext>
            </a:extLst>
          </p:cNvPr>
          <p:cNvSpPr/>
          <p:nvPr/>
        </p:nvSpPr>
        <p:spPr>
          <a:xfrm>
            <a:off x="7370286" y="1445172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DFD7289-D7E0-88BE-F202-5AA03A2A5AC8}"/>
              </a:ext>
            </a:extLst>
          </p:cNvPr>
          <p:cNvSpPr/>
          <p:nvPr/>
        </p:nvSpPr>
        <p:spPr>
          <a:xfrm>
            <a:off x="6442477" y="1443116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05ADE4B-924D-5368-D559-30A399E730D5}"/>
              </a:ext>
            </a:extLst>
          </p:cNvPr>
          <p:cNvSpPr/>
          <p:nvPr/>
        </p:nvSpPr>
        <p:spPr>
          <a:xfrm>
            <a:off x="8267231" y="1424303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CA57283-3FBB-F1E7-45C3-081BF3105A17}"/>
              </a:ext>
            </a:extLst>
          </p:cNvPr>
          <p:cNvSpPr/>
          <p:nvPr/>
        </p:nvSpPr>
        <p:spPr>
          <a:xfrm>
            <a:off x="7680932" y="2270422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A447E53-EA37-4565-0676-D9578D21FF0B}"/>
              </a:ext>
            </a:extLst>
          </p:cNvPr>
          <p:cNvSpPr/>
          <p:nvPr/>
        </p:nvSpPr>
        <p:spPr>
          <a:xfrm>
            <a:off x="7833332" y="2422822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912C8D2-614D-5483-92F1-BA7002A6D532}"/>
              </a:ext>
            </a:extLst>
          </p:cNvPr>
          <p:cNvSpPr/>
          <p:nvPr/>
        </p:nvSpPr>
        <p:spPr>
          <a:xfrm>
            <a:off x="7985732" y="2575222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5EA077-E4DF-5E79-4C41-C6AADBD7C2A9}"/>
              </a:ext>
            </a:extLst>
          </p:cNvPr>
          <p:cNvGrpSpPr/>
          <p:nvPr/>
        </p:nvGrpSpPr>
        <p:grpSpPr>
          <a:xfrm>
            <a:off x="8892649" y="2784660"/>
            <a:ext cx="1023728" cy="2368851"/>
            <a:chOff x="9957816" y="1520345"/>
            <a:chExt cx="2029568" cy="4626137"/>
          </a:xfrm>
        </p:grpSpPr>
        <p:sp>
          <p:nvSpPr>
            <p:cNvPr id="41" name="Rectangle: Single Corner Rounded 40">
              <a:extLst>
                <a:ext uri="{FF2B5EF4-FFF2-40B4-BE49-F238E27FC236}">
                  <a16:creationId xmlns:a16="http://schemas.microsoft.com/office/drawing/2014/main" id="{DEB63322-B87B-307C-C048-AD3AE7E76721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Flowchart: Magnetic Disk 41">
              <a:extLst>
                <a:ext uri="{FF2B5EF4-FFF2-40B4-BE49-F238E27FC236}">
                  <a16:creationId xmlns:a16="http://schemas.microsoft.com/office/drawing/2014/main" id="{CC021FE9-90CC-E41A-0974-3F8517FD6F9B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43" name="Flowchart: Magnetic Disk 42">
              <a:extLst>
                <a:ext uri="{FF2B5EF4-FFF2-40B4-BE49-F238E27FC236}">
                  <a16:creationId xmlns:a16="http://schemas.microsoft.com/office/drawing/2014/main" id="{C3575E10-EB4E-FD3B-0D28-2A94969D537C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46" name="Flowchart: Magnetic Disk 45">
              <a:extLst>
                <a:ext uri="{FF2B5EF4-FFF2-40B4-BE49-F238E27FC236}">
                  <a16:creationId xmlns:a16="http://schemas.microsoft.com/office/drawing/2014/main" id="{EEE53894-5E3B-5475-131A-7CC22C5C9829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49" name="Flowchart: Magnetic Disk 48">
              <a:extLst>
                <a:ext uri="{FF2B5EF4-FFF2-40B4-BE49-F238E27FC236}">
                  <a16:creationId xmlns:a16="http://schemas.microsoft.com/office/drawing/2014/main" id="{0EC08A1D-C811-9A88-1085-F798C89B79BE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50" name="Flowchart: Magnetic Disk 49">
              <a:extLst>
                <a:ext uri="{FF2B5EF4-FFF2-40B4-BE49-F238E27FC236}">
                  <a16:creationId xmlns:a16="http://schemas.microsoft.com/office/drawing/2014/main" id="{2160AB29-C77D-2B88-07B4-A412EA0C1334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51" name="Flowchart: Magnetic Disk 50">
              <a:extLst>
                <a:ext uri="{FF2B5EF4-FFF2-40B4-BE49-F238E27FC236}">
                  <a16:creationId xmlns:a16="http://schemas.microsoft.com/office/drawing/2014/main" id="{74FC6DFD-6C89-4A7C-A71C-8F16C69B74A0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B19A277-9B2E-C675-01B5-AD4363299F38}"/>
              </a:ext>
            </a:extLst>
          </p:cNvPr>
          <p:cNvCxnSpPr>
            <a:cxnSpLocks/>
            <a:stCxn id="46" idx="2"/>
            <a:endCxn id="48" idx="3"/>
          </p:cNvCxnSpPr>
          <p:nvPr/>
        </p:nvCxnSpPr>
        <p:spPr>
          <a:xfrm rot="10800000">
            <a:off x="8156448" y="4512139"/>
            <a:ext cx="828728" cy="278654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EB96256-478D-8741-A4D1-C9A37F7C4325}"/>
              </a:ext>
            </a:extLst>
          </p:cNvPr>
          <p:cNvSpPr txBox="1"/>
          <p:nvPr/>
        </p:nvSpPr>
        <p:spPr>
          <a:xfrm>
            <a:off x="433551" y="5086475"/>
            <a:ext cx="18364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Original Oracle Single Database Instance – 10g to 21c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AFBCF10-293D-C1D2-2C66-4F75E2E7EB63}"/>
              </a:ext>
            </a:extLst>
          </p:cNvPr>
          <p:cNvSpPr/>
          <p:nvPr/>
        </p:nvSpPr>
        <p:spPr>
          <a:xfrm>
            <a:off x="-244806" y="112078"/>
            <a:ext cx="69700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Traditional Oracle Single Instance (Non-23ai)</a:t>
            </a:r>
          </a:p>
        </p:txBody>
      </p:sp>
    </p:spTree>
    <p:extLst>
      <p:ext uri="{BB962C8B-B14F-4D97-AF65-F5344CB8AC3E}">
        <p14:creationId xmlns:p14="http://schemas.microsoft.com/office/powerpoint/2010/main" val="48910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456"/>
    </mc:Choice>
    <mc:Fallback xmlns="">
      <p:transition spd="slow" advTm="14945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6339-8C86-9546-E1E9-47D72626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Multi Tenant is Introduced in Oracle 12c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D6B43-49C3-E3D0-877C-64E30E7CD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170" y="2230059"/>
            <a:ext cx="10697135" cy="332003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Container Database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Like Master Database in SQL Server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Own majority of background processes, manages “containers”.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Pluggable databases	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Like user databases in SQL Server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Simplifies management, migration and uses significantly less resources.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Seed Database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database to ease cloning and database creation.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Like Model database in SQL Server</a:t>
            </a:r>
          </a:p>
          <a:p>
            <a:pPr marL="228600"/>
            <a:r>
              <a:rPr lang="en-US" sz="2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*A MULTITENANT license is not the same as MULTITENANT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64213209"/>
      </p:ext>
    </p:extLst>
  </p:cSld>
  <p:clrMapOvr>
    <a:masterClrMapping/>
  </p:clrMapOvr>
  <p:transition advTm="132069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A8E8-EDC4-A9F7-CE59-ADC6F3EC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FA10424D-A30B-A7B0-3146-D0EAB3D0A307}"/>
              </a:ext>
            </a:extLst>
          </p:cNvPr>
          <p:cNvSpPr/>
          <p:nvPr/>
        </p:nvSpPr>
        <p:spPr>
          <a:xfrm>
            <a:off x="113041" y="1933189"/>
            <a:ext cx="2203817" cy="198816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97A81CCF-F54C-42F6-821B-ECBDA89B8EFF}"/>
              </a:ext>
            </a:extLst>
          </p:cNvPr>
          <p:cNvSpPr/>
          <p:nvPr/>
        </p:nvSpPr>
        <p:spPr>
          <a:xfrm>
            <a:off x="2530737" y="778437"/>
            <a:ext cx="9522702" cy="5311467"/>
          </a:xfrm>
          <a:prstGeom prst="round1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596CC-8027-D064-F815-9A80FE3DACD2}"/>
              </a:ext>
            </a:extLst>
          </p:cNvPr>
          <p:cNvSpPr/>
          <p:nvPr/>
        </p:nvSpPr>
        <p:spPr>
          <a:xfrm>
            <a:off x="5387188" y="1335025"/>
            <a:ext cx="4632438" cy="391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31A2A765-51CF-5EB9-F0DD-FF5FE4846255}"/>
              </a:ext>
            </a:extLst>
          </p:cNvPr>
          <p:cNvSpPr/>
          <p:nvPr/>
        </p:nvSpPr>
        <p:spPr>
          <a:xfrm>
            <a:off x="3130340" y="2167265"/>
            <a:ext cx="1739367" cy="1023661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Oracle Listener</a:t>
            </a:r>
          </a:p>
        </p:txBody>
      </p:sp>
      <p:pic>
        <p:nvPicPr>
          <p:cNvPr id="7" name="Graphic 6" descr="Ear outline">
            <a:extLst>
              <a:ext uri="{FF2B5EF4-FFF2-40B4-BE49-F238E27FC236}">
                <a16:creationId xmlns:a16="http://schemas.microsoft.com/office/drawing/2014/main" id="{E0EE9E73-71E5-9159-4E4F-739D4B730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1570" y="2139471"/>
            <a:ext cx="762291" cy="6948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ACFF4C-8DDE-B0DE-421D-4BF81D6D2358}"/>
              </a:ext>
            </a:extLst>
          </p:cNvPr>
          <p:cNvSpPr txBox="1"/>
          <p:nvPr/>
        </p:nvSpPr>
        <p:spPr>
          <a:xfrm>
            <a:off x="2593098" y="379711"/>
            <a:ext cx="3307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Database Host/VM/Container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8F42F1F7-02FE-CB40-A04A-015CC4414047}"/>
              </a:ext>
            </a:extLst>
          </p:cNvPr>
          <p:cNvSpPr/>
          <p:nvPr/>
        </p:nvSpPr>
        <p:spPr>
          <a:xfrm>
            <a:off x="6060156" y="2618463"/>
            <a:ext cx="1235839" cy="82280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PDB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D14023-77E6-E927-6FA9-B59516DA04EA}"/>
              </a:ext>
            </a:extLst>
          </p:cNvPr>
          <p:cNvGrpSpPr/>
          <p:nvPr/>
        </p:nvGrpSpPr>
        <p:grpSpPr>
          <a:xfrm>
            <a:off x="10204666" y="2814930"/>
            <a:ext cx="1599565" cy="1275609"/>
            <a:chOff x="10572513" y="2776361"/>
            <a:chExt cx="1419843" cy="1109472"/>
          </a:xfrm>
        </p:grpSpPr>
        <p:sp>
          <p:nvSpPr>
            <p:cNvPr id="17" name="Flowchart: Punched Tape 16">
              <a:extLst>
                <a:ext uri="{FF2B5EF4-FFF2-40B4-BE49-F238E27FC236}">
                  <a16:creationId xmlns:a16="http://schemas.microsoft.com/office/drawing/2014/main" id="{05E4DA9A-5D7E-2F09-3888-30F92299434C}"/>
                </a:ext>
              </a:extLst>
            </p:cNvPr>
            <p:cNvSpPr/>
            <p:nvPr/>
          </p:nvSpPr>
          <p:spPr>
            <a:xfrm>
              <a:off x="10572513" y="27763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19" name="Flowchart: Punched Tape 18">
              <a:extLst>
                <a:ext uri="{FF2B5EF4-FFF2-40B4-BE49-F238E27FC236}">
                  <a16:creationId xmlns:a16="http://schemas.microsoft.com/office/drawing/2014/main" id="{3DF20518-07C7-F462-CB28-A7D2E8F8793D}"/>
                </a:ext>
              </a:extLst>
            </p:cNvPr>
            <p:cNvSpPr/>
            <p:nvPr/>
          </p:nvSpPr>
          <p:spPr>
            <a:xfrm>
              <a:off x="10724913" y="29287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20" name="Flowchart: Punched Tape 19">
              <a:extLst>
                <a:ext uri="{FF2B5EF4-FFF2-40B4-BE49-F238E27FC236}">
                  <a16:creationId xmlns:a16="http://schemas.microsoft.com/office/drawing/2014/main" id="{C86E7B39-4720-5863-858E-7DFFD7F2F9D7}"/>
                </a:ext>
              </a:extLst>
            </p:cNvPr>
            <p:cNvSpPr/>
            <p:nvPr/>
          </p:nvSpPr>
          <p:spPr>
            <a:xfrm>
              <a:off x="10877313" y="30811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</p:grpSp>
      <p:sp>
        <p:nvSpPr>
          <p:cNvPr id="21" name="Flowchart: Punched Tape 20">
            <a:extLst>
              <a:ext uri="{FF2B5EF4-FFF2-40B4-BE49-F238E27FC236}">
                <a16:creationId xmlns:a16="http://schemas.microsoft.com/office/drawing/2014/main" id="{A0D2B8DC-4FDA-27A5-D49A-E9C612BC1C41}"/>
              </a:ext>
            </a:extLst>
          </p:cNvPr>
          <p:cNvSpPr/>
          <p:nvPr/>
        </p:nvSpPr>
        <p:spPr>
          <a:xfrm>
            <a:off x="3044827" y="4529833"/>
            <a:ext cx="1271016" cy="815524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Sqlnet.ora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Punched Tape 21">
            <a:extLst>
              <a:ext uri="{FF2B5EF4-FFF2-40B4-BE49-F238E27FC236}">
                <a16:creationId xmlns:a16="http://schemas.microsoft.com/office/drawing/2014/main" id="{B88568CF-6143-D718-0295-A46BF1E5B22D}"/>
              </a:ext>
            </a:extLst>
          </p:cNvPr>
          <p:cNvSpPr/>
          <p:nvPr/>
        </p:nvSpPr>
        <p:spPr>
          <a:xfrm>
            <a:off x="3462105" y="5024483"/>
            <a:ext cx="1287380" cy="815524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Tnsnames.ora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C83A400A-8278-5487-4DFE-75E23C50A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030" y="1842101"/>
            <a:ext cx="1403650" cy="1403650"/>
          </a:xfrm>
          <a:prstGeom prst="rect">
            <a:avLst/>
          </a:prstGeom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AE58A06-F877-0377-2DFF-709356D5CA7A}"/>
              </a:ext>
            </a:extLst>
          </p:cNvPr>
          <p:cNvCxnSpPr>
            <a:stCxn id="24" idx="3"/>
            <a:endCxn id="5" idx="1"/>
          </p:cNvCxnSpPr>
          <p:nvPr/>
        </p:nvCxnSpPr>
        <p:spPr>
          <a:xfrm>
            <a:off x="1912680" y="2543926"/>
            <a:ext cx="1217660" cy="1351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DC8FAC8-532D-ED4F-59AD-6755D25289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98138" y="3727948"/>
            <a:ext cx="1284082" cy="31968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93E8E2D-4DE8-B1BF-F65B-166B137519FA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849946" y="2774830"/>
            <a:ext cx="1210210" cy="25503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46252ED-BD17-743C-21C3-6514372C840A}"/>
              </a:ext>
            </a:extLst>
          </p:cNvPr>
          <p:cNvGrpSpPr/>
          <p:nvPr/>
        </p:nvGrpSpPr>
        <p:grpSpPr>
          <a:xfrm>
            <a:off x="8212325" y="2201503"/>
            <a:ext cx="1477140" cy="1109472"/>
            <a:chOff x="8232086" y="2105769"/>
            <a:chExt cx="1477140" cy="1109472"/>
          </a:xfrm>
        </p:grpSpPr>
        <p:sp>
          <p:nvSpPr>
            <p:cNvPr id="10" name="Flowchart: Punched Tape 9">
              <a:extLst>
                <a:ext uri="{FF2B5EF4-FFF2-40B4-BE49-F238E27FC236}">
                  <a16:creationId xmlns:a16="http://schemas.microsoft.com/office/drawing/2014/main" id="{A5C2012D-C5FB-79F3-F2E8-99A6CAB4B7F6}"/>
                </a:ext>
              </a:extLst>
            </p:cNvPr>
            <p:cNvSpPr/>
            <p:nvPr/>
          </p:nvSpPr>
          <p:spPr>
            <a:xfrm>
              <a:off x="8232086" y="21057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44" name="Flowchart: Punched Tape 43">
              <a:extLst>
                <a:ext uri="{FF2B5EF4-FFF2-40B4-BE49-F238E27FC236}">
                  <a16:creationId xmlns:a16="http://schemas.microsoft.com/office/drawing/2014/main" id="{2558C68F-1141-20A2-ACDE-8B72EFBCF92B}"/>
                </a:ext>
              </a:extLst>
            </p:cNvPr>
            <p:cNvSpPr/>
            <p:nvPr/>
          </p:nvSpPr>
          <p:spPr>
            <a:xfrm>
              <a:off x="8384486" y="22581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45" name="Flowchart: Punched Tape 44">
              <a:extLst>
                <a:ext uri="{FF2B5EF4-FFF2-40B4-BE49-F238E27FC236}">
                  <a16:creationId xmlns:a16="http://schemas.microsoft.com/office/drawing/2014/main" id="{5E80FA1A-B7E3-2E85-479B-D4F2BA843DC2}"/>
                </a:ext>
              </a:extLst>
            </p:cNvPr>
            <p:cNvSpPr/>
            <p:nvPr/>
          </p:nvSpPr>
          <p:spPr>
            <a:xfrm>
              <a:off x="8536886" y="24105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</p:grp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1913A0B-FA85-FDE4-EBF8-67DFB0DB393A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9502056" y="2895398"/>
            <a:ext cx="1330702" cy="12049"/>
          </a:xfrm>
          <a:prstGeom prst="bentConnector4">
            <a:avLst>
              <a:gd name="adj1" fmla="val 26400"/>
              <a:gd name="adj2" fmla="val -2565093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Flowchart: Punched Tape 47">
            <a:extLst>
              <a:ext uri="{FF2B5EF4-FFF2-40B4-BE49-F238E27FC236}">
                <a16:creationId xmlns:a16="http://schemas.microsoft.com/office/drawing/2014/main" id="{B7F2E841-2FAA-F586-156A-4024485077FC}"/>
              </a:ext>
            </a:extLst>
          </p:cNvPr>
          <p:cNvSpPr/>
          <p:nvPr/>
        </p:nvSpPr>
        <p:spPr>
          <a:xfrm>
            <a:off x="8212325" y="3914103"/>
            <a:ext cx="1529445" cy="1055443"/>
          </a:xfrm>
          <a:prstGeom prst="flowChartPunchedTap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Undo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(Global Architecture)</a:t>
            </a:r>
          </a:p>
        </p:txBody>
      </p:sp>
      <p:sp>
        <p:nvSpPr>
          <p:cNvPr id="98" name="Flowchart: Magnetic Disk 97">
            <a:extLst>
              <a:ext uri="{FF2B5EF4-FFF2-40B4-BE49-F238E27FC236}">
                <a16:creationId xmlns:a16="http://schemas.microsoft.com/office/drawing/2014/main" id="{AEEF6A96-759C-E582-AB8E-67F2E72301C1}"/>
              </a:ext>
            </a:extLst>
          </p:cNvPr>
          <p:cNvSpPr/>
          <p:nvPr/>
        </p:nvSpPr>
        <p:spPr>
          <a:xfrm>
            <a:off x="6056662" y="4158360"/>
            <a:ext cx="1235839" cy="82280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PDB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1F85871-3125-240A-C9D1-079612D01A5E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9103295" y="3230508"/>
            <a:ext cx="0" cy="9343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19F96FD-4172-03CE-9E09-A9593480379C}"/>
              </a:ext>
            </a:extLst>
          </p:cNvPr>
          <p:cNvCxnSpPr>
            <a:cxnSpLocks/>
            <a:stCxn id="10" idx="1"/>
            <a:endCxn id="15" idx="3"/>
          </p:cNvCxnSpPr>
          <p:nvPr/>
        </p:nvCxnSpPr>
        <p:spPr>
          <a:xfrm rot="10800000" flipV="1">
            <a:off x="6678077" y="2603838"/>
            <a:ext cx="1534249" cy="837427"/>
          </a:xfrm>
          <a:prstGeom prst="bentConnector4">
            <a:avLst>
              <a:gd name="adj1" fmla="val 29862"/>
              <a:gd name="adj2" fmla="val 127298"/>
            </a:avLst>
          </a:prstGeom>
          <a:ln w="285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D0233E9C-4737-A65C-3341-1968B0F3C940}"/>
              </a:ext>
            </a:extLst>
          </p:cNvPr>
          <p:cNvCxnSpPr>
            <a:cxnSpLocks/>
            <a:stCxn id="48" idx="1"/>
            <a:endCxn id="98" idx="4"/>
          </p:cNvCxnSpPr>
          <p:nvPr/>
        </p:nvCxnSpPr>
        <p:spPr>
          <a:xfrm rot="10800000" flipV="1">
            <a:off x="7292501" y="4441824"/>
            <a:ext cx="919824" cy="127937"/>
          </a:xfrm>
          <a:prstGeom prst="bentConnector3">
            <a:avLst/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77B9576F-2215-3FB5-8615-B9E14D42D770}"/>
              </a:ext>
            </a:extLst>
          </p:cNvPr>
          <p:cNvCxnSpPr>
            <a:cxnSpLocks/>
            <a:stCxn id="48" idx="0"/>
            <a:endCxn id="15" idx="3"/>
          </p:cNvCxnSpPr>
          <p:nvPr/>
        </p:nvCxnSpPr>
        <p:spPr>
          <a:xfrm rot="16200000" flipV="1">
            <a:off x="7538372" y="2580971"/>
            <a:ext cx="578381" cy="2298972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18F112B-3D1D-D5DC-2401-AE9CF7F1B28D}"/>
              </a:ext>
            </a:extLst>
          </p:cNvPr>
          <p:cNvCxnSpPr>
            <a:cxnSpLocks/>
            <a:stCxn id="98" idx="4"/>
            <a:endCxn id="44" idx="1"/>
          </p:cNvCxnSpPr>
          <p:nvPr/>
        </p:nvCxnSpPr>
        <p:spPr>
          <a:xfrm flipV="1">
            <a:off x="7292501" y="2756239"/>
            <a:ext cx="1072224" cy="1813523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CEEACC6-728E-6C4C-7C1F-543DAF2065DD}"/>
              </a:ext>
            </a:extLst>
          </p:cNvPr>
          <p:cNvSpPr txBox="1"/>
          <p:nvPr/>
        </p:nvSpPr>
        <p:spPr>
          <a:xfrm>
            <a:off x="138561" y="2869432"/>
            <a:ext cx="219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Sessions Connect via Service Name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DA4DD77-2AB3-B0C6-E873-2719AD10710C}"/>
              </a:ext>
            </a:extLst>
          </p:cNvPr>
          <p:cNvSpPr txBox="1"/>
          <p:nvPr/>
        </p:nvSpPr>
        <p:spPr>
          <a:xfrm>
            <a:off x="3022795" y="1876521"/>
            <a:ext cx="217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Listener receives requests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0646834-0121-F8F2-0A48-0BD864E69A6D}"/>
              </a:ext>
            </a:extLst>
          </p:cNvPr>
          <p:cNvSpPr txBox="1"/>
          <p:nvPr/>
        </p:nvSpPr>
        <p:spPr>
          <a:xfrm>
            <a:off x="3676130" y="3931444"/>
            <a:ext cx="151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Validates Service via TNS, Broker or Wallet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9ECB8F6-AAB8-0D3D-AA4D-DEBEA6CF7741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4849946" y="2774830"/>
            <a:ext cx="1206716" cy="17949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BC87AC1-218F-B702-D250-D8069B15E72D}"/>
              </a:ext>
            </a:extLst>
          </p:cNvPr>
          <p:cNvSpPr txBox="1"/>
          <p:nvPr/>
        </p:nvSpPr>
        <p:spPr>
          <a:xfrm>
            <a:off x="6211181" y="5317308"/>
            <a:ext cx="297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Oracle Database Container</a:t>
            </a:r>
          </a:p>
        </p:txBody>
      </p:sp>
      <p:sp>
        <p:nvSpPr>
          <p:cNvPr id="63" name="Flowchart: Magnetic Disk 62">
            <a:extLst>
              <a:ext uri="{FF2B5EF4-FFF2-40B4-BE49-F238E27FC236}">
                <a16:creationId xmlns:a16="http://schemas.microsoft.com/office/drawing/2014/main" id="{404FFF7C-25E9-1747-AE1B-B9CE71D70C00}"/>
              </a:ext>
            </a:extLst>
          </p:cNvPr>
          <p:cNvSpPr/>
          <p:nvPr/>
        </p:nvSpPr>
        <p:spPr>
          <a:xfrm>
            <a:off x="5074696" y="1078566"/>
            <a:ext cx="1235839" cy="822803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CDB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4E8C6FAB-FA1D-3E3D-6FEA-DA0FFF8DACB6}"/>
              </a:ext>
            </a:extLst>
          </p:cNvPr>
          <p:cNvCxnSpPr>
            <a:cxnSpLocks/>
            <a:stCxn id="63" idx="3"/>
            <a:endCxn id="15" idx="1"/>
          </p:cNvCxnSpPr>
          <p:nvPr/>
        </p:nvCxnSpPr>
        <p:spPr>
          <a:xfrm rot="16200000" flipH="1">
            <a:off x="5826799" y="1767186"/>
            <a:ext cx="717094" cy="98546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BBBE0FA1-0961-B218-A81D-5CD85ABD06C5}"/>
              </a:ext>
            </a:extLst>
          </p:cNvPr>
          <p:cNvCxnSpPr>
            <a:cxnSpLocks/>
            <a:stCxn id="63" idx="3"/>
            <a:endCxn id="98" idx="1"/>
          </p:cNvCxnSpPr>
          <p:nvPr/>
        </p:nvCxnSpPr>
        <p:spPr>
          <a:xfrm rot="16200000" flipH="1">
            <a:off x="5055104" y="2538881"/>
            <a:ext cx="2256991" cy="981966"/>
          </a:xfrm>
          <a:prstGeom prst="bentConnector3">
            <a:avLst>
              <a:gd name="adj1" fmla="val 89299"/>
            </a:avLst>
          </a:prstGeom>
          <a:ln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07F579C-640C-FDCF-AB18-DAA253C854E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295110" y="1716456"/>
            <a:ext cx="2503385" cy="565514"/>
          </a:xfrm>
          <a:prstGeom prst="bentConnector2">
            <a:avLst/>
          </a:prstGeom>
          <a:ln w="28575">
            <a:prstDash val="dash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DB47BDC0-0FCB-DB07-2B7C-889B2F0E6679}"/>
              </a:ext>
            </a:extLst>
          </p:cNvPr>
          <p:cNvSpPr/>
          <p:nvPr/>
        </p:nvSpPr>
        <p:spPr>
          <a:xfrm>
            <a:off x="9188718" y="1078565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DBWx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1203DA8-57A1-EDEA-7038-B59CE05E01F6}"/>
              </a:ext>
            </a:extLst>
          </p:cNvPr>
          <p:cNvSpPr/>
          <p:nvPr/>
        </p:nvSpPr>
        <p:spPr>
          <a:xfrm>
            <a:off x="10132593" y="10932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4D4F491-17C6-5A66-1D71-DCB02BEFEA37}"/>
              </a:ext>
            </a:extLst>
          </p:cNvPr>
          <p:cNvSpPr/>
          <p:nvPr/>
        </p:nvSpPr>
        <p:spPr>
          <a:xfrm>
            <a:off x="7334172" y="1098984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48E6017-2416-C4CB-EAB6-8C9D0ED439AB}"/>
              </a:ext>
            </a:extLst>
          </p:cNvPr>
          <p:cNvSpPr/>
          <p:nvPr/>
        </p:nvSpPr>
        <p:spPr>
          <a:xfrm>
            <a:off x="6412562" y="1115823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5FFA63C-1A55-2CD1-F940-825D80C6BB3F}"/>
              </a:ext>
            </a:extLst>
          </p:cNvPr>
          <p:cNvSpPr/>
          <p:nvPr/>
        </p:nvSpPr>
        <p:spPr>
          <a:xfrm>
            <a:off x="8274878" y="10932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905C27F-2E7E-A7F5-BF05-2AF5E1EAF824}"/>
              </a:ext>
            </a:extLst>
          </p:cNvPr>
          <p:cNvSpPr/>
          <p:nvPr/>
        </p:nvSpPr>
        <p:spPr>
          <a:xfrm>
            <a:off x="10284993" y="12456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7324B67-8877-42C3-0238-9D01B82324E6}"/>
              </a:ext>
            </a:extLst>
          </p:cNvPr>
          <p:cNvSpPr/>
          <p:nvPr/>
        </p:nvSpPr>
        <p:spPr>
          <a:xfrm>
            <a:off x="10437393" y="13980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DA638B7-B75F-3005-40B5-E581C26D2971}"/>
              </a:ext>
            </a:extLst>
          </p:cNvPr>
          <p:cNvSpPr/>
          <p:nvPr/>
        </p:nvSpPr>
        <p:spPr>
          <a:xfrm>
            <a:off x="10589793" y="15504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0FF8758-0722-F7AD-4478-A6DD09A031C6}"/>
              </a:ext>
            </a:extLst>
          </p:cNvPr>
          <p:cNvSpPr/>
          <p:nvPr/>
        </p:nvSpPr>
        <p:spPr>
          <a:xfrm>
            <a:off x="10742193" y="1702849"/>
            <a:ext cx="830908" cy="4426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9366794-CF1B-8468-0405-15F272E0A073}"/>
              </a:ext>
            </a:extLst>
          </p:cNvPr>
          <p:cNvGrpSpPr/>
          <p:nvPr/>
        </p:nvGrpSpPr>
        <p:grpSpPr>
          <a:xfrm>
            <a:off x="7005710" y="4411760"/>
            <a:ext cx="551002" cy="818695"/>
            <a:chOff x="9957816" y="1520345"/>
            <a:chExt cx="2029568" cy="4626137"/>
          </a:xfrm>
        </p:grpSpPr>
        <p:sp>
          <p:nvSpPr>
            <p:cNvPr id="107" name="Rectangle: Single Corner Rounded 106">
              <a:extLst>
                <a:ext uri="{FF2B5EF4-FFF2-40B4-BE49-F238E27FC236}">
                  <a16:creationId xmlns:a16="http://schemas.microsoft.com/office/drawing/2014/main" id="{AFF376F3-9547-FD8E-4975-69C4FDB52E12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lowchart: Magnetic Disk 107">
              <a:extLst>
                <a:ext uri="{FF2B5EF4-FFF2-40B4-BE49-F238E27FC236}">
                  <a16:creationId xmlns:a16="http://schemas.microsoft.com/office/drawing/2014/main" id="{666880F8-E1EB-8761-92DA-8138868A7595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09" name="Flowchart: Magnetic Disk 108">
              <a:extLst>
                <a:ext uri="{FF2B5EF4-FFF2-40B4-BE49-F238E27FC236}">
                  <a16:creationId xmlns:a16="http://schemas.microsoft.com/office/drawing/2014/main" id="{6C9366B9-B7AD-ACC3-1727-119945BB7EE7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11" name="Flowchart: Magnetic Disk 110">
              <a:extLst>
                <a:ext uri="{FF2B5EF4-FFF2-40B4-BE49-F238E27FC236}">
                  <a16:creationId xmlns:a16="http://schemas.microsoft.com/office/drawing/2014/main" id="{680695B8-DFCD-B543-9192-0463212124C0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112" name="Flowchart: Magnetic Disk 111">
              <a:extLst>
                <a:ext uri="{FF2B5EF4-FFF2-40B4-BE49-F238E27FC236}">
                  <a16:creationId xmlns:a16="http://schemas.microsoft.com/office/drawing/2014/main" id="{12B4BC55-719A-0460-02DA-46332EED8A02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13" name="Flowchart: Magnetic Disk 112">
              <a:extLst>
                <a:ext uri="{FF2B5EF4-FFF2-40B4-BE49-F238E27FC236}">
                  <a16:creationId xmlns:a16="http://schemas.microsoft.com/office/drawing/2014/main" id="{6BD31F2B-EFE9-859C-01BF-87D7A899B8E6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14" name="Flowchart: Magnetic Disk 113">
              <a:extLst>
                <a:ext uri="{FF2B5EF4-FFF2-40B4-BE49-F238E27FC236}">
                  <a16:creationId xmlns:a16="http://schemas.microsoft.com/office/drawing/2014/main" id="{9D37DDC2-E639-2793-0D6F-BB29EE636CC8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29012C1-E17A-34D7-64BD-583F1CDEF679}"/>
              </a:ext>
            </a:extLst>
          </p:cNvPr>
          <p:cNvGrpSpPr/>
          <p:nvPr/>
        </p:nvGrpSpPr>
        <p:grpSpPr>
          <a:xfrm>
            <a:off x="6955387" y="2919111"/>
            <a:ext cx="551002" cy="818695"/>
            <a:chOff x="9957816" y="1520345"/>
            <a:chExt cx="2029568" cy="4626137"/>
          </a:xfrm>
        </p:grpSpPr>
        <p:sp>
          <p:nvSpPr>
            <p:cNvPr id="118" name="Rectangle: Single Corner Rounded 117">
              <a:extLst>
                <a:ext uri="{FF2B5EF4-FFF2-40B4-BE49-F238E27FC236}">
                  <a16:creationId xmlns:a16="http://schemas.microsoft.com/office/drawing/2014/main" id="{D8CDAF10-7EC4-7352-8D8F-39D6BD345167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Flowchart: Magnetic Disk 118">
              <a:extLst>
                <a:ext uri="{FF2B5EF4-FFF2-40B4-BE49-F238E27FC236}">
                  <a16:creationId xmlns:a16="http://schemas.microsoft.com/office/drawing/2014/main" id="{4037FDF0-DE01-663E-5CA6-46E3C1BFD821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0" name="Flowchart: Magnetic Disk 119">
              <a:extLst>
                <a:ext uri="{FF2B5EF4-FFF2-40B4-BE49-F238E27FC236}">
                  <a16:creationId xmlns:a16="http://schemas.microsoft.com/office/drawing/2014/main" id="{41ECA910-EC6E-441C-F329-38FAF82473A7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2" name="Flowchart: Magnetic Disk 121">
              <a:extLst>
                <a:ext uri="{FF2B5EF4-FFF2-40B4-BE49-F238E27FC236}">
                  <a16:creationId xmlns:a16="http://schemas.microsoft.com/office/drawing/2014/main" id="{B3EEE65B-DCE2-19FC-0FD2-2E263424C134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123" name="Flowchart: Magnetic Disk 122">
              <a:extLst>
                <a:ext uri="{FF2B5EF4-FFF2-40B4-BE49-F238E27FC236}">
                  <a16:creationId xmlns:a16="http://schemas.microsoft.com/office/drawing/2014/main" id="{CE63B45D-C1FE-23E8-B624-89F4167091AE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24" name="Flowchart: Magnetic Disk 123">
              <a:extLst>
                <a:ext uri="{FF2B5EF4-FFF2-40B4-BE49-F238E27FC236}">
                  <a16:creationId xmlns:a16="http://schemas.microsoft.com/office/drawing/2014/main" id="{023E0FF3-3998-25E6-1D3E-B6405624626B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5" name="Flowchart: Magnetic Disk 124">
              <a:extLst>
                <a:ext uri="{FF2B5EF4-FFF2-40B4-BE49-F238E27FC236}">
                  <a16:creationId xmlns:a16="http://schemas.microsoft.com/office/drawing/2014/main" id="{9B22FFB1-2D5D-4B37-3565-21D4611AFEED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96EA7BE-B5D2-BD2C-6338-F744B108CC11}"/>
              </a:ext>
            </a:extLst>
          </p:cNvPr>
          <p:cNvGrpSpPr/>
          <p:nvPr/>
        </p:nvGrpSpPr>
        <p:grpSpPr>
          <a:xfrm>
            <a:off x="5971997" y="1505816"/>
            <a:ext cx="551002" cy="567915"/>
            <a:chOff x="11297600" y="247650"/>
            <a:chExt cx="551002" cy="567915"/>
          </a:xfrm>
        </p:grpSpPr>
        <p:sp>
          <p:nvSpPr>
            <p:cNvPr id="127" name="Rectangle: Single Corner Rounded 126">
              <a:extLst>
                <a:ext uri="{FF2B5EF4-FFF2-40B4-BE49-F238E27FC236}">
                  <a16:creationId xmlns:a16="http://schemas.microsoft.com/office/drawing/2014/main" id="{113736DF-2983-D79E-69E7-42E2C1B033DC}"/>
                </a:ext>
              </a:extLst>
            </p:cNvPr>
            <p:cNvSpPr/>
            <p:nvPr/>
          </p:nvSpPr>
          <p:spPr>
            <a:xfrm>
              <a:off x="11297600" y="247650"/>
              <a:ext cx="551002" cy="567915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lowchart: Magnetic Disk 129">
              <a:extLst>
                <a:ext uri="{FF2B5EF4-FFF2-40B4-BE49-F238E27FC236}">
                  <a16:creationId xmlns:a16="http://schemas.microsoft.com/office/drawing/2014/main" id="{85D790CC-CEF6-8CAB-FE03-4AF15330C44F}"/>
                </a:ext>
              </a:extLst>
            </p:cNvPr>
            <p:cNvSpPr/>
            <p:nvPr/>
          </p:nvSpPr>
          <p:spPr>
            <a:xfrm>
              <a:off x="11347401" y="617762"/>
              <a:ext cx="443295" cy="11228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135" name="Flowchart: Magnetic Disk 134">
              <a:extLst>
                <a:ext uri="{FF2B5EF4-FFF2-40B4-BE49-F238E27FC236}">
                  <a16:creationId xmlns:a16="http://schemas.microsoft.com/office/drawing/2014/main" id="{21358663-2BB0-375A-21B0-D35476913805}"/>
                </a:ext>
              </a:extLst>
            </p:cNvPr>
            <p:cNvSpPr/>
            <p:nvPr/>
          </p:nvSpPr>
          <p:spPr>
            <a:xfrm>
              <a:off x="11352873" y="472601"/>
              <a:ext cx="443295" cy="11228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37" name="Flowchart: Magnetic Disk 136">
              <a:extLst>
                <a:ext uri="{FF2B5EF4-FFF2-40B4-BE49-F238E27FC236}">
                  <a16:creationId xmlns:a16="http://schemas.microsoft.com/office/drawing/2014/main" id="{2B75188D-FA4E-F117-A241-17839D87A45D}"/>
                </a:ext>
              </a:extLst>
            </p:cNvPr>
            <p:cNvSpPr/>
            <p:nvPr/>
          </p:nvSpPr>
          <p:spPr>
            <a:xfrm>
              <a:off x="11347401" y="330350"/>
              <a:ext cx="443295" cy="11228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A331D434-57F0-F69B-DE1A-A2CDC988C343}"/>
              </a:ext>
            </a:extLst>
          </p:cNvPr>
          <p:cNvSpPr txBox="1"/>
          <p:nvPr/>
        </p:nvSpPr>
        <p:spPr>
          <a:xfrm>
            <a:off x="353044" y="4870484"/>
            <a:ext cx="2097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Multitenant, share system processes architecture – 12c+ default for 23ai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073895A-C70C-9C60-56D8-D26F1519FB91}"/>
              </a:ext>
            </a:extLst>
          </p:cNvPr>
          <p:cNvSpPr/>
          <p:nvPr/>
        </p:nvSpPr>
        <p:spPr>
          <a:xfrm>
            <a:off x="-584" y="4013"/>
            <a:ext cx="594406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High Level Oracle Multitenant(Container)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3F7CF5-BD6D-76B4-A31A-6C0A8F947767}"/>
              </a:ext>
            </a:extLst>
          </p:cNvPr>
          <p:cNvSpPr/>
          <p:nvPr/>
        </p:nvSpPr>
        <p:spPr>
          <a:xfrm>
            <a:off x="5701230" y="2563370"/>
            <a:ext cx="805156" cy="36785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068EB9-19F3-E109-7881-1D3164A55D2B}"/>
              </a:ext>
            </a:extLst>
          </p:cNvPr>
          <p:cNvSpPr/>
          <p:nvPr/>
        </p:nvSpPr>
        <p:spPr>
          <a:xfrm>
            <a:off x="5680546" y="4164201"/>
            <a:ext cx="784547" cy="33065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EF8B2D-0743-5DFA-8F77-CCCEF5F62253}"/>
              </a:ext>
            </a:extLst>
          </p:cNvPr>
          <p:cNvSpPr/>
          <p:nvPr/>
        </p:nvSpPr>
        <p:spPr>
          <a:xfrm>
            <a:off x="5689121" y="3151424"/>
            <a:ext cx="788785" cy="3237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11C287-C4A4-BEC4-CB38-29D8AA355594}"/>
              </a:ext>
            </a:extLst>
          </p:cNvPr>
          <p:cNvSpPr/>
          <p:nvPr/>
        </p:nvSpPr>
        <p:spPr>
          <a:xfrm>
            <a:off x="5706703" y="4777981"/>
            <a:ext cx="788785" cy="3237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</p:spTree>
    <p:extLst>
      <p:ext uri="{BB962C8B-B14F-4D97-AF65-F5344CB8AC3E}">
        <p14:creationId xmlns:p14="http://schemas.microsoft.com/office/powerpoint/2010/main" val="146050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492"/>
    </mc:Choice>
    <mc:Fallback xmlns="">
      <p:transition spd="slow" advTm="94492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4747-3D49-354F-1E06-AA1A8948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What is RAC?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3528E8-76FB-D6DA-62E0-2423937BB7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355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253"/>
    </mc:Choice>
    <mc:Fallback xmlns="">
      <p:transition spd="slow" advTm="87253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E70F-23D9-A6D9-EC30-DED467FD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4F5BBFF-5978-AD5E-FB84-F9C792F07DC1}"/>
              </a:ext>
            </a:extLst>
          </p:cNvPr>
          <p:cNvCxnSpPr>
            <a:cxnSpLocks/>
            <a:stCxn id="132" idx="2"/>
            <a:endCxn id="5" idx="0"/>
          </p:cNvCxnSpPr>
          <p:nvPr/>
        </p:nvCxnSpPr>
        <p:spPr>
          <a:xfrm rot="16200000" flipH="1">
            <a:off x="427539" y="2917470"/>
            <a:ext cx="1508092" cy="9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B0EF7A4-5156-E14D-1F7E-1B709A23D704}"/>
              </a:ext>
            </a:extLst>
          </p:cNvPr>
          <p:cNvSpPr/>
          <p:nvPr/>
        </p:nvSpPr>
        <p:spPr>
          <a:xfrm>
            <a:off x="376186" y="806307"/>
            <a:ext cx="1601713" cy="13616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AEA38067-2CF7-2CB0-1A06-6386566F9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165" y="725457"/>
            <a:ext cx="1020159" cy="96133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D11A9CF1-43AE-3FC8-77D7-6C37E0E4A9DF}"/>
              </a:ext>
            </a:extLst>
          </p:cNvPr>
          <p:cNvSpPr txBox="1"/>
          <p:nvPr/>
        </p:nvSpPr>
        <p:spPr>
          <a:xfrm>
            <a:off x="412912" y="1429057"/>
            <a:ext cx="159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Sessions Connect via Service Name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CF0D2386-9E6D-1826-A841-AC969185FB42}"/>
              </a:ext>
            </a:extLst>
          </p:cNvPr>
          <p:cNvSpPr/>
          <p:nvPr/>
        </p:nvSpPr>
        <p:spPr>
          <a:xfrm>
            <a:off x="303437" y="3676059"/>
            <a:ext cx="1765382" cy="1042583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Oracle SCAN Listener</a:t>
            </a:r>
          </a:p>
        </p:txBody>
      </p:sp>
      <p:pic>
        <p:nvPicPr>
          <p:cNvPr id="7" name="Graphic 6" descr="Ear outline">
            <a:extLst>
              <a:ext uri="{FF2B5EF4-FFF2-40B4-BE49-F238E27FC236}">
                <a16:creationId xmlns:a16="http://schemas.microsoft.com/office/drawing/2014/main" id="{7425660C-DD25-68E1-3A79-3A7C99040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88" y="3647750"/>
            <a:ext cx="773692" cy="7076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CCABD9-A540-E38A-0DC4-3B9F043D8498}"/>
              </a:ext>
            </a:extLst>
          </p:cNvPr>
          <p:cNvSpPr txBox="1"/>
          <p:nvPr/>
        </p:nvSpPr>
        <p:spPr>
          <a:xfrm>
            <a:off x="7423661" y="472005"/>
            <a:ext cx="199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 Node 1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9FDB8C7-A4E8-2B8E-373C-0F25F3009D75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 flipV="1">
            <a:off x="2068819" y="1577227"/>
            <a:ext cx="995968" cy="262012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54BCD8D-9908-8340-6B42-9AFF5F017C3A}"/>
              </a:ext>
            </a:extLst>
          </p:cNvPr>
          <p:cNvSpPr txBox="1"/>
          <p:nvPr/>
        </p:nvSpPr>
        <p:spPr>
          <a:xfrm>
            <a:off x="78820" y="4751735"/>
            <a:ext cx="221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Validates and directs session to an available node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2E829BA-3FAC-F05E-89C9-62262ACBE477}"/>
              </a:ext>
            </a:extLst>
          </p:cNvPr>
          <p:cNvGrpSpPr/>
          <p:nvPr/>
        </p:nvGrpSpPr>
        <p:grpSpPr>
          <a:xfrm>
            <a:off x="2755332" y="333374"/>
            <a:ext cx="5147802" cy="3037807"/>
            <a:chOff x="2756177" y="358493"/>
            <a:chExt cx="5401147" cy="3204666"/>
          </a:xfrm>
        </p:grpSpPr>
        <p:sp>
          <p:nvSpPr>
            <p:cNvPr id="11" name="Rectangle: Single Corner Rounded 10">
              <a:extLst>
                <a:ext uri="{FF2B5EF4-FFF2-40B4-BE49-F238E27FC236}">
                  <a16:creationId xmlns:a16="http://schemas.microsoft.com/office/drawing/2014/main" id="{E470BE43-54F4-80E8-CACB-A4DE44A731FB}"/>
                </a:ext>
              </a:extLst>
            </p:cNvPr>
            <p:cNvSpPr/>
            <p:nvPr/>
          </p:nvSpPr>
          <p:spPr>
            <a:xfrm>
              <a:off x="2756177" y="358493"/>
              <a:ext cx="5401147" cy="3204666"/>
            </a:xfrm>
            <a:prstGeom prst="round1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5C1747-C1D4-763E-3F0C-D2FD14B9BF4C}"/>
                </a:ext>
              </a:extLst>
            </p:cNvPr>
            <p:cNvSpPr/>
            <p:nvPr/>
          </p:nvSpPr>
          <p:spPr>
            <a:xfrm>
              <a:off x="4343206" y="697429"/>
              <a:ext cx="2703041" cy="23638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2A957041-A6A7-E35C-C8C9-41D86E88A476}"/>
                </a:ext>
              </a:extLst>
            </p:cNvPr>
            <p:cNvSpPr/>
            <p:nvPr/>
          </p:nvSpPr>
          <p:spPr>
            <a:xfrm>
              <a:off x="4167474" y="523556"/>
              <a:ext cx="721116" cy="496437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RAC DB Instance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1B2ACC5-5618-7286-22C9-4D2C9E5E2B4E}"/>
                </a:ext>
              </a:extLst>
            </p:cNvPr>
            <p:cNvGrpSpPr/>
            <p:nvPr/>
          </p:nvGrpSpPr>
          <p:grpSpPr>
            <a:xfrm>
              <a:off x="7145523" y="2291668"/>
              <a:ext cx="933351" cy="769637"/>
              <a:chOff x="10572513" y="2776361"/>
              <a:chExt cx="1419843" cy="1109472"/>
            </a:xfrm>
          </p:grpSpPr>
          <p:sp>
            <p:nvSpPr>
              <p:cNvPr id="17" name="Flowchart: Punched Tape 16">
                <a:extLst>
                  <a:ext uri="{FF2B5EF4-FFF2-40B4-BE49-F238E27FC236}">
                    <a16:creationId xmlns:a16="http://schemas.microsoft.com/office/drawing/2014/main" id="{B0F7570C-E139-AD3D-6D1C-8B91347A7A1F}"/>
                  </a:ext>
                </a:extLst>
              </p:cNvPr>
              <p:cNvSpPr/>
              <p:nvPr/>
            </p:nvSpPr>
            <p:spPr>
              <a:xfrm>
                <a:off x="10572513" y="27763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19" name="Flowchart: Punched Tape 18">
                <a:extLst>
                  <a:ext uri="{FF2B5EF4-FFF2-40B4-BE49-F238E27FC236}">
                    <a16:creationId xmlns:a16="http://schemas.microsoft.com/office/drawing/2014/main" id="{2552B766-9DA4-3172-D0C2-6824AF06530B}"/>
                  </a:ext>
                </a:extLst>
              </p:cNvPr>
              <p:cNvSpPr/>
              <p:nvPr/>
            </p:nvSpPr>
            <p:spPr>
              <a:xfrm>
                <a:off x="10724913" y="29287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0" name="Flowchart: Punched Tape 19">
                <a:extLst>
                  <a:ext uri="{FF2B5EF4-FFF2-40B4-BE49-F238E27FC236}">
                    <a16:creationId xmlns:a16="http://schemas.microsoft.com/office/drawing/2014/main" id="{C17B4F30-A3CD-921F-0A25-5C0E4C0486E6}"/>
                  </a:ext>
                </a:extLst>
              </p:cNvPr>
              <p:cNvSpPr/>
              <p:nvPr/>
            </p:nvSpPr>
            <p:spPr>
              <a:xfrm>
                <a:off x="10877313" y="30811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</p:grpSp>
        <p:sp>
          <p:nvSpPr>
            <p:cNvPr id="21" name="Flowchart: Punched Tape 20">
              <a:extLst>
                <a:ext uri="{FF2B5EF4-FFF2-40B4-BE49-F238E27FC236}">
                  <a16:creationId xmlns:a16="http://schemas.microsoft.com/office/drawing/2014/main" id="{3C3B0B0D-2BE4-4689-3885-4873768A3430}"/>
                </a:ext>
              </a:extLst>
            </p:cNvPr>
            <p:cNvSpPr/>
            <p:nvPr/>
          </p:nvSpPr>
          <p:spPr>
            <a:xfrm>
              <a:off x="2976431" y="2625012"/>
              <a:ext cx="741642" cy="492045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Sqlnet.ora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Flowchart: Punched Tape 21">
              <a:extLst>
                <a:ext uri="{FF2B5EF4-FFF2-40B4-BE49-F238E27FC236}">
                  <a16:creationId xmlns:a16="http://schemas.microsoft.com/office/drawing/2014/main" id="{96330535-6D79-615B-7949-1F5BBCE91A5C}"/>
                </a:ext>
              </a:extLst>
            </p:cNvPr>
            <p:cNvSpPr/>
            <p:nvPr/>
          </p:nvSpPr>
          <p:spPr>
            <a:xfrm>
              <a:off x="3219913" y="2923459"/>
              <a:ext cx="871993" cy="492045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Tnsnames.ora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A1AE0D1B-148A-C7F4-E11D-F25F8BD46AD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053147" y="2144368"/>
              <a:ext cx="774749" cy="186539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1BFE1E-69EC-1D72-9CB8-BFC170379D4E}"/>
                </a:ext>
              </a:extLst>
            </p:cNvPr>
            <p:cNvGrpSpPr/>
            <p:nvPr/>
          </p:nvGrpSpPr>
          <p:grpSpPr>
            <a:xfrm>
              <a:off x="4892396" y="1426818"/>
              <a:ext cx="977871" cy="680878"/>
              <a:chOff x="8232086" y="2105769"/>
              <a:chExt cx="1477141" cy="1109472"/>
            </a:xfrm>
          </p:grpSpPr>
          <p:sp>
            <p:nvSpPr>
              <p:cNvPr id="10" name="Flowchart: Punched Tape 9">
                <a:extLst>
                  <a:ext uri="{FF2B5EF4-FFF2-40B4-BE49-F238E27FC236}">
                    <a16:creationId xmlns:a16="http://schemas.microsoft.com/office/drawing/2014/main" id="{D65BBFDE-0B15-7326-B1B3-4B540FDF361C}"/>
                  </a:ext>
                </a:extLst>
              </p:cNvPr>
              <p:cNvSpPr/>
              <p:nvPr/>
            </p:nvSpPr>
            <p:spPr>
              <a:xfrm>
                <a:off x="8232086" y="21057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  <p:sp>
            <p:nvSpPr>
              <p:cNvPr id="44" name="Flowchart: Punched Tape 43">
                <a:extLst>
                  <a:ext uri="{FF2B5EF4-FFF2-40B4-BE49-F238E27FC236}">
                    <a16:creationId xmlns:a16="http://schemas.microsoft.com/office/drawing/2014/main" id="{E3051887-B882-D907-225A-814947072725}"/>
                  </a:ext>
                </a:extLst>
              </p:cNvPr>
              <p:cNvSpPr/>
              <p:nvPr/>
            </p:nvSpPr>
            <p:spPr>
              <a:xfrm>
                <a:off x="8384486" y="22581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Logs</a:t>
                </a:r>
              </a:p>
            </p:txBody>
          </p:sp>
          <p:sp>
            <p:nvSpPr>
              <p:cNvPr id="45" name="Flowchart: Punched Tape 44">
                <a:extLst>
                  <a:ext uri="{FF2B5EF4-FFF2-40B4-BE49-F238E27FC236}">
                    <a16:creationId xmlns:a16="http://schemas.microsoft.com/office/drawing/2014/main" id="{6EA3CE69-3AAD-6D8C-657E-479D5A0C7F9C}"/>
                  </a:ext>
                </a:extLst>
              </p:cNvPr>
              <p:cNvSpPr/>
              <p:nvPr/>
            </p:nvSpPr>
            <p:spPr>
              <a:xfrm>
                <a:off x="8536886" y="2410569"/>
                <a:ext cx="1172341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</p:grp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6E0D9B29-50B7-4221-879F-131B745DBAE8}"/>
                </a:ext>
              </a:extLst>
            </p:cNvPr>
            <p:cNvCxnSpPr>
              <a:cxnSpLocks/>
              <a:stCxn id="45" idx="3"/>
              <a:endCxn id="17" idx="0"/>
            </p:cNvCxnSpPr>
            <p:nvPr/>
          </p:nvCxnSpPr>
          <p:spPr>
            <a:xfrm>
              <a:off x="5870267" y="1860784"/>
              <a:ext cx="1641750" cy="486703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Flowchart: Punched Tape 47">
              <a:extLst>
                <a:ext uri="{FF2B5EF4-FFF2-40B4-BE49-F238E27FC236}">
                  <a16:creationId xmlns:a16="http://schemas.microsoft.com/office/drawing/2014/main" id="{6043551C-F321-6869-6C63-6C3A2FF40A37}"/>
                </a:ext>
              </a:extLst>
            </p:cNvPr>
            <p:cNvSpPr/>
            <p:nvPr/>
          </p:nvSpPr>
          <p:spPr>
            <a:xfrm>
              <a:off x="4958970" y="2322247"/>
              <a:ext cx="1000107" cy="584179"/>
            </a:xfrm>
            <a:prstGeom prst="flowChartPunchedTap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B3C4EC9-8E73-C70F-5922-41B0C23EF4D6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482220" y="2058313"/>
              <a:ext cx="0" cy="42663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53BC988-D853-7006-8670-E4357B2CE537}"/>
                </a:ext>
              </a:extLst>
            </p:cNvPr>
            <p:cNvSpPr txBox="1"/>
            <p:nvPr/>
          </p:nvSpPr>
          <p:spPr>
            <a:xfrm>
              <a:off x="2974258" y="926293"/>
              <a:ext cx="1606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Listener receives requests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E71E145-DA9E-4AB1-8A3F-CF75F67EFE7F}"/>
                </a:ext>
              </a:extLst>
            </p:cNvPr>
            <p:cNvSpPr/>
            <p:nvPr/>
          </p:nvSpPr>
          <p:spPr>
            <a:xfrm>
              <a:off x="6541515" y="74243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DBWx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F612528-75A7-AF8E-92FD-06BC08705DB7}"/>
                </a:ext>
              </a:extLst>
            </p:cNvPr>
            <p:cNvSpPr/>
            <p:nvPr/>
          </p:nvSpPr>
          <p:spPr>
            <a:xfrm>
              <a:off x="5592686" y="1169849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4001313-2A1D-E9BC-5324-58C1B0E4680A}"/>
                </a:ext>
              </a:extLst>
            </p:cNvPr>
            <p:cNvSpPr/>
            <p:nvPr/>
          </p:nvSpPr>
          <p:spPr>
            <a:xfrm>
              <a:off x="5500349" y="76388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F2E273F-8756-C4AE-D094-7B2C4C94F195}"/>
                </a:ext>
              </a:extLst>
            </p:cNvPr>
            <p:cNvSpPr/>
            <p:nvPr/>
          </p:nvSpPr>
          <p:spPr>
            <a:xfrm>
              <a:off x="4958970" y="76264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6A67CA5-D4E4-9717-BB9C-183EE6254D2A}"/>
                </a:ext>
              </a:extLst>
            </p:cNvPr>
            <p:cNvSpPr/>
            <p:nvPr/>
          </p:nvSpPr>
          <p:spPr>
            <a:xfrm>
              <a:off x="6023719" y="751295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5E768036-E07D-BE59-655A-1EEB70982081}"/>
                </a:ext>
              </a:extLst>
            </p:cNvPr>
            <p:cNvSpPr/>
            <p:nvPr/>
          </p:nvSpPr>
          <p:spPr>
            <a:xfrm>
              <a:off x="5681612" y="126180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B47959E-E6A4-2339-6D94-A07C0554DD13}"/>
                </a:ext>
              </a:extLst>
            </p:cNvPr>
            <p:cNvSpPr/>
            <p:nvPr/>
          </p:nvSpPr>
          <p:spPr>
            <a:xfrm>
              <a:off x="5770538" y="135375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41DFE79-BB55-5CCC-2321-9283CB670339}"/>
                </a:ext>
              </a:extLst>
            </p:cNvPr>
            <p:cNvSpPr/>
            <p:nvPr/>
          </p:nvSpPr>
          <p:spPr>
            <a:xfrm>
              <a:off x="5859464" y="144570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DC4F1EB-008F-BC8F-1795-554346F203F9}"/>
                </a:ext>
              </a:extLst>
            </p:cNvPr>
            <p:cNvSpPr/>
            <p:nvPr/>
          </p:nvSpPr>
          <p:spPr>
            <a:xfrm>
              <a:off x="5948390" y="1537651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bknd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41AF49D-ACF2-D981-A44F-516BBAFEF6A0}"/>
                </a:ext>
              </a:extLst>
            </p:cNvPr>
            <p:cNvGrpSpPr/>
            <p:nvPr/>
          </p:nvGrpSpPr>
          <p:grpSpPr>
            <a:xfrm>
              <a:off x="3019082" y="1358339"/>
              <a:ext cx="1430871" cy="600629"/>
              <a:chOff x="3496056" y="2971800"/>
              <a:chExt cx="2188413" cy="914401"/>
            </a:xfrm>
          </p:grpSpPr>
          <p:sp>
            <p:nvSpPr>
              <p:cNvPr id="25" name="Rectangle: Single Corner Rounded 24">
                <a:extLst>
                  <a:ext uri="{FF2B5EF4-FFF2-40B4-BE49-F238E27FC236}">
                    <a16:creationId xmlns:a16="http://schemas.microsoft.com/office/drawing/2014/main" id="{4205B76D-B939-8ADE-6BCE-4FC49BE0E509}"/>
                  </a:ext>
                </a:extLst>
              </p:cNvPr>
              <p:cNvSpPr/>
              <p:nvPr/>
            </p:nvSpPr>
            <p:spPr>
              <a:xfrm>
                <a:off x="3590544" y="3008379"/>
                <a:ext cx="2093925" cy="877822"/>
              </a:xfrm>
              <a:prstGeom prst="round1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  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received</a:t>
                </a:r>
              </a:p>
            </p:txBody>
          </p:sp>
          <p:pic>
            <p:nvPicPr>
              <p:cNvPr id="27" name="Graphic 26" descr="Ear outline">
                <a:extLst>
                  <a:ext uri="{FF2B5EF4-FFF2-40B4-BE49-F238E27FC236}">
                    <a16:creationId xmlns:a16="http://schemas.microsoft.com/office/drawing/2014/main" id="{BED5863D-DD7D-DC96-7DAB-5B40A4EDA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96056" y="297180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0E1BA8-7353-E4C7-2270-C063BBCEE8BC}"/>
              </a:ext>
            </a:extLst>
          </p:cNvPr>
          <p:cNvGrpSpPr/>
          <p:nvPr/>
        </p:nvGrpSpPr>
        <p:grpSpPr>
          <a:xfrm>
            <a:off x="2754487" y="3562006"/>
            <a:ext cx="5147802" cy="3187006"/>
            <a:chOff x="2756177" y="358493"/>
            <a:chExt cx="5401147" cy="3204666"/>
          </a:xfrm>
        </p:grpSpPr>
        <p:sp>
          <p:nvSpPr>
            <p:cNvPr id="32" name="Rectangle: Single Corner Rounded 31">
              <a:extLst>
                <a:ext uri="{FF2B5EF4-FFF2-40B4-BE49-F238E27FC236}">
                  <a16:creationId xmlns:a16="http://schemas.microsoft.com/office/drawing/2014/main" id="{74425544-E48D-60F0-002C-28B3D9DE3EE6}"/>
                </a:ext>
              </a:extLst>
            </p:cNvPr>
            <p:cNvSpPr/>
            <p:nvPr/>
          </p:nvSpPr>
          <p:spPr>
            <a:xfrm>
              <a:off x="2756177" y="358493"/>
              <a:ext cx="5401147" cy="3204666"/>
            </a:xfrm>
            <a:prstGeom prst="round1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CCE6639-22A4-4400-9076-E0C0EC9D11C0}"/>
                </a:ext>
              </a:extLst>
            </p:cNvPr>
            <p:cNvSpPr/>
            <p:nvPr/>
          </p:nvSpPr>
          <p:spPr>
            <a:xfrm>
              <a:off x="4343206" y="697429"/>
              <a:ext cx="2703041" cy="23638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lowchart: Magnetic Disk 33">
              <a:extLst>
                <a:ext uri="{FF2B5EF4-FFF2-40B4-BE49-F238E27FC236}">
                  <a16:creationId xmlns:a16="http://schemas.microsoft.com/office/drawing/2014/main" id="{74A43C86-C6A7-C48E-0CF9-B56D4D7AB422}"/>
                </a:ext>
              </a:extLst>
            </p:cNvPr>
            <p:cNvSpPr/>
            <p:nvPr/>
          </p:nvSpPr>
          <p:spPr>
            <a:xfrm>
              <a:off x="4167474" y="523556"/>
              <a:ext cx="721116" cy="496437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RAC DB Instance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28A5F2-3959-BF1C-5D97-2D135F93D0DD}"/>
                </a:ext>
              </a:extLst>
            </p:cNvPr>
            <p:cNvGrpSpPr/>
            <p:nvPr/>
          </p:nvGrpSpPr>
          <p:grpSpPr>
            <a:xfrm>
              <a:off x="7145523" y="2291668"/>
              <a:ext cx="933351" cy="769637"/>
              <a:chOff x="10572513" y="2776361"/>
              <a:chExt cx="1419843" cy="1109472"/>
            </a:xfrm>
          </p:grpSpPr>
          <p:sp>
            <p:nvSpPr>
              <p:cNvPr id="67" name="Flowchart: Punched Tape 66">
                <a:extLst>
                  <a:ext uri="{FF2B5EF4-FFF2-40B4-BE49-F238E27FC236}">
                    <a16:creationId xmlns:a16="http://schemas.microsoft.com/office/drawing/2014/main" id="{930EAF23-E431-64E2-50A1-E74641844C69}"/>
                  </a:ext>
                </a:extLst>
              </p:cNvPr>
              <p:cNvSpPr/>
              <p:nvPr/>
            </p:nvSpPr>
            <p:spPr>
              <a:xfrm>
                <a:off x="10572513" y="27763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68" name="Flowchart: Punched Tape 67">
                <a:extLst>
                  <a:ext uri="{FF2B5EF4-FFF2-40B4-BE49-F238E27FC236}">
                    <a16:creationId xmlns:a16="http://schemas.microsoft.com/office/drawing/2014/main" id="{DF4E4299-E731-66E6-0877-0B0424B28795}"/>
                  </a:ext>
                </a:extLst>
              </p:cNvPr>
              <p:cNvSpPr/>
              <p:nvPr/>
            </p:nvSpPr>
            <p:spPr>
              <a:xfrm>
                <a:off x="10724913" y="29287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69" name="Flowchart: Punched Tape 68">
                <a:extLst>
                  <a:ext uri="{FF2B5EF4-FFF2-40B4-BE49-F238E27FC236}">
                    <a16:creationId xmlns:a16="http://schemas.microsoft.com/office/drawing/2014/main" id="{509B2E5E-C827-7A46-2626-AC492650B8FB}"/>
                  </a:ext>
                </a:extLst>
              </p:cNvPr>
              <p:cNvSpPr/>
              <p:nvPr/>
            </p:nvSpPr>
            <p:spPr>
              <a:xfrm>
                <a:off x="10877313" y="30811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</p:grpSp>
        <p:sp>
          <p:nvSpPr>
            <p:cNvPr id="36" name="Flowchart: Punched Tape 35">
              <a:extLst>
                <a:ext uri="{FF2B5EF4-FFF2-40B4-BE49-F238E27FC236}">
                  <a16:creationId xmlns:a16="http://schemas.microsoft.com/office/drawing/2014/main" id="{FFE90230-12C6-43C7-ED83-CD7A0A639C34}"/>
                </a:ext>
              </a:extLst>
            </p:cNvPr>
            <p:cNvSpPr/>
            <p:nvPr/>
          </p:nvSpPr>
          <p:spPr>
            <a:xfrm>
              <a:off x="2976431" y="2625012"/>
              <a:ext cx="741642" cy="492045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Sqlnet.ora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Flowchart: Punched Tape 36">
              <a:extLst>
                <a:ext uri="{FF2B5EF4-FFF2-40B4-BE49-F238E27FC236}">
                  <a16:creationId xmlns:a16="http://schemas.microsoft.com/office/drawing/2014/main" id="{E5A54753-2491-8B65-C8D9-6811FB09A73D}"/>
                </a:ext>
              </a:extLst>
            </p:cNvPr>
            <p:cNvSpPr/>
            <p:nvPr/>
          </p:nvSpPr>
          <p:spPr>
            <a:xfrm>
              <a:off x="3219913" y="2923459"/>
              <a:ext cx="922091" cy="492045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Tnsnames.ora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651DDA46-3283-01E9-C80E-208016B293F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053147" y="2144368"/>
              <a:ext cx="774749" cy="186539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321D0E3-9B1C-83B8-5857-8F30B3214F81}"/>
                </a:ext>
              </a:extLst>
            </p:cNvPr>
            <p:cNvGrpSpPr/>
            <p:nvPr/>
          </p:nvGrpSpPr>
          <p:grpSpPr>
            <a:xfrm>
              <a:off x="4892396" y="1426818"/>
              <a:ext cx="977871" cy="680878"/>
              <a:chOff x="8232086" y="2105769"/>
              <a:chExt cx="1477141" cy="1109472"/>
            </a:xfrm>
          </p:grpSpPr>
          <p:sp>
            <p:nvSpPr>
              <p:cNvPr id="64" name="Flowchart: Punched Tape 63">
                <a:extLst>
                  <a:ext uri="{FF2B5EF4-FFF2-40B4-BE49-F238E27FC236}">
                    <a16:creationId xmlns:a16="http://schemas.microsoft.com/office/drawing/2014/main" id="{2C4B5B1C-6BB8-AB96-070E-DD6E5650CF15}"/>
                  </a:ext>
                </a:extLst>
              </p:cNvPr>
              <p:cNvSpPr/>
              <p:nvPr/>
            </p:nvSpPr>
            <p:spPr>
              <a:xfrm>
                <a:off x="8232086" y="21057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  <p:sp>
            <p:nvSpPr>
              <p:cNvPr id="65" name="Flowchart: Punched Tape 64">
                <a:extLst>
                  <a:ext uri="{FF2B5EF4-FFF2-40B4-BE49-F238E27FC236}">
                    <a16:creationId xmlns:a16="http://schemas.microsoft.com/office/drawing/2014/main" id="{748F82C1-B2B5-51D0-C4D1-DC21A10A7954}"/>
                  </a:ext>
                </a:extLst>
              </p:cNvPr>
              <p:cNvSpPr/>
              <p:nvPr/>
            </p:nvSpPr>
            <p:spPr>
              <a:xfrm>
                <a:off x="8384486" y="22581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Logs</a:t>
                </a:r>
              </a:p>
            </p:txBody>
          </p:sp>
          <p:sp>
            <p:nvSpPr>
              <p:cNvPr id="66" name="Flowchart: Punched Tape 65">
                <a:extLst>
                  <a:ext uri="{FF2B5EF4-FFF2-40B4-BE49-F238E27FC236}">
                    <a16:creationId xmlns:a16="http://schemas.microsoft.com/office/drawing/2014/main" id="{A42C197E-413E-1BDF-B07F-A0B073AFBE6A}"/>
                  </a:ext>
                </a:extLst>
              </p:cNvPr>
              <p:cNvSpPr/>
              <p:nvPr/>
            </p:nvSpPr>
            <p:spPr>
              <a:xfrm>
                <a:off x="8536886" y="2410569"/>
                <a:ext cx="1172341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</p:grp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3D5B73B4-B77B-9817-FEB4-6B0534DFF17A}"/>
                </a:ext>
              </a:extLst>
            </p:cNvPr>
            <p:cNvCxnSpPr>
              <a:cxnSpLocks/>
              <a:stCxn id="66" idx="3"/>
              <a:endCxn id="67" idx="0"/>
            </p:cNvCxnSpPr>
            <p:nvPr/>
          </p:nvCxnSpPr>
          <p:spPr>
            <a:xfrm>
              <a:off x="5870267" y="1860784"/>
              <a:ext cx="1641750" cy="486703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Flowchart: Punched Tape 40">
              <a:extLst>
                <a:ext uri="{FF2B5EF4-FFF2-40B4-BE49-F238E27FC236}">
                  <a16:creationId xmlns:a16="http://schemas.microsoft.com/office/drawing/2014/main" id="{464DB029-7B2B-0769-506A-BA5FADE3E3AD}"/>
                </a:ext>
              </a:extLst>
            </p:cNvPr>
            <p:cNvSpPr/>
            <p:nvPr/>
          </p:nvSpPr>
          <p:spPr>
            <a:xfrm>
              <a:off x="4958970" y="2322247"/>
              <a:ext cx="1000107" cy="584179"/>
            </a:xfrm>
            <a:prstGeom prst="flowChartPunchedTap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2B9E71A-D6A0-CEDC-28CC-B428C7A47216}"/>
                </a:ext>
              </a:extLst>
            </p:cNvPr>
            <p:cNvCxnSpPr>
              <a:cxnSpLocks/>
              <a:endCxn id="66" idx="2"/>
            </p:cNvCxnSpPr>
            <p:nvPr/>
          </p:nvCxnSpPr>
          <p:spPr>
            <a:xfrm flipV="1">
              <a:off x="5482220" y="2058313"/>
              <a:ext cx="0" cy="42663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EC065D7-220E-C1AA-A9CE-AF5120DC0229}"/>
                </a:ext>
              </a:extLst>
            </p:cNvPr>
            <p:cNvSpPr txBox="1"/>
            <p:nvPr/>
          </p:nvSpPr>
          <p:spPr>
            <a:xfrm>
              <a:off x="2974258" y="926293"/>
              <a:ext cx="1606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Listener receives requests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079472-2C72-1FDF-E5C7-EE0A1F79172C}"/>
                </a:ext>
              </a:extLst>
            </p:cNvPr>
            <p:cNvSpPr/>
            <p:nvPr/>
          </p:nvSpPr>
          <p:spPr>
            <a:xfrm>
              <a:off x="6541515" y="74243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DBWx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A93D058-E31D-6639-C80F-5A7D47959E11}"/>
                </a:ext>
              </a:extLst>
            </p:cNvPr>
            <p:cNvSpPr/>
            <p:nvPr/>
          </p:nvSpPr>
          <p:spPr>
            <a:xfrm>
              <a:off x="5592686" y="1169849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08B7FDB-5AE3-1C56-50E8-6DD82406AC4A}"/>
                </a:ext>
              </a:extLst>
            </p:cNvPr>
            <p:cNvSpPr/>
            <p:nvPr/>
          </p:nvSpPr>
          <p:spPr>
            <a:xfrm>
              <a:off x="5500349" y="76388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48EE881-170D-FAA2-4240-D0DA9D81E3D6}"/>
                </a:ext>
              </a:extLst>
            </p:cNvPr>
            <p:cNvSpPr/>
            <p:nvPr/>
          </p:nvSpPr>
          <p:spPr>
            <a:xfrm>
              <a:off x="4958970" y="762646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1C9947A-D87F-FCEF-2CED-D78F8CAE7524}"/>
                </a:ext>
              </a:extLst>
            </p:cNvPr>
            <p:cNvSpPr/>
            <p:nvPr/>
          </p:nvSpPr>
          <p:spPr>
            <a:xfrm>
              <a:off x="6023719" y="751295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2D0B715-B8A7-D82C-0C4D-39C5E51E255E}"/>
                </a:ext>
              </a:extLst>
            </p:cNvPr>
            <p:cNvSpPr/>
            <p:nvPr/>
          </p:nvSpPr>
          <p:spPr>
            <a:xfrm>
              <a:off x="5681612" y="126180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280FE72-3B3D-28E1-1B02-BD98C2264C81}"/>
                </a:ext>
              </a:extLst>
            </p:cNvPr>
            <p:cNvSpPr/>
            <p:nvPr/>
          </p:nvSpPr>
          <p:spPr>
            <a:xfrm>
              <a:off x="5770538" y="135375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1947FA2-516D-9127-0300-282244DB622C}"/>
                </a:ext>
              </a:extLst>
            </p:cNvPr>
            <p:cNvSpPr/>
            <p:nvPr/>
          </p:nvSpPr>
          <p:spPr>
            <a:xfrm>
              <a:off x="5859464" y="1445700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Others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BD3A2CD-4EEE-04AF-35BE-47B3DC6E08C1}"/>
                </a:ext>
              </a:extLst>
            </p:cNvPr>
            <p:cNvSpPr/>
            <p:nvPr/>
          </p:nvSpPr>
          <p:spPr>
            <a:xfrm>
              <a:off x="5948390" y="1537651"/>
              <a:ext cx="484837" cy="26709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Bknd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FC0438C-6C41-60A2-B358-8E02735AB970}"/>
                </a:ext>
              </a:extLst>
            </p:cNvPr>
            <p:cNvGrpSpPr/>
            <p:nvPr/>
          </p:nvGrpSpPr>
          <p:grpSpPr>
            <a:xfrm>
              <a:off x="3019082" y="1358339"/>
              <a:ext cx="1430871" cy="600629"/>
              <a:chOff x="3496056" y="2971800"/>
              <a:chExt cx="2188413" cy="914401"/>
            </a:xfrm>
          </p:grpSpPr>
          <p:sp>
            <p:nvSpPr>
              <p:cNvPr id="62" name="Rectangle: Single Corner Rounded 61">
                <a:extLst>
                  <a:ext uri="{FF2B5EF4-FFF2-40B4-BE49-F238E27FC236}">
                    <a16:creationId xmlns:a16="http://schemas.microsoft.com/office/drawing/2014/main" id="{52694B0D-90A4-7E2F-45A8-A4B5EEAA1AE4}"/>
                  </a:ext>
                </a:extLst>
              </p:cNvPr>
              <p:cNvSpPr/>
              <p:nvPr/>
            </p:nvSpPr>
            <p:spPr>
              <a:xfrm>
                <a:off x="3590544" y="3008379"/>
                <a:ext cx="2093925" cy="877822"/>
              </a:xfrm>
              <a:prstGeom prst="round1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  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received</a:t>
                </a:r>
              </a:p>
            </p:txBody>
          </p:sp>
          <p:pic>
            <p:nvPicPr>
              <p:cNvPr id="63" name="Graphic 62" descr="Ear outline">
                <a:extLst>
                  <a:ext uri="{FF2B5EF4-FFF2-40B4-BE49-F238E27FC236}">
                    <a16:creationId xmlns:a16="http://schemas.microsoft.com/office/drawing/2014/main" id="{25AA1019-3DC0-C78A-41BA-CD9AF9B40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96056" y="297180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752983B4-DCEC-F14E-A7CC-AC10F873ABEB}"/>
              </a:ext>
            </a:extLst>
          </p:cNvPr>
          <p:cNvSpPr txBox="1"/>
          <p:nvPr/>
        </p:nvSpPr>
        <p:spPr>
          <a:xfrm>
            <a:off x="7443818" y="3777631"/>
            <a:ext cx="182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 Node 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F3BF29-233D-5843-F288-5437323F4D1F}"/>
              </a:ext>
            </a:extLst>
          </p:cNvPr>
          <p:cNvGrpSpPr/>
          <p:nvPr/>
        </p:nvGrpSpPr>
        <p:grpSpPr>
          <a:xfrm>
            <a:off x="9957816" y="1520345"/>
            <a:ext cx="2029568" cy="4626137"/>
            <a:chOff x="9957816" y="1520345"/>
            <a:chExt cx="2029568" cy="4626137"/>
          </a:xfrm>
        </p:grpSpPr>
        <p:sp>
          <p:nvSpPr>
            <p:cNvPr id="77" name="Rectangle: Single Corner Rounded 76">
              <a:extLst>
                <a:ext uri="{FF2B5EF4-FFF2-40B4-BE49-F238E27FC236}">
                  <a16:creationId xmlns:a16="http://schemas.microsoft.com/office/drawing/2014/main" id="{84D36591-EA7E-2E93-72F1-33E1FEEFD228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Flowchart: Magnetic Disk 70">
              <a:extLst>
                <a:ext uri="{FF2B5EF4-FFF2-40B4-BE49-F238E27FC236}">
                  <a16:creationId xmlns:a16="http://schemas.microsoft.com/office/drawing/2014/main" id="{11AA070C-B48A-9284-8899-9B82019E9B0F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2" name="Flowchart: Magnetic Disk 71">
              <a:extLst>
                <a:ext uri="{FF2B5EF4-FFF2-40B4-BE49-F238E27FC236}">
                  <a16:creationId xmlns:a16="http://schemas.microsoft.com/office/drawing/2014/main" id="{692A8E18-A226-3E51-749D-8C8B58918AFB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3" name="Flowchart: Magnetic Disk 72">
              <a:extLst>
                <a:ext uri="{FF2B5EF4-FFF2-40B4-BE49-F238E27FC236}">
                  <a16:creationId xmlns:a16="http://schemas.microsoft.com/office/drawing/2014/main" id="{3FFEF799-FC5B-FBC4-5C93-5D9146F257FF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74" name="Flowchart: Magnetic Disk 73">
              <a:extLst>
                <a:ext uri="{FF2B5EF4-FFF2-40B4-BE49-F238E27FC236}">
                  <a16:creationId xmlns:a16="http://schemas.microsoft.com/office/drawing/2014/main" id="{7F5C190D-3141-A202-26DE-F2432A6DB8FA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75" name="Flowchart: Magnetic Disk 74">
              <a:extLst>
                <a:ext uri="{FF2B5EF4-FFF2-40B4-BE49-F238E27FC236}">
                  <a16:creationId xmlns:a16="http://schemas.microsoft.com/office/drawing/2014/main" id="{DBA14653-DE01-603C-437A-62BF1BB5BD39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6" name="Flowchart: Magnetic Disk 75">
              <a:extLst>
                <a:ext uri="{FF2B5EF4-FFF2-40B4-BE49-F238E27FC236}">
                  <a16:creationId xmlns:a16="http://schemas.microsoft.com/office/drawing/2014/main" id="{B06AE8DC-2418-4758-814A-D66EB3E15F05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DAAD2F2C-6185-D1B5-F9B8-D55D7F0B2045}"/>
              </a:ext>
            </a:extLst>
          </p:cNvPr>
          <p:cNvSpPr txBox="1"/>
          <p:nvPr/>
        </p:nvSpPr>
        <p:spPr>
          <a:xfrm>
            <a:off x="9937658" y="857399"/>
            <a:ext cx="1836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Shared Storage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70C7F875-9115-0DA2-6917-8AF905369479}"/>
              </a:ext>
            </a:extLst>
          </p:cNvPr>
          <p:cNvCxnSpPr>
            <a:stCxn id="11" idx="3"/>
          </p:cNvCxnSpPr>
          <p:nvPr/>
        </p:nvCxnSpPr>
        <p:spPr>
          <a:xfrm>
            <a:off x="7903134" y="1852278"/>
            <a:ext cx="2257430" cy="187874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F8385811-1DA0-F0B1-C982-769B891BFF12}"/>
              </a:ext>
            </a:extLst>
          </p:cNvPr>
          <p:cNvCxnSpPr>
            <a:cxnSpLocks/>
            <a:stCxn id="32" idx="3"/>
            <a:endCxn id="71" idx="2"/>
          </p:cNvCxnSpPr>
          <p:nvPr/>
        </p:nvCxnSpPr>
        <p:spPr>
          <a:xfrm flipV="1">
            <a:off x="7902289" y="4045631"/>
            <a:ext cx="2259121" cy="110987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3A2848A6-D404-BE6F-D7EA-EC701CD087D7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>
            <a:off x="2068819" y="4197351"/>
            <a:ext cx="995123" cy="669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Flowchart: Magnetic Disk 90">
            <a:extLst>
              <a:ext uri="{FF2B5EF4-FFF2-40B4-BE49-F238E27FC236}">
                <a16:creationId xmlns:a16="http://schemas.microsoft.com/office/drawing/2014/main" id="{A7CB74B0-9D07-7333-A096-3D28DFEA03B6}"/>
              </a:ext>
            </a:extLst>
          </p:cNvPr>
          <p:cNvSpPr/>
          <p:nvPr/>
        </p:nvSpPr>
        <p:spPr>
          <a:xfrm>
            <a:off x="8694558" y="5718261"/>
            <a:ext cx="1632839" cy="561453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Voting Disk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6FAB3E4-53E7-A1BD-8F61-DCD4489AA6E9}"/>
              </a:ext>
            </a:extLst>
          </p:cNvPr>
          <p:cNvSpPr/>
          <p:nvPr/>
        </p:nvSpPr>
        <p:spPr>
          <a:xfrm>
            <a:off x="4367829" y="3093096"/>
            <a:ext cx="3075989" cy="5214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Shared Global Cache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A4550F9-538F-BC0B-219F-52F62CD354BE}"/>
              </a:ext>
            </a:extLst>
          </p:cNvPr>
          <p:cNvSpPr txBox="1"/>
          <p:nvPr/>
        </p:nvSpPr>
        <p:spPr>
          <a:xfrm>
            <a:off x="303437" y="5617145"/>
            <a:ext cx="2267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2-Node RAC, non-Multi tenant Architecture – 10g- 21c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31852EC-81E2-DD83-3EF8-A55566F72D0E}"/>
              </a:ext>
            </a:extLst>
          </p:cNvPr>
          <p:cNvSpPr/>
          <p:nvPr/>
        </p:nvSpPr>
        <p:spPr>
          <a:xfrm>
            <a:off x="123885" y="-37792"/>
            <a:ext cx="541881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Real Application Clusters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 (RAC)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02FD25D-B5A8-90A5-412C-E4D63133F18E}"/>
              </a:ext>
            </a:extLst>
          </p:cNvPr>
          <p:cNvSpPr/>
          <p:nvPr/>
        </p:nvSpPr>
        <p:spPr>
          <a:xfrm>
            <a:off x="8846958" y="5870661"/>
            <a:ext cx="1632839" cy="561453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Voting Disk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0C6E8584-D5F2-BF6D-CE34-5C87A9E867A5}"/>
              </a:ext>
            </a:extLst>
          </p:cNvPr>
          <p:cNvSpPr/>
          <p:nvPr/>
        </p:nvSpPr>
        <p:spPr>
          <a:xfrm>
            <a:off x="8999358" y="6023061"/>
            <a:ext cx="1632839" cy="561453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Voting Disk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649C36-8B01-8923-6909-A043C15E5FC9}"/>
              </a:ext>
            </a:extLst>
          </p:cNvPr>
          <p:cNvCxnSpPr/>
          <p:nvPr/>
        </p:nvCxnSpPr>
        <p:spPr>
          <a:xfrm>
            <a:off x="5542702" y="2895456"/>
            <a:ext cx="0" cy="100361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40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283"/>
    </mc:Choice>
    <mc:Fallback xmlns="">
      <p:transition spd="slow" advTm="74283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CE02-F704-45A7-BA6B-ACF2F48A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25000"/>
                  </a:schemeClr>
                </a:solidFill>
              </a:rPr>
              <a:t>Oracle RAC vs. SQL Server Always-on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61E62B6-47D7-4111-9FF7-3EBF211F3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542356"/>
              </p:ext>
            </p:extLst>
          </p:nvPr>
        </p:nvGraphicFramePr>
        <p:xfrm>
          <a:off x="5280024" y="642938"/>
          <a:ext cx="6270999" cy="5280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3382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3533-18BA-5B4F-4C33-7C5C8028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530CD11-DE97-584F-3790-EBB9FCAEDC34}"/>
              </a:ext>
            </a:extLst>
          </p:cNvPr>
          <p:cNvCxnSpPr>
            <a:cxnSpLocks/>
            <a:stCxn id="132" idx="2"/>
            <a:endCxn id="5" idx="0"/>
          </p:cNvCxnSpPr>
          <p:nvPr/>
        </p:nvCxnSpPr>
        <p:spPr>
          <a:xfrm rot="5400000">
            <a:off x="487299" y="2830684"/>
            <a:ext cx="1697316" cy="42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B24C9EB-A0C7-0816-BE5A-64932D92218E}"/>
              </a:ext>
            </a:extLst>
          </p:cNvPr>
          <p:cNvSpPr/>
          <p:nvPr/>
        </p:nvSpPr>
        <p:spPr>
          <a:xfrm>
            <a:off x="606681" y="713687"/>
            <a:ext cx="1462817" cy="127047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DB0BD1DD-E46E-FC50-B9B9-48270E164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125" y="698542"/>
            <a:ext cx="931694" cy="896955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EE25CF3E-B1D4-3F98-0EC1-E6AF3CEF6E2E}"/>
              </a:ext>
            </a:extLst>
          </p:cNvPr>
          <p:cNvSpPr txBox="1"/>
          <p:nvPr/>
        </p:nvSpPr>
        <p:spPr>
          <a:xfrm>
            <a:off x="636838" y="1369208"/>
            <a:ext cx="145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Sessions Connect via Service Name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DBE7DC99-47BD-0055-FFFE-619862F98B64}"/>
              </a:ext>
            </a:extLst>
          </p:cNvPr>
          <p:cNvSpPr/>
          <p:nvPr/>
        </p:nvSpPr>
        <p:spPr>
          <a:xfrm>
            <a:off x="602414" y="3681475"/>
            <a:ext cx="1462817" cy="991674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Oracle SCAN Listener</a:t>
            </a:r>
          </a:p>
        </p:txBody>
      </p:sp>
      <p:pic>
        <p:nvPicPr>
          <p:cNvPr id="7" name="Graphic 6" descr="Ear outline">
            <a:extLst>
              <a:ext uri="{FF2B5EF4-FFF2-40B4-BE49-F238E27FC236}">
                <a16:creationId xmlns:a16="http://schemas.microsoft.com/office/drawing/2014/main" id="{116E543A-EE69-A977-0CB9-79E0F02FE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167" y="3654548"/>
            <a:ext cx="641091" cy="673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A657EF-832C-313A-ACB2-6A503105AEA0}"/>
              </a:ext>
            </a:extLst>
          </p:cNvPr>
          <p:cNvSpPr txBox="1"/>
          <p:nvPr/>
        </p:nvSpPr>
        <p:spPr>
          <a:xfrm>
            <a:off x="6208595" y="443343"/>
            <a:ext cx="199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 Node 1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03E0B56-F672-E3A3-7F51-F03DB43F02DB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 flipV="1">
            <a:off x="2065231" y="3243140"/>
            <a:ext cx="1260284" cy="93417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9283D5D6-84D7-691A-67CB-57CC6762023D}"/>
              </a:ext>
            </a:extLst>
          </p:cNvPr>
          <p:cNvSpPr txBox="1"/>
          <p:nvPr/>
        </p:nvSpPr>
        <p:spPr>
          <a:xfrm>
            <a:off x="392829" y="4735910"/>
            <a:ext cx="221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Validates and directs session to an available node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94691F-CAF2-0844-85A2-BBE97B49EDD5}"/>
              </a:ext>
            </a:extLst>
          </p:cNvPr>
          <p:cNvSpPr txBox="1"/>
          <p:nvPr/>
        </p:nvSpPr>
        <p:spPr>
          <a:xfrm>
            <a:off x="6267299" y="4808359"/>
            <a:ext cx="182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 Node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64AEB0-4A5E-A03B-AB0A-B0CE3440B3F4}"/>
              </a:ext>
            </a:extLst>
          </p:cNvPr>
          <p:cNvGrpSpPr/>
          <p:nvPr/>
        </p:nvGrpSpPr>
        <p:grpSpPr>
          <a:xfrm>
            <a:off x="9957816" y="1520345"/>
            <a:ext cx="2029568" cy="4626137"/>
            <a:chOff x="9957816" y="1520345"/>
            <a:chExt cx="2029568" cy="4626137"/>
          </a:xfrm>
        </p:grpSpPr>
        <p:sp>
          <p:nvSpPr>
            <p:cNvPr id="77" name="Rectangle: Single Corner Rounded 76">
              <a:extLst>
                <a:ext uri="{FF2B5EF4-FFF2-40B4-BE49-F238E27FC236}">
                  <a16:creationId xmlns:a16="http://schemas.microsoft.com/office/drawing/2014/main" id="{D3ACD9CC-F073-F15C-2475-CE19294B5EFB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Flowchart: Magnetic Disk 70">
              <a:extLst>
                <a:ext uri="{FF2B5EF4-FFF2-40B4-BE49-F238E27FC236}">
                  <a16:creationId xmlns:a16="http://schemas.microsoft.com/office/drawing/2014/main" id="{F97650C7-DCB5-999A-2791-4D0138038814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2" name="Flowchart: Magnetic Disk 71">
              <a:extLst>
                <a:ext uri="{FF2B5EF4-FFF2-40B4-BE49-F238E27FC236}">
                  <a16:creationId xmlns:a16="http://schemas.microsoft.com/office/drawing/2014/main" id="{A0A57869-3F93-451D-29F5-834D5634215C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3" name="Flowchart: Magnetic Disk 72">
              <a:extLst>
                <a:ext uri="{FF2B5EF4-FFF2-40B4-BE49-F238E27FC236}">
                  <a16:creationId xmlns:a16="http://schemas.microsoft.com/office/drawing/2014/main" id="{BBBE1DC0-B67F-2775-0D0E-A7F36BF386AE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74" name="Flowchart: Magnetic Disk 73">
              <a:extLst>
                <a:ext uri="{FF2B5EF4-FFF2-40B4-BE49-F238E27FC236}">
                  <a16:creationId xmlns:a16="http://schemas.microsoft.com/office/drawing/2014/main" id="{9236058E-5B91-BAA5-38ED-65677CDA36F5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75" name="Flowchart: Magnetic Disk 74">
              <a:extLst>
                <a:ext uri="{FF2B5EF4-FFF2-40B4-BE49-F238E27FC236}">
                  <a16:creationId xmlns:a16="http://schemas.microsoft.com/office/drawing/2014/main" id="{CFAEFA2E-33B5-4AA8-13C9-B99EC2D91CF5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76" name="Flowchart: Magnetic Disk 75">
              <a:extLst>
                <a:ext uri="{FF2B5EF4-FFF2-40B4-BE49-F238E27FC236}">
                  <a16:creationId xmlns:a16="http://schemas.microsoft.com/office/drawing/2014/main" id="{81305712-D5A6-2422-4161-2ACB8C90C957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5E0F3A7-D7F6-85AF-02F2-EDC5F92E92D8}"/>
              </a:ext>
            </a:extLst>
          </p:cNvPr>
          <p:cNvSpPr txBox="1"/>
          <p:nvPr/>
        </p:nvSpPr>
        <p:spPr>
          <a:xfrm>
            <a:off x="9937658" y="857399"/>
            <a:ext cx="1836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Shared Storage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3CBB8DF8-6C27-1CD2-E548-94735525D137}"/>
              </a:ext>
            </a:extLst>
          </p:cNvPr>
          <p:cNvCxnSpPr>
            <a:cxnSpLocks/>
            <a:stCxn id="223" idx="3"/>
          </p:cNvCxnSpPr>
          <p:nvPr/>
        </p:nvCxnSpPr>
        <p:spPr>
          <a:xfrm>
            <a:off x="6550185" y="1188054"/>
            <a:ext cx="3591067" cy="28409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D309D5B-7716-C195-C412-B160761F6565}"/>
              </a:ext>
            </a:extLst>
          </p:cNvPr>
          <p:cNvCxnSpPr>
            <a:cxnSpLocks/>
            <a:stCxn id="11" idx="3"/>
            <a:endCxn id="71" idx="2"/>
          </p:cNvCxnSpPr>
          <p:nvPr/>
        </p:nvCxnSpPr>
        <p:spPr>
          <a:xfrm>
            <a:off x="6532844" y="3437464"/>
            <a:ext cx="3628566" cy="60816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A9F1FD4-FBE8-ED1A-0FA2-866549E00714}"/>
              </a:ext>
            </a:extLst>
          </p:cNvPr>
          <p:cNvCxnSpPr>
            <a:cxnSpLocks/>
            <a:stCxn id="5" idx="3"/>
            <a:endCxn id="214" idx="1"/>
          </p:cNvCxnSpPr>
          <p:nvPr/>
        </p:nvCxnSpPr>
        <p:spPr>
          <a:xfrm>
            <a:off x="2065231" y="4177312"/>
            <a:ext cx="1310451" cy="1274810"/>
          </a:xfrm>
          <a:prstGeom prst="bentConnector3">
            <a:avLst>
              <a:gd name="adj1" fmla="val 48684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08E8A47C-04A8-DFE4-662D-28F94D8F8190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5327615" y="2089746"/>
            <a:ext cx="607514" cy="12194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F35FE20-891A-5308-E162-5C6DACE33A88}"/>
              </a:ext>
            </a:extLst>
          </p:cNvPr>
          <p:cNvGrpSpPr/>
          <p:nvPr/>
        </p:nvGrpSpPr>
        <p:grpSpPr>
          <a:xfrm>
            <a:off x="3248629" y="2505810"/>
            <a:ext cx="3284215" cy="1863307"/>
            <a:chOff x="3266302" y="1636081"/>
            <a:chExt cx="4182615" cy="2430902"/>
          </a:xfrm>
        </p:grpSpPr>
        <p:sp>
          <p:nvSpPr>
            <p:cNvPr id="11" name="Rectangle: Single Corner Rounded 10">
              <a:extLst>
                <a:ext uri="{FF2B5EF4-FFF2-40B4-BE49-F238E27FC236}">
                  <a16:creationId xmlns:a16="http://schemas.microsoft.com/office/drawing/2014/main" id="{7FF6C065-ED11-5B91-4E99-856B04A56B3F}"/>
                </a:ext>
              </a:extLst>
            </p:cNvPr>
            <p:cNvSpPr/>
            <p:nvPr/>
          </p:nvSpPr>
          <p:spPr>
            <a:xfrm>
              <a:off x="3266302" y="1636081"/>
              <a:ext cx="4182615" cy="2430902"/>
            </a:xfrm>
            <a:prstGeom prst="round1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3F0E9-CFDB-0437-AD97-9AEFF3F4CF50}"/>
                </a:ext>
              </a:extLst>
            </p:cNvPr>
            <p:cNvSpPr/>
            <p:nvPr/>
          </p:nvSpPr>
          <p:spPr>
            <a:xfrm>
              <a:off x="4495287" y="1893181"/>
              <a:ext cx="2093218" cy="17931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B1DA998F-2239-A6AE-E03E-F0B0841ADA28}"/>
                </a:ext>
              </a:extLst>
            </p:cNvPr>
            <p:cNvSpPr/>
            <p:nvPr/>
          </p:nvSpPr>
          <p:spPr>
            <a:xfrm>
              <a:off x="4150452" y="1764481"/>
              <a:ext cx="767178" cy="373380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RAC DB Instance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0A5D76-59DF-6CFB-CC71-EFA5C8EEEC85}"/>
                </a:ext>
              </a:extLst>
            </p:cNvPr>
            <p:cNvGrpSpPr/>
            <p:nvPr/>
          </p:nvGrpSpPr>
          <p:grpSpPr>
            <a:xfrm>
              <a:off x="6384087" y="3047719"/>
              <a:ext cx="1004079" cy="770623"/>
              <a:chOff x="10019927" y="2672270"/>
              <a:chExt cx="1972429" cy="1464495"/>
            </a:xfrm>
          </p:grpSpPr>
          <p:sp>
            <p:nvSpPr>
              <p:cNvPr id="17" name="Flowchart: Punched Tape 16">
                <a:extLst>
                  <a:ext uri="{FF2B5EF4-FFF2-40B4-BE49-F238E27FC236}">
                    <a16:creationId xmlns:a16="http://schemas.microsoft.com/office/drawing/2014/main" id="{3CCC5C90-010D-FB64-5C35-EBA57C0ED5E4}"/>
                  </a:ext>
                </a:extLst>
              </p:cNvPr>
              <p:cNvSpPr/>
              <p:nvPr/>
            </p:nvSpPr>
            <p:spPr>
              <a:xfrm>
                <a:off x="10019927" y="2672270"/>
                <a:ext cx="1667628" cy="908763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19" name="Flowchart: Punched Tape 18">
                <a:extLst>
                  <a:ext uri="{FF2B5EF4-FFF2-40B4-BE49-F238E27FC236}">
                    <a16:creationId xmlns:a16="http://schemas.microsoft.com/office/drawing/2014/main" id="{6BB50821-A980-0B14-F854-5AC64F05177A}"/>
                  </a:ext>
                </a:extLst>
              </p:cNvPr>
              <p:cNvSpPr/>
              <p:nvPr/>
            </p:nvSpPr>
            <p:spPr>
              <a:xfrm>
                <a:off x="10724913" y="29287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0" name="Flowchart: Punched Tape 19">
                <a:extLst>
                  <a:ext uri="{FF2B5EF4-FFF2-40B4-BE49-F238E27FC236}">
                    <a16:creationId xmlns:a16="http://schemas.microsoft.com/office/drawing/2014/main" id="{F3F7033D-970F-E9F5-7126-8105E8D7D151}"/>
                  </a:ext>
                </a:extLst>
              </p:cNvPr>
              <p:cNvSpPr/>
              <p:nvPr/>
            </p:nvSpPr>
            <p:spPr>
              <a:xfrm>
                <a:off x="10139270" y="2820444"/>
                <a:ext cx="1853086" cy="1316321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2726857-E16E-C9EB-98EF-00E865312D16}"/>
                </a:ext>
              </a:extLst>
            </p:cNvPr>
            <p:cNvGrpSpPr/>
            <p:nvPr/>
          </p:nvGrpSpPr>
          <p:grpSpPr>
            <a:xfrm>
              <a:off x="4920579" y="2446460"/>
              <a:ext cx="757257" cy="569184"/>
              <a:chOff x="8232086" y="2105769"/>
              <a:chExt cx="1477140" cy="1222686"/>
            </a:xfrm>
          </p:grpSpPr>
          <p:sp>
            <p:nvSpPr>
              <p:cNvPr id="10" name="Flowchart: Punched Tape 9">
                <a:extLst>
                  <a:ext uri="{FF2B5EF4-FFF2-40B4-BE49-F238E27FC236}">
                    <a16:creationId xmlns:a16="http://schemas.microsoft.com/office/drawing/2014/main" id="{694A8337-DE52-3403-141E-B9A17ABB1F6D}"/>
                  </a:ext>
                </a:extLst>
              </p:cNvPr>
              <p:cNvSpPr/>
              <p:nvPr/>
            </p:nvSpPr>
            <p:spPr>
              <a:xfrm>
                <a:off x="8232086" y="21057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  <p:sp>
            <p:nvSpPr>
              <p:cNvPr id="44" name="Flowchart: Punched Tape 43">
                <a:extLst>
                  <a:ext uri="{FF2B5EF4-FFF2-40B4-BE49-F238E27FC236}">
                    <a16:creationId xmlns:a16="http://schemas.microsoft.com/office/drawing/2014/main" id="{B7B3C0F1-F8F0-A79D-7A2B-1A909BD26727}"/>
                  </a:ext>
                </a:extLst>
              </p:cNvPr>
              <p:cNvSpPr/>
              <p:nvPr/>
            </p:nvSpPr>
            <p:spPr>
              <a:xfrm>
                <a:off x="8384486" y="22581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Flowchart: Punched Tape 44">
                <a:extLst>
                  <a:ext uri="{FF2B5EF4-FFF2-40B4-BE49-F238E27FC236}">
                    <a16:creationId xmlns:a16="http://schemas.microsoft.com/office/drawing/2014/main" id="{BAAB0646-0576-D343-86C9-AE24280ACF59}"/>
                  </a:ext>
                </a:extLst>
              </p:cNvPr>
              <p:cNvSpPr/>
              <p:nvPr/>
            </p:nvSpPr>
            <p:spPr>
              <a:xfrm>
                <a:off x="8536884" y="2523783"/>
                <a:ext cx="1172342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</p:grp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8162486B-89A4-4A79-1853-F3CE5AF564CE}"/>
                </a:ext>
              </a:extLst>
            </p:cNvPr>
            <p:cNvCxnSpPr>
              <a:cxnSpLocks/>
              <a:stCxn id="45" idx="3"/>
              <a:endCxn id="17" idx="0"/>
            </p:cNvCxnSpPr>
            <p:nvPr/>
          </p:nvCxnSpPr>
          <p:spPr>
            <a:xfrm>
              <a:off x="5677836" y="2828349"/>
              <a:ext cx="1130710" cy="267191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Flowchart: Punched Tape 47">
              <a:extLst>
                <a:ext uri="{FF2B5EF4-FFF2-40B4-BE49-F238E27FC236}">
                  <a16:creationId xmlns:a16="http://schemas.microsoft.com/office/drawing/2014/main" id="{36FD7339-7785-5B87-6038-BE8B2363EAC1}"/>
                </a:ext>
              </a:extLst>
            </p:cNvPr>
            <p:cNvSpPr/>
            <p:nvPr/>
          </p:nvSpPr>
          <p:spPr>
            <a:xfrm>
              <a:off x="4972131" y="3125688"/>
              <a:ext cx="774477" cy="443129"/>
            </a:xfrm>
            <a:prstGeom prst="flowChartPunchedTap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FEDA1C3-C755-280F-8DB6-B91A4E5DBE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377332" y="2978185"/>
              <a:ext cx="0" cy="3236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2990F96-7706-BB68-16D9-40AA20A2B31E}"/>
                </a:ext>
              </a:extLst>
            </p:cNvPr>
            <p:cNvSpPr/>
            <p:nvPr/>
          </p:nvSpPr>
          <p:spPr>
            <a:xfrm>
              <a:off x="6197644" y="192732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DBWx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F8995BF-CC8D-9808-9CD9-0555711F20BD}"/>
                </a:ext>
              </a:extLst>
            </p:cNvPr>
            <p:cNvSpPr/>
            <p:nvPr/>
          </p:nvSpPr>
          <p:spPr>
            <a:xfrm>
              <a:off x="5391372" y="194359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F181CFA-35B6-2F67-0CBF-6ACB0A70E163}"/>
                </a:ext>
              </a:extLst>
            </p:cNvPr>
            <p:cNvSpPr/>
            <p:nvPr/>
          </p:nvSpPr>
          <p:spPr>
            <a:xfrm>
              <a:off x="4972131" y="194265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664EE97-6AF7-BF5A-61A1-04604DEC922C}"/>
                </a:ext>
              </a:extLst>
            </p:cNvPr>
            <p:cNvSpPr/>
            <p:nvPr/>
          </p:nvSpPr>
          <p:spPr>
            <a:xfrm>
              <a:off x="5796666" y="193404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3B1AE1D-B9DF-E3A5-6315-9EE038E2CDA0}"/>
                </a:ext>
              </a:extLst>
            </p:cNvPr>
            <p:cNvGrpSpPr/>
            <p:nvPr/>
          </p:nvGrpSpPr>
          <p:grpSpPr>
            <a:xfrm>
              <a:off x="3322302" y="2236080"/>
              <a:ext cx="1250077" cy="665345"/>
              <a:chOff x="3204562" y="2653823"/>
              <a:chExt cx="2468901" cy="1335342"/>
            </a:xfrm>
          </p:grpSpPr>
          <p:sp>
            <p:nvSpPr>
              <p:cNvPr id="25" name="Rectangle: Single Corner Rounded 24">
                <a:extLst>
                  <a:ext uri="{FF2B5EF4-FFF2-40B4-BE49-F238E27FC236}">
                    <a16:creationId xmlns:a16="http://schemas.microsoft.com/office/drawing/2014/main" id="{56B521FF-6614-2C4A-CD79-CAA61AB78496}"/>
                  </a:ext>
                </a:extLst>
              </p:cNvPr>
              <p:cNvSpPr/>
              <p:nvPr/>
            </p:nvSpPr>
            <p:spPr>
              <a:xfrm>
                <a:off x="3287349" y="2771277"/>
                <a:ext cx="2386114" cy="1217888"/>
              </a:xfrm>
              <a:prstGeom prst="round1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  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received</a:t>
                </a:r>
              </a:p>
            </p:txBody>
          </p:sp>
          <p:pic>
            <p:nvPicPr>
              <p:cNvPr id="27" name="Graphic 26" descr="Ear outline">
                <a:extLst>
                  <a:ext uri="{FF2B5EF4-FFF2-40B4-BE49-F238E27FC236}">
                    <a16:creationId xmlns:a16="http://schemas.microsoft.com/office/drawing/2014/main" id="{C44866F3-C56F-A338-9506-FDFB33FB4E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04562" y="2653823"/>
                <a:ext cx="914401" cy="914399"/>
              </a:xfrm>
              <a:prstGeom prst="rect">
                <a:avLst/>
              </a:prstGeom>
            </p:spPr>
          </p:pic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E0DB2FF7-92DD-C532-CCD6-2CA4DD1929F9}"/>
              </a:ext>
            </a:extLst>
          </p:cNvPr>
          <p:cNvSpPr txBox="1"/>
          <p:nvPr/>
        </p:nvSpPr>
        <p:spPr>
          <a:xfrm>
            <a:off x="400020" y="6063103"/>
            <a:ext cx="1836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Scaled from 2 nodes to 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E27FA3-029B-53F5-0923-4ECE9F859840}"/>
              </a:ext>
            </a:extLst>
          </p:cNvPr>
          <p:cNvSpPr/>
          <p:nvPr/>
        </p:nvSpPr>
        <p:spPr>
          <a:xfrm>
            <a:off x="183839" y="-28264"/>
            <a:ext cx="20526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Scaling (RAC)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2B154D1-0EC5-F162-0B17-EFF07FA54D6A}"/>
              </a:ext>
            </a:extLst>
          </p:cNvPr>
          <p:cNvGrpSpPr/>
          <p:nvPr/>
        </p:nvGrpSpPr>
        <p:grpSpPr>
          <a:xfrm>
            <a:off x="3298796" y="4714792"/>
            <a:ext cx="3284215" cy="1863307"/>
            <a:chOff x="3266302" y="1636081"/>
            <a:chExt cx="4182615" cy="2430902"/>
          </a:xfrm>
        </p:grpSpPr>
        <p:sp>
          <p:nvSpPr>
            <p:cNvPr id="201" name="Rectangle: Single Corner Rounded 200">
              <a:extLst>
                <a:ext uri="{FF2B5EF4-FFF2-40B4-BE49-F238E27FC236}">
                  <a16:creationId xmlns:a16="http://schemas.microsoft.com/office/drawing/2014/main" id="{65C24ABC-9593-8280-E422-AEF9ECDE5FB2}"/>
                </a:ext>
              </a:extLst>
            </p:cNvPr>
            <p:cNvSpPr/>
            <p:nvPr/>
          </p:nvSpPr>
          <p:spPr>
            <a:xfrm>
              <a:off x="3266302" y="1636081"/>
              <a:ext cx="4182615" cy="2430902"/>
            </a:xfrm>
            <a:prstGeom prst="round1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2A499B1-A262-9F5D-30A3-3C13915F1582}"/>
                </a:ext>
              </a:extLst>
            </p:cNvPr>
            <p:cNvSpPr/>
            <p:nvPr/>
          </p:nvSpPr>
          <p:spPr>
            <a:xfrm>
              <a:off x="4495287" y="1893181"/>
              <a:ext cx="2093218" cy="17931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3" name="Flowchart: Magnetic Disk 202">
              <a:extLst>
                <a:ext uri="{FF2B5EF4-FFF2-40B4-BE49-F238E27FC236}">
                  <a16:creationId xmlns:a16="http://schemas.microsoft.com/office/drawing/2014/main" id="{34C0BCD4-C5C3-CAB6-E150-7E7880F1D9F1}"/>
                </a:ext>
              </a:extLst>
            </p:cNvPr>
            <p:cNvSpPr/>
            <p:nvPr/>
          </p:nvSpPr>
          <p:spPr>
            <a:xfrm>
              <a:off x="4143812" y="1767832"/>
              <a:ext cx="773818" cy="370031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RAC DB Instance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4ED8457-6A41-3505-F968-0079279662CA}"/>
                </a:ext>
              </a:extLst>
            </p:cNvPr>
            <p:cNvGrpSpPr/>
            <p:nvPr/>
          </p:nvGrpSpPr>
          <p:grpSpPr>
            <a:xfrm>
              <a:off x="6384087" y="3047719"/>
              <a:ext cx="1004079" cy="770623"/>
              <a:chOff x="10019927" y="2672270"/>
              <a:chExt cx="1972429" cy="1464495"/>
            </a:xfrm>
          </p:grpSpPr>
          <p:sp>
            <p:nvSpPr>
              <p:cNvPr id="219" name="Flowchart: Punched Tape 218">
                <a:extLst>
                  <a:ext uri="{FF2B5EF4-FFF2-40B4-BE49-F238E27FC236}">
                    <a16:creationId xmlns:a16="http://schemas.microsoft.com/office/drawing/2014/main" id="{59DA6F8A-6BD5-7B83-3B46-8C65711D28D4}"/>
                  </a:ext>
                </a:extLst>
              </p:cNvPr>
              <p:cNvSpPr/>
              <p:nvPr/>
            </p:nvSpPr>
            <p:spPr>
              <a:xfrm>
                <a:off x="10019927" y="2672270"/>
                <a:ext cx="1667628" cy="908763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20" name="Flowchart: Punched Tape 219">
                <a:extLst>
                  <a:ext uri="{FF2B5EF4-FFF2-40B4-BE49-F238E27FC236}">
                    <a16:creationId xmlns:a16="http://schemas.microsoft.com/office/drawing/2014/main" id="{8A6D27D6-5141-02FF-8834-9D6A9E8E00D3}"/>
                  </a:ext>
                </a:extLst>
              </p:cNvPr>
              <p:cNvSpPr/>
              <p:nvPr/>
            </p:nvSpPr>
            <p:spPr>
              <a:xfrm>
                <a:off x="10724913" y="29287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21" name="Flowchart: Punched Tape 220">
                <a:extLst>
                  <a:ext uri="{FF2B5EF4-FFF2-40B4-BE49-F238E27FC236}">
                    <a16:creationId xmlns:a16="http://schemas.microsoft.com/office/drawing/2014/main" id="{2EA53588-DA6D-AD90-5F94-B54594D2C7C4}"/>
                  </a:ext>
                </a:extLst>
              </p:cNvPr>
              <p:cNvSpPr/>
              <p:nvPr/>
            </p:nvSpPr>
            <p:spPr>
              <a:xfrm>
                <a:off x="10139270" y="2820444"/>
                <a:ext cx="1853086" cy="1316321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CB709C6D-00AC-E038-F455-1527674C6D41}"/>
                </a:ext>
              </a:extLst>
            </p:cNvPr>
            <p:cNvGrpSpPr/>
            <p:nvPr/>
          </p:nvGrpSpPr>
          <p:grpSpPr>
            <a:xfrm>
              <a:off x="4920579" y="2446460"/>
              <a:ext cx="757257" cy="569184"/>
              <a:chOff x="8232086" y="2105769"/>
              <a:chExt cx="1477140" cy="1222686"/>
            </a:xfrm>
          </p:grpSpPr>
          <p:sp>
            <p:nvSpPr>
              <p:cNvPr id="216" name="Flowchart: Punched Tape 215">
                <a:extLst>
                  <a:ext uri="{FF2B5EF4-FFF2-40B4-BE49-F238E27FC236}">
                    <a16:creationId xmlns:a16="http://schemas.microsoft.com/office/drawing/2014/main" id="{458A3D88-E47B-27A8-F29B-0EC940E539A2}"/>
                  </a:ext>
                </a:extLst>
              </p:cNvPr>
              <p:cNvSpPr/>
              <p:nvPr/>
            </p:nvSpPr>
            <p:spPr>
              <a:xfrm>
                <a:off x="8232086" y="21057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  <p:sp>
            <p:nvSpPr>
              <p:cNvPr id="217" name="Flowchart: Punched Tape 216">
                <a:extLst>
                  <a:ext uri="{FF2B5EF4-FFF2-40B4-BE49-F238E27FC236}">
                    <a16:creationId xmlns:a16="http://schemas.microsoft.com/office/drawing/2014/main" id="{0C16CFEF-C2B2-FBD4-98A9-CBC8FE135B9F}"/>
                  </a:ext>
                </a:extLst>
              </p:cNvPr>
              <p:cNvSpPr/>
              <p:nvPr/>
            </p:nvSpPr>
            <p:spPr>
              <a:xfrm>
                <a:off x="8384486" y="22581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lowchart: Punched Tape 217">
                <a:extLst>
                  <a:ext uri="{FF2B5EF4-FFF2-40B4-BE49-F238E27FC236}">
                    <a16:creationId xmlns:a16="http://schemas.microsoft.com/office/drawing/2014/main" id="{C9FA4509-8908-A4FA-22EC-B0C3BA0FF603}"/>
                  </a:ext>
                </a:extLst>
              </p:cNvPr>
              <p:cNvSpPr/>
              <p:nvPr/>
            </p:nvSpPr>
            <p:spPr>
              <a:xfrm>
                <a:off x="8536884" y="2523783"/>
                <a:ext cx="1172342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</p:grpSp>
        <p:cxnSp>
          <p:nvCxnSpPr>
            <p:cNvPr id="206" name="Connector: Elbow 205">
              <a:extLst>
                <a:ext uri="{FF2B5EF4-FFF2-40B4-BE49-F238E27FC236}">
                  <a16:creationId xmlns:a16="http://schemas.microsoft.com/office/drawing/2014/main" id="{65399E46-1926-8878-F5CE-8147EABEA59C}"/>
                </a:ext>
              </a:extLst>
            </p:cNvPr>
            <p:cNvCxnSpPr>
              <a:cxnSpLocks/>
              <a:stCxn id="218" idx="3"/>
              <a:endCxn id="219" idx="0"/>
            </p:cNvCxnSpPr>
            <p:nvPr/>
          </p:nvCxnSpPr>
          <p:spPr>
            <a:xfrm>
              <a:off x="5677836" y="2828349"/>
              <a:ext cx="1130710" cy="267191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Flowchart: Punched Tape 206">
              <a:extLst>
                <a:ext uri="{FF2B5EF4-FFF2-40B4-BE49-F238E27FC236}">
                  <a16:creationId xmlns:a16="http://schemas.microsoft.com/office/drawing/2014/main" id="{506CD212-F587-0324-7E82-E6E9497439CC}"/>
                </a:ext>
              </a:extLst>
            </p:cNvPr>
            <p:cNvSpPr/>
            <p:nvPr/>
          </p:nvSpPr>
          <p:spPr>
            <a:xfrm>
              <a:off x="4972131" y="3125688"/>
              <a:ext cx="774477" cy="443129"/>
            </a:xfrm>
            <a:prstGeom prst="flowChartPunchedTap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191E7B33-B6E1-7D57-BFEA-9B5ED6E33816}"/>
                </a:ext>
              </a:extLst>
            </p:cNvPr>
            <p:cNvCxnSpPr>
              <a:cxnSpLocks/>
              <a:endCxn id="218" idx="2"/>
            </p:cNvCxnSpPr>
            <p:nvPr/>
          </p:nvCxnSpPr>
          <p:spPr>
            <a:xfrm flipV="1">
              <a:off x="5377332" y="2978185"/>
              <a:ext cx="0" cy="3236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79647C6-AB17-6AEA-DC0A-7DD61A5843E5}"/>
                </a:ext>
              </a:extLst>
            </p:cNvPr>
            <p:cNvSpPr/>
            <p:nvPr/>
          </p:nvSpPr>
          <p:spPr>
            <a:xfrm>
              <a:off x="6197644" y="192732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DBWx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0EDCFFA1-8C40-18C2-C590-3DF11399C482}"/>
                </a:ext>
              </a:extLst>
            </p:cNvPr>
            <p:cNvSpPr/>
            <p:nvPr/>
          </p:nvSpPr>
          <p:spPr>
            <a:xfrm>
              <a:off x="5391372" y="194359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A53438E1-5CBB-EB39-9259-72707D823E43}"/>
                </a:ext>
              </a:extLst>
            </p:cNvPr>
            <p:cNvSpPr/>
            <p:nvPr/>
          </p:nvSpPr>
          <p:spPr>
            <a:xfrm>
              <a:off x="4972131" y="194265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3DD3121-E4A3-4B7F-9F26-076167144BA0}"/>
                </a:ext>
              </a:extLst>
            </p:cNvPr>
            <p:cNvSpPr/>
            <p:nvPr/>
          </p:nvSpPr>
          <p:spPr>
            <a:xfrm>
              <a:off x="5796666" y="193404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90BF2CF-183B-3013-F4FB-C0348C006603}"/>
                </a:ext>
              </a:extLst>
            </p:cNvPr>
            <p:cNvGrpSpPr/>
            <p:nvPr/>
          </p:nvGrpSpPr>
          <p:grpSpPr>
            <a:xfrm>
              <a:off x="3322302" y="2236080"/>
              <a:ext cx="1257877" cy="665345"/>
              <a:chOff x="3204562" y="2653823"/>
              <a:chExt cx="2484305" cy="1335342"/>
            </a:xfrm>
          </p:grpSpPr>
          <p:sp>
            <p:nvSpPr>
              <p:cNvPr id="214" name="Rectangle: Single Corner Rounded 213">
                <a:extLst>
                  <a:ext uri="{FF2B5EF4-FFF2-40B4-BE49-F238E27FC236}">
                    <a16:creationId xmlns:a16="http://schemas.microsoft.com/office/drawing/2014/main" id="{D46C7C7B-4CDA-8F0F-4862-DAB2A1FDAA50}"/>
                  </a:ext>
                </a:extLst>
              </p:cNvPr>
              <p:cNvSpPr/>
              <p:nvPr/>
            </p:nvSpPr>
            <p:spPr>
              <a:xfrm>
                <a:off x="3287349" y="2771277"/>
                <a:ext cx="2401518" cy="1217888"/>
              </a:xfrm>
              <a:prstGeom prst="round1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  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received</a:t>
                </a:r>
              </a:p>
            </p:txBody>
          </p:sp>
          <p:pic>
            <p:nvPicPr>
              <p:cNvPr id="215" name="Graphic 214" descr="Ear outline">
                <a:extLst>
                  <a:ext uri="{FF2B5EF4-FFF2-40B4-BE49-F238E27FC236}">
                    <a16:creationId xmlns:a16="http://schemas.microsoft.com/office/drawing/2014/main" id="{255ADC71-2B28-95E1-A1AC-0E730BAC9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04562" y="2653823"/>
                <a:ext cx="914401" cy="914399"/>
              </a:xfrm>
              <a:prstGeom prst="rect">
                <a:avLst/>
              </a:prstGeom>
            </p:spPr>
          </p:pic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E3CAA46-DEB0-A691-F43C-AA069E89C1A8}"/>
              </a:ext>
            </a:extLst>
          </p:cNvPr>
          <p:cNvGrpSpPr/>
          <p:nvPr/>
        </p:nvGrpSpPr>
        <p:grpSpPr>
          <a:xfrm>
            <a:off x="3265970" y="256400"/>
            <a:ext cx="3284215" cy="1863307"/>
            <a:chOff x="3266302" y="1636081"/>
            <a:chExt cx="4182615" cy="2430902"/>
          </a:xfrm>
        </p:grpSpPr>
        <p:sp>
          <p:nvSpPr>
            <p:cNvPr id="223" name="Rectangle: Single Corner Rounded 222">
              <a:extLst>
                <a:ext uri="{FF2B5EF4-FFF2-40B4-BE49-F238E27FC236}">
                  <a16:creationId xmlns:a16="http://schemas.microsoft.com/office/drawing/2014/main" id="{CAF335B5-5564-2E60-18A4-2738CD616272}"/>
                </a:ext>
              </a:extLst>
            </p:cNvPr>
            <p:cNvSpPr/>
            <p:nvPr/>
          </p:nvSpPr>
          <p:spPr>
            <a:xfrm>
              <a:off x="3266302" y="1636081"/>
              <a:ext cx="4182615" cy="2430902"/>
            </a:xfrm>
            <a:prstGeom prst="round1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18268AD-7DC9-EE3A-626D-0ED20EEA9B5C}"/>
                </a:ext>
              </a:extLst>
            </p:cNvPr>
            <p:cNvSpPr/>
            <p:nvPr/>
          </p:nvSpPr>
          <p:spPr>
            <a:xfrm>
              <a:off x="4495287" y="1893181"/>
              <a:ext cx="2093218" cy="17931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5" name="Flowchart: Magnetic Disk 224">
              <a:extLst>
                <a:ext uri="{FF2B5EF4-FFF2-40B4-BE49-F238E27FC236}">
                  <a16:creationId xmlns:a16="http://schemas.microsoft.com/office/drawing/2014/main" id="{478F4CC2-3742-F4D2-DF0D-3DC0E046F54B}"/>
                </a:ext>
              </a:extLst>
            </p:cNvPr>
            <p:cNvSpPr/>
            <p:nvPr/>
          </p:nvSpPr>
          <p:spPr>
            <a:xfrm>
              <a:off x="4111721" y="1685910"/>
              <a:ext cx="805911" cy="451953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RAC DB Instance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96476DA-D65D-41B5-F0BD-1284971879AB}"/>
                </a:ext>
              </a:extLst>
            </p:cNvPr>
            <p:cNvGrpSpPr/>
            <p:nvPr/>
          </p:nvGrpSpPr>
          <p:grpSpPr>
            <a:xfrm>
              <a:off x="6384087" y="3047719"/>
              <a:ext cx="1004079" cy="770623"/>
              <a:chOff x="10019927" y="2672270"/>
              <a:chExt cx="1972429" cy="1464495"/>
            </a:xfrm>
          </p:grpSpPr>
          <p:sp>
            <p:nvSpPr>
              <p:cNvPr id="241" name="Flowchart: Punched Tape 240">
                <a:extLst>
                  <a:ext uri="{FF2B5EF4-FFF2-40B4-BE49-F238E27FC236}">
                    <a16:creationId xmlns:a16="http://schemas.microsoft.com/office/drawing/2014/main" id="{2AFEBBEF-61F2-D457-1447-090B4D693DD6}"/>
                  </a:ext>
                </a:extLst>
              </p:cNvPr>
              <p:cNvSpPr/>
              <p:nvPr/>
            </p:nvSpPr>
            <p:spPr>
              <a:xfrm>
                <a:off x="10019927" y="2672270"/>
                <a:ext cx="1667628" cy="908763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42" name="Flowchart: Punched Tape 241">
                <a:extLst>
                  <a:ext uri="{FF2B5EF4-FFF2-40B4-BE49-F238E27FC236}">
                    <a16:creationId xmlns:a16="http://schemas.microsoft.com/office/drawing/2014/main" id="{84E91C83-5C6C-8268-01A8-94A626DFF224}"/>
                  </a:ext>
                </a:extLst>
              </p:cNvPr>
              <p:cNvSpPr/>
              <p:nvPr/>
            </p:nvSpPr>
            <p:spPr>
              <a:xfrm>
                <a:off x="10724913" y="2928761"/>
                <a:ext cx="1115043" cy="804672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  <p:sp>
            <p:nvSpPr>
              <p:cNvPr id="243" name="Flowchart: Punched Tape 242">
                <a:extLst>
                  <a:ext uri="{FF2B5EF4-FFF2-40B4-BE49-F238E27FC236}">
                    <a16:creationId xmlns:a16="http://schemas.microsoft.com/office/drawing/2014/main" id="{E4731298-6C52-8F20-4902-60A803C7BFAF}"/>
                  </a:ext>
                </a:extLst>
              </p:cNvPr>
              <p:cNvSpPr/>
              <p:nvPr/>
            </p:nvSpPr>
            <p:spPr>
              <a:xfrm>
                <a:off x="10139270" y="2820444"/>
                <a:ext cx="1853086" cy="1316321"/>
              </a:xfrm>
              <a:prstGeom prst="flowChartPunchedTap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Archived Logs</a:t>
                </a:r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1A78860C-E50F-CAB7-680D-83D5E561D4E1}"/>
                </a:ext>
              </a:extLst>
            </p:cNvPr>
            <p:cNvGrpSpPr/>
            <p:nvPr/>
          </p:nvGrpSpPr>
          <p:grpSpPr>
            <a:xfrm>
              <a:off x="4920579" y="2446460"/>
              <a:ext cx="757257" cy="569184"/>
              <a:chOff x="8232086" y="2105769"/>
              <a:chExt cx="1477140" cy="1222686"/>
            </a:xfrm>
          </p:grpSpPr>
          <p:sp>
            <p:nvSpPr>
              <p:cNvPr id="238" name="Flowchart: Punched Tape 237">
                <a:extLst>
                  <a:ext uri="{FF2B5EF4-FFF2-40B4-BE49-F238E27FC236}">
                    <a16:creationId xmlns:a16="http://schemas.microsoft.com/office/drawing/2014/main" id="{8B03F91C-32A5-01D9-6FB2-2BD1206C4519}"/>
                  </a:ext>
                </a:extLst>
              </p:cNvPr>
              <p:cNvSpPr/>
              <p:nvPr/>
            </p:nvSpPr>
            <p:spPr>
              <a:xfrm>
                <a:off x="8232086" y="21057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  <p:sp>
            <p:nvSpPr>
              <p:cNvPr id="239" name="Flowchart: Punched Tape 238">
                <a:extLst>
                  <a:ext uri="{FF2B5EF4-FFF2-40B4-BE49-F238E27FC236}">
                    <a16:creationId xmlns:a16="http://schemas.microsoft.com/office/drawing/2014/main" id="{3066C3A9-FF82-F85B-934C-42E1130AD42A}"/>
                  </a:ext>
                </a:extLst>
              </p:cNvPr>
              <p:cNvSpPr/>
              <p:nvPr/>
            </p:nvSpPr>
            <p:spPr>
              <a:xfrm>
                <a:off x="8384486" y="2258169"/>
                <a:ext cx="1172340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0" name="Flowchart: Punched Tape 239">
                <a:extLst>
                  <a:ext uri="{FF2B5EF4-FFF2-40B4-BE49-F238E27FC236}">
                    <a16:creationId xmlns:a16="http://schemas.microsoft.com/office/drawing/2014/main" id="{784ECDB7-4709-0CAA-1F1B-CA0944ABD328}"/>
                  </a:ext>
                </a:extLst>
              </p:cNvPr>
              <p:cNvSpPr/>
              <p:nvPr/>
            </p:nvSpPr>
            <p:spPr>
              <a:xfrm>
                <a:off x="8536884" y="2523783"/>
                <a:ext cx="1172342" cy="804672"/>
              </a:xfrm>
              <a:prstGeom prst="flowChartPunchedTap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Redo Logs</a:t>
                </a:r>
              </a:p>
            </p:txBody>
          </p:sp>
        </p:grpSp>
        <p:cxnSp>
          <p:nvCxnSpPr>
            <p:cNvPr id="228" name="Connector: Elbow 227">
              <a:extLst>
                <a:ext uri="{FF2B5EF4-FFF2-40B4-BE49-F238E27FC236}">
                  <a16:creationId xmlns:a16="http://schemas.microsoft.com/office/drawing/2014/main" id="{8A104F79-A336-54CE-C5E7-F8FF65EE5BA3}"/>
                </a:ext>
              </a:extLst>
            </p:cNvPr>
            <p:cNvCxnSpPr>
              <a:cxnSpLocks/>
              <a:stCxn id="240" idx="3"/>
              <a:endCxn id="241" idx="0"/>
            </p:cNvCxnSpPr>
            <p:nvPr/>
          </p:nvCxnSpPr>
          <p:spPr>
            <a:xfrm>
              <a:off x="5677836" y="2828349"/>
              <a:ext cx="1130710" cy="267191"/>
            </a:xfrm>
            <a:prstGeom prst="bentConnector2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9" name="Flowchart: Punched Tape 228">
              <a:extLst>
                <a:ext uri="{FF2B5EF4-FFF2-40B4-BE49-F238E27FC236}">
                  <a16:creationId xmlns:a16="http://schemas.microsoft.com/office/drawing/2014/main" id="{379AA121-C549-418E-EF34-3EFA9EAFB69C}"/>
                </a:ext>
              </a:extLst>
            </p:cNvPr>
            <p:cNvSpPr/>
            <p:nvPr/>
          </p:nvSpPr>
          <p:spPr>
            <a:xfrm>
              <a:off x="4972131" y="3125688"/>
              <a:ext cx="774477" cy="443129"/>
            </a:xfrm>
            <a:prstGeom prst="flowChartPunchedTap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C1D406EF-FF9B-375C-8787-22CC66BB0ACE}"/>
                </a:ext>
              </a:extLst>
            </p:cNvPr>
            <p:cNvCxnSpPr>
              <a:cxnSpLocks/>
              <a:endCxn id="240" idx="2"/>
            </p:cNvCxnSpPr>
            <p:nvPr/>
          </p:nvCxnSpPr>
          <p:spPr>
            <a:xfrm flipV="1">
              <a:off x="5377332" y="2978185"/>
              <a:ext cx="0" cy="3236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A1D15F43-46B4-F467-344F-301BC4659BF8}"/>
                </a:ext>
              </a:extLst>
            </p:cNvPr>
            <p:cNvSpPr/>
            <p:nvPr/>
          </p:nvSpPr>
          <p:spPr>
            <a:xfrm>
              <a:off x="6197644" y="192732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DBWx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DCD79E2-0790-A609-BF5B-2C3ECE5634A9}"/>
                </a:ext>
              </a:extLst>
            </p:cNvPr>
            <p:cNvSpPr/>
            <p:nvPr/>
          </p:nvSpPr>
          <p:spPr>
            <a:xfrm>
              <a:off x="5391372" y="194359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SMON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63F63AE1-5568-C4E8-A27E-4B780AE5F3A8}"/>
                </a:ext>
              </a:extLst>
            </p:cNvPr>
            <p:cNvSpPr/>
            <p:nvPr/>
          </p:nvSpPr>
          <p:spPr>
            <a:xfrm>
              <a:off x="4972131" y="1942652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PMON</a:t>
              </a:r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36CE823E-E300-C607-10CA-8C245A0ECE77}"/>
                </a:ext>
              </a:extLst>
            </p:cNvPr>
            <p:cNvSpPr/>
            <p:nvPr/>
          </p:nvSpPr>
          <p:spPr>
            <a:xfrm>
              <a:off x="5796666" y="1934041"/>
              <a:ext cx="375455" cy="20260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RECO</a:t>
              </a: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01CDEA57-7B9B-DB5F-D049-1A6B57A4E58C}"/>
                </a:ext>
              </a:extLst>
            </p:cNvPr>
            <p:cNvGrpSpPr/>
            <p:nvPr/>
          </p:nvGrpSpPr>
          <p:grpSpPr>
            <a:xfrm>
              <a:off x="3322302" y="2236080"/>
              <a:ext cx="1214791" cy="665345"/>
              <a:chOff x="3204562" y="2653823"/>
              <a:chExt cx="2399211" cy="1335342"/>
            </a:xfrm>
          </p:grpSpPr>
          <p:sp>
            <p:nvSpPr>
              <p:cNvPr id="236" name="Rectangle: Single Corner Rounded 235">
                <a:extLst>
                  <a:ext uri="{FF2B5EF4-FFF2-40B4-BE49-F238E27FC236}">
                    <a16:creationId xmlns:a16="http://schemas.microsoft.com/office/drawing/2014/main" id="{1CB0BB9C-E964-47DD-38FE-2E0DFEED4656}"/>
                  </a:ext>
                </a:extLst>
              </p:cNvPr>
              <p:cNvSpPr/>
              <p:nvPr/>
            </p:nvSpPr>
            <p:spPr>
              <a:xfrm>
                <a:off x="3287349" y="2771277"/>
                <a:ext cx="2316424" cy="1217888"/>
              </a:xfrm>
              <a:prstGeom prst="round1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  Locally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received</a:t>
                </a:r>
              </a:p>
            </p:txBody>
          </p:sp>
          <p:pic>
            <p:nvPicPr>
              <p:cNvPr id="237" name="Graphic 236" descr="Ear outline">
                <a:extLst>
                  <a:ext uri="{FF2B5EF4-FFF2-40B4-BE49-F238E27FC236}">
                    <a16:creationId xmlns:a16="http://schemas.microsoft.com/office/drawing/2014/main" id="{4A46646D-4C35-F3C4-F6AB-63C607C93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04562" y="2653823"/>
                <a:ext cx="914401" cy="914399"/>
              </a:xfrm>
              <a:prstGeom prst="rect">
                <a:avLst/>
              </a:prstGeom>
            </p:spPr>
          </p:pic>
        </p:grp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AABFC819-FA8A-9611-8F98-EB1A0493E072}"/>
              </a:ext>
            </a:extLst>
          </p:cNvPr>
          <p:cNvSpPr/>
          <p:nvPr/>
        </p:nvSpPr>
        <p:spPr>
          <a:xfrm>
            <a:off x="4729358" y="2101940"/>
            <a:ext cx="2411542" cy="4119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Shared Global Cache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8B46192-4671-7131-CE94-38DDF2AC5CCC}"/>
              </a:ext>
            </a:extLst>
          </p:cNvPr>
          <p:cNvSpPr/>
          <p:nvPr/>
        </p:nvSpPr>
        <p:spPr>
          <a:xfrm>
            <a:off x="4689543" y="4287600"/>
            <a:ext cx="2411542" cy="432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Shared Global Cache</a:t>
            </a:r>
          </a:p>
        </p:txBody>
      </p: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7BA4C076-0345-21F0-D45C-9E3C3E2BB6FE}"/>
              </a:ext>
            </a:extLst>
          </p:cNvPr>
          <p:cNvCxnSpPr>
            <a:cxnSpLocks/>
            <a:stCxn id="201" idx="3"/>
            <a:endCxn id="71" idx="2"/>
          </p:cNvCxnSpPr>
          <p:nvPr/>
        </p:nvCxnSpPr>
        <p:spPr>
          <a:xfrm flipV="1">
            <a:off x="6583011" y="4045631"/>
            <a:ext cx="3578399" cy="1600815"/>
          </a:xfrm>
          <a:prstGeom prst="bentConnector3">
            <a:avLst>
              <a:gd name="adj1" fmla="val 4927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12D748D6-0834-0528-551D-DA2BF3A05949}"/>
              </a:ext>
            </a:extLst>
          </p:cNvPr>
          <p:cNvSpPr txBox="1"/>
          <p:nvPr/>
        </p:nvSpPr>
        <p:spPr>
          <a:xfrm>
            <a:off x="6214807" y="2678845"/>
            <a:ext cx="182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 Node 2</a:t>
            </a:r>
          </a:p>
        </p:txBody>
      </p: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23B668C6-CF83-50DC-5348-EA3883B88481}"/>
              </a:ext>
            </a:extLst>
          </p:cNvPr>
          <p:cNvCxnSpPr>
            <a:cxnSpLocks/>
            <a:stCxn id="5" idx="3"/>
            <a:endCxn id="236" idx="1"/>
          </p:cNvCxnSpPr>
          <p:nvPr/>
        </p:nvCxnSpPr>
        <p:spPr>
          <a:xfrm flipV="1">
            <a:off x="2065231" y="993730"/>
            <a:ext cx="1277625" cy="3183582"/>
          </a:xfrm>
          <a:prstGeom prst="bentConnector3">
            <a:avLst>
              <a:gd name="adj1" fmla="val 49325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D34FE4F8-0FBC-6D56-8C4E-4534269D7D1F}"/>
              </a:ext>
            </a:extLst>
          </p:cNvPr>
          <p:cNvGrpSpPr/>
          <p:nvPr/>
        </p:nvGrpSpPr>
        <p:grpSpPr>
          <a:xfrm>
            <a:off x="8763702" y="5729970"/>
            <a:ext cx="1937639" cy="866253"/>
            <a:chOff x="9121238" y="5865755"/>
            <a:chExt cx="1937639" cy="866253"/>
          </a:xfrm>
        </p:grpSpPr>
        <p:sp>
          <p:nvSpPr>
            <p:cNvPr id="91" name="Flowchart: Magnetic Disk 90">
              <a:extLst>
                <a:ext uri="{FF2B5EF4-FFF2-40B4-BE49-F238E27FC236}">
                  <a16:creationId xmlns:a16="http://schemas.microsoft.com/office/drawing/2014/main" id="{1F3993B4-392B-7932-EF0F-4743C34CA057}"/>
                </a:ext>
              </a:extLst>
            </p:cNvPr>
            <p:cNvSpPr/>
            <p:nvPr/>
          </p:nvSpPr>
          <p:spPr>
            <a:xfrm>
              <a:off x="9121238" y="5865755"/>
              <a:ext cx="1632839" cy="561453"/>
            </a:xfrm>
            <a:prstGeom prst="flowChartMagneticDisk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Voting Disk</a:t>
              </a:r>
            </a:p>
          </p:txBody>
        </p:sp>
        <p:sp>
          <p:nvSpPr>
            <p:cNvPr id="262" name="Flowchart: Magnetic Disk 261">
              <a:extLst>
                <a:ext uri="{FF2B5EF4-FFF2-40B4-BE49-F238E27FC236}">
                  <a16:creationId xmlns:a16="http://schemas.microsoft.com/office/drawing/2014/main" id="{F99CE3F7-8377-E52F-0E08-157CD9DFE1CC}"/>
                </a:ext>
              </a:extLst>
            </p:cNvPr>
            <p:cNvSpPr/>
            <p:nvPr/>
          </p:nvSpPr>
          <p:spPr>
            <a:xfrm>
              <a:off x="9273638" y="6018155"/>
              <a:ext cx="1632839" cy="561453"/>
            </a:xfrm>
            <a:prstGeom prst="flowChartMagneticDisk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Voting Disk</a:t>
              </a:r>
            </a:p>
          </p:txBody>
        </p:sp>
        <p:sp>
          <p:nvSpPr>
            <p:cNvPr id="263" name="Flowchart: Magnetic Disk 262">
              <a:extLst>
                <a:ext uri="{FF2B5EF4-FFF2-40B4-BE49-F238E27FC236}">
                  <a16:creationId xmlns:a16="http://schemas.microsoft.com/office/drawing/2014/main" id="{EDB0492B-3E4E-F034-C508-55BD7FA2525A}"/>
                </a:ext>
              </a:extLst>
            </p:cNvPr>
            <p:cNvSpPr/>
            <p:nvPr/>
          </p:nvSpPr>
          <p:spPr>
            <a:xfrm>
              <a:off x="9426038" y="6170555"/>
              <a:ext cx="1632839" cy="561453"/>
            </a:xfrm>
            <a:prstGeom prst="flowChartMagneticDisk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Voting Disk</a:t>
              </a:r>
            </a:p>
          </p:txBody>
        </p:sp>
      </p:grpSp>
      <p:cxnSp>
        <p:nvCxnSpPr>
          <p:cNvPr id="268" name="Connector: Elbow 267">
            <a:extLst>
              <a:ext uri="{FF2B5EF4-FFF2-40B4-BE49-F238E27FC236}">
                <a16:creationId xmlns:a16="http://schemas.microsoft.com/office/drawing/2014/main" id="{FD383599-E64B-8582-FCDB-55F86449F21B}"/>
              </a:ext>
            </a:extLst>
          </p:cNvPr>
          <p:cNvCxnSpPr>
            <a:stCxn id="97" idx="3"/>
            <a:endCxn id="245" idx="3"/>
          </p:cNvCxnSpPr>
          <p:nvPr/>
        </p:nvCxnSpPr>
        <p:spPr>
          <a:xfrm flipH="1">
            <a:off x="7101085" y="2307925"/>
            <a:ext cx="39815" cy="2195822"/>
          </a:xfrm>
          <a:prstGeom prst="bentConnector3">
            <a:avLst>
              <a:gd name="adj1" fmla="val -574155"/>
            </a:avLst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0F2A365F-5F08-BE9D-51B3-B5C38ADBA09B}"/>
              </a:ext>
            </a:extLst>
          </p:cNvPr>
          <p:cNvCxnSpPr>
            <a:cxnSpLocks/>
            <a:stCxn id="224" idx="2"/>
          </p:cNvCxnSpPr>
          <p:nvPr/>
        </p:nvCxnSpPr>
        <p:spPr>
          <a:xfrm>
            <a:off x="5052781" y="1827910"/>
            <a:ext cx="25851" cy="3018128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5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26"/>
    </mc:Choice>
    <mc:Fallback xmlns="">
      <p:transition spd="slow" advTm="39826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E0F9-CA69-1C57-C219-4624505C0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Data Guard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C37026B-6918-3590-8EEA-2307068996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58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66"/>
    </mc:Choice>
    <mc:Fallback xmlns="">
      <p:transition spd="slow" advTm="110166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02AD-C9C9-FB6E-D4E0-DF09619F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141C57-022A-D514-0D1A-5C3A0957F00A}"/>
              </a:ext>
            </a:extLst>
          </p:cNvPr>
          <p:cNvCxnSpPr>
            <a:cxnSpLocks/>
            <a:stCxn id="132" idx="2"/>
            <a:endCxn id="25" idx="1"/>
          </p:cNvCxnSpPr>
          <p:nvPr/>
        </p:nvCxnSpPr>
        <p:spPr>
          <a:xfrm rot="5400000" flipH="1" flipV="1">
            <a:off x="2223771" y="800511"/>
            <a:ext cx="140653" cy="2168524"/>
          </a:xfrm>
          <a:prstGeom prst="bentConnector4">
            <a:avLst>
              <a:gd name="adj1" fmla="val -162528"/>
              <a:gd name="adj2" fmla="val 684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FC85A91-DDCD-D897-22E4-23B314CA21B0}"/>
              </a:ext>
            </a:extLst>
          </p:cNvPr>
          <p:cNvSpPr/>
          <p:nvPr/>
        </p:nvSpPr>
        <p:spPr>
          <a:xfrm>
            <a:off x="408979" y="593439"/>
            <a:ext cx="1601713" cy="13616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Graphic 23" descr="Users outline">
            <a:extLst>
              <a:ext uri="{FF2B5EF4-FFF2-40B4-BE49-F238E27FC236}">
                <a16:creationId xmlns:a16="http://schemas.microsoft.com/office/drawing/2014/main" id="{99EE2995-B1DD-EBDB-2E84-01CEE04C3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076" y="570669"/>
            <a:ext cx="1020159" cy="96133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4BE7853F-3B88-93E1-3047-D2244F46FCFC}"/>
              </a:ext>
            </a:extLst>
          </p:cNvPr>
          <p:cNvSpPr txBox="1"/>
          <p:nvPr/>
        </p:nvSpPr>
        <p:spPr>
          <a:xfrm>
            <a:off x="415823" y="1274269"/>
            <a:ext cx="159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 Sessions Connect via Service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FDA86B-0489-FD5A-A616-CDE7ECFEC839}"/>
              </a:ext>
            </a:extLst>
          </p:cNvPr>
          <p:cNvSpPr txBox="1"/>
          <p:nvPr/>
        </p:nvSpPr>
        <p:spPr>
          <a:xfrm>
            <a:off x="8944600" y="444318"/>
            <a:ext cx="199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Primary</a:t>
            </a:r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A81A79C5-DA3A-7A6A-3DA1-F76855034E9C}"/>
              </a:ext>
            </a:extLst>
          </p:cNvPr>
          <p:cNvSpPr/>
          <p:nvPr/>
        </p:nvSpPr>
        <p:spPr>
          <a:xfrm>
            <a:off x="4316979" y="269732"/>
            <a:ext cx="5147803" cy="3037807"/>
          </a:xfrm>
          <a:prstGeom prst="round1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87C7D-D95D-63BD-D037-DD7482FD420D}"/>
              </a:ext>
            </a:extLst>
          </p:cNvPr>
          <p:cNvSpPr/>
          <p:nvPr/>
        </p:nvSpPr>
        <p:spPr>
          <a:xfrm>
            <a:off x="5788860" y="626976"/>
            <a:ext cx="2576253" cy="2240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52129BF9-ED14-8364-C3A7-56392BBA0541}"/>
              </a:ext>
            </a:extLst>
          </p:cNvPr>
          <p:cNvSpPr/>
          <p:nvPr/>
        </p:nvSpPr>
        <p:spPr>
          <a:xfrm>
            <a:off x="5549348" y="462156"/>
            <a:ext cx="759315" cy="470589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Primary Node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EC614A-7043-BD82-AEE0-97D64F590E41}"/>
              </a:ext>
            </a:extLst>
          </p:cNvPr>
          <p:cNvGrpSpPr/>
          <p:nvPr/>
        </p:nvGrpSpPr>
        <p:grpSpPr>
          <a:xfrm>
            <a:off x="8459733" y="2138206"/>
            <a:ext cx="889572" cy="729564"/>
            <a:chOff x="10572513" y="2776361"/>
            <a:chExt cx="1419843" cy="1109472"/>
          </a:xfrm>
        </p:grpSpPr>
        <p:sp>
          <p:nvSpPr>
            <p:cNvPr id="17" name="Flowchart: Punched Tape 16">
              <a:extLst>
                <a:ext uri="{FF2B5EF4-FFF2-40B4-BE49-F238E27FC236}">
                  <a16:creationId xmlns:a16="http://schemas.microsoft.com/office/drawing/2014/main" id="{2C63CD85-4E0F-7B46-B2FC-9282E9C7B114}"/>
                </a:ext>
              </a:extLst>
            </p:cNvPr>
            <p:cNvSpPr/>
            <p:nvPr/>
          </p:nvSpPr>
          <p:spPr>
            <a:xfrm>
              <a:off x="10572513" y="27763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19" name="Flowchart: Punched Tape 18">
              <a:extLst>
                <a:ext uri="{FF2B5EF4-FFF2-40B4-BE49-F238E27FC236}">
                  <a16:creationId xmlns:a16="http://schemas.microsoft.com/office/drawing/2014/main" id="{84571914-2022-EAC3-B4CA-1CF688F94E1F}"/>
                </a:ext>
              </a:extLst>
            </p:cNvPr>
            <p:cNvSpPr/>
            <p:nvPr/>
          </p:nvSpPr>
          <p:spPr>
            <a:xfrm>
              <a:off x="10724913" y="29287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20" name="Flowchart: Punched Tape 19">
              <a:extLst>
                <a:ext uri="{FF2B5EF4-FFF2-40B4-BE49-F238E27FC236}">
                  <a16:creationId xmlns:a16="http://schemas.microsoft.com/office/drawing/2014/main" id="{4AAE8FB5-EC37-6756-76EC-C1AD99076935}"/>
                </a:ext>
              </a:extLst>
            </p:cNvPr>
            <p:cNvSpPr/>
            <p:nvPr/>
          </p:nvSpPr>
          <p:spPr>
            <a:xfrm>
              <a:off x="10877313" y="30811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</p:grpSp>
      <p:sp>
        <p:nvSpPr>
          <p:cNvPr id="21" name="Flowchart: Punched Tape 20">
            <a:extLst>
              <a:ext uri="{FF2B5EF4-FFF2-40B4-BE49-F238E27FC236}">
                <a16:creationId xmlns:a16="http://schemas.microsoft.com/office/drawing/2014/main" id="{8E22BE08-7635-D3D7-990D-DEC86A80CEA0}"/>
              </a:ext>
            </a:extLst>
          </p:cNvPr>
          <p:cNvSpPr/>
          <p:nvPr/>
        </p:nvSpPr>
        <p:spPr>
          <a:xfrm>
            <a:off x="4486195" y="2454194"/>
            <a:ext cx="706855" cy="466425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Sqlnet.ora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Punched Tape 21">
            <a:extLst>
              <a:ext uri="{FF2B5EF4-FFF2-40B4-BE49-F238E27FC236}">
                <a16:creationId xmlns:a16="http://schemas.microsoft.com/office/drawing/2014/main" id="{18A32BD1-819A-FB07-7791-1742E16772B5}"/>
              </a:ext>
            </a:extLst>
          </p:cNvPr>
          <p:cNvSpPr/>
          <p:nvPr/>
        </p:nvSpPr>
        <p:spPr>
          <a:xfrm>
            <a:off x="4718256" y="2737102"/>
            <a:ext cx="831092" cy="466425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Tnsnames.ora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3CDBA09-F43A-6CD5-66CF-87F681851D9F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V="1">
            <a:off x="4441555" y="2056125"/>
            <a:ext cx="639747" cy="15639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4573CF4-0A96-DC0C-8B29-E7A93A8C67C8}"/>
              </a:ext>
            </a:extLst>
          </p:cNvPr>
          <p:cNvGrpSpPr/>
          <p:nvPr/>
        </p:nvGrpSpPr>
        <p:grpSpPr>
          <a:xfrm>
            <a:off x="6312290" y="1318387"/>
            <a:ext cx="932003" cy="645426"/>
            <a:chOff x="8232086" y="2105769"/>
            <a:chExt cx="1477141" cy="1109472"/>
          </a:xfrm>
        </p:grpSpPr>
        <p:sp>
          <p:nvSpPr>
            <p:cNvPr id="10" name="Flowchart: Punched Tape 9">
              <a:extLst>
                <a:ext uri="{FF2B5EF4-FFF2-40B4-BE49-F238E27FC236}">
                  <a16:creationId xmlns:a16="http://schemas.microsoft.com/office/drawing/2014/main" id="{CCCDAE21-10CA-D2DF-377A-EB9D53F15DB1}"/>
                </a:ext>
              </a:extLst>
            </p:cNvPr>
            <p:cNvSpPr/>
            <p:nvPr/>
          </p:nvSpPr>
          <p:spPr>
            <a:xfrm>
              <a:off x="8232086" y="21057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44" name="Flowchart: Punched Tape 43">
              <a:extLst>
                <a:ext uri="{FF2B5EF4-FFF2-40B4-BE49-F238E27FC236}">
                  <a16:creationId xmlns:a16="http://schemas.microsoft.com/office/drawing/2014/main" id="{1434BF52-24A4-686C-1ADB-890423227AC7}"/>
                </a:ext>
              </a:extLst>
            </p:cNvPr>
            <p:cNvSpPr/>
            <p:nvPr/>
          </p:nvSpPr>
          <p:spPr>
            <a:xfrm>
              <a:off x="8384486" y="22581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Logs</a:t>
              </a:r>
            </a:p>
          </p:txBody>
        </p:sp>
        <p:sp>
          <p:nvSpPr>
            <p:cNvPr id="45" name="Flowchart: Punched Tape 44">
              <a:extLst>
                <a:ext uri="{FF2B5EF4-FFF2-40B4-BE49-F238E27FC236}">
                  <a16:creationId xmlns:a16="http://schemas.microsoft.com/office/drawing/2014/main" id="{88B61DE0-0977-D8C5-2362-CFD97A2DBDD6}"/>
                </a:ext>
              </a:extLst>
            </p:cNvPr>
            <p:cNvSpPr/>
            <p:nvPr/>
          </p:nvSpPr>
          <p:spPr>
            <a:xfrm>
              <a:off x="8536886" y="2410569"/>
              <a:ext cx="1172341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</p:grp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E92EAFB-8620-FC46-0123-F3CDE0500698}"/>
              </a:ext>
            </a:extLst>
          </p:cNvPr>
          <p:cNvCxnSpPr>
            <a:cxnSpLocks/>
            <a:stCxn id="45" idx="3"/>
            <a:endCxn id="17" idx="0"/>
          </p:cNvCxnSpPr>
          <p:nvPr/>
        </p:nvCxnSpPr>
        <p:spPr>
          <a:xfrm>
            <a:off x="7244293" y="1729758"/>
            <a:ext cx="1564743" cy="461362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Flowchart: Punched Tape 47">
            <a:extLst>
              <a:ext uri="{FF2B5EF4-FFF2-40B4-BE49-F238E27FC236}">
                <a16:creationId xmlns:a16="http://schemas.microsoft.com/office/drawing/2014/main" id="{D3962A48-CB53-B34C-F2A9-C246AC8E4A72}"/>
              </a:ext>
            </a:extLst>
          </p:cNvPr>
          <p:cNvSpPr/>
          <p:nvPr/>
        </p:nvSpPr>
        <p:spPr>
          <a:xfrm>
            <a:off x="6375741" y="2167193"/>
            <a:ext cx="953196" cy="553762"/>
          </a:xfrm>
          <a:prstGeom prst="flowChartPunchedTap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Undo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9F55F58-975B-B7AA-9226-970248696434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6874448" y="1917002"/>
            <a:ext cx="0" cy="4044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E7E69031-9315-A507-84EF-23153DC1BA2F}"/>
              </a:ext>
            </a:extLst>
          </p:cNvPr>
          <p:cNvCxnSpPr>
            <a:cxnSpLocks/>
            <a:stCxn id="48" idx="3"/>
            <a:endCxn id="109" idx="1"/>
          </p:cNvCxnSpPr>
          <p:nvPr/>
        </p:nvCxnSpPr>
        <p:spPr>
          <a:xfrm flipV="1">
            <a:off x="7328937" y="2239845"/>
            <a:ext cx="322379" cy="204229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EE8111DB-6CD4-ED00-D03C-C2FC1CDC3F8E}"/>
              </a:ext>
            </a:extLst>
          </p:cNvPr>
          <p:cNvSpPr txBox="1"/>
          <p:nvPr/>
        </p:nvSpPr>
        <p:spPr>
          <a:xfrm>
            <a:off x="3856643" y="963056"/>
            <a:ext cx="1531585" cy="43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Listener receives requests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5BA517F-9657-2E68-21A5-412147CB0475}"/>
              </a:ext>
            </a:extLst>
          </p:cNvPr>
          <p:cNvSpPr/>
          <p:nvPr/>
        </p:nvSpPr>
        <p:spPr>
          <a:xfrm>
            <a:off x="7884056" y="669639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DBWx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1AC4E3F-D454-AC81-BFDD-4C91F4D19ED7}"/>
              </a:ext>
            </a:extLst>
          </p:cNvPr>
          <p:cNvSpPr/>
          <p:nvPr/>
        </p:nvSpPr>
        <p:spPr>
          <a:xfrm>
            <a:off x="6979732" y="1074798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3468D00-6CE7-525B-2EA2-A223BDDC7C9A}"/>
              </a:ext>
            </a:extLst>
          </p:cNvPr>
          <p:cNvSpPr/>
          <p:nvPr/>
        </p:nvSpPr>
        <p:spPr>
          <a:xfrm>
            <a:off x="6891727" y="689972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CBD2B98-BD17-6686-3C8E-F193EDB9CBE9}"/>
              </a:ext>
            </a:extLst>
          </p:cNvPr>
          <p:cNvSpPr/>
          <p:nvPr/>
        </p:nvSpPr>
        <p:spPr>
          <a:xfrm>
            <a:off x="6375741" y="688797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E3B4DE7-8384-C3B5-EDE7-385977E4DAAE}"/>
              </a:ext>
            </a:extLst>
          </p:cNvPr>
          <p:cNvSpPr/>
          <p:nvPr/>
        </p:nvSpPr>
        <p:spPr>
          <a:xfrm>
            <a:off x="7390548" y="678037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69BA62F-2742-298A-1472-E85E7F43ADF2}"/>
              </a:ext>
            </a:extLst>
          </p:cNvPr>
          <p:cNvSpPr/>
          <p:nvPr/>
        </p:nvSpPr>
        <p:spPr>
          <a:xfrm>
            <a:off x="7064487" y="1161961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40BEAC0-9B89-214A-221A-5B9CC2189C56}"/>
              </a:ext>
            </a:extLst>
          </p:cNvPr>
          <p:cNvSpPr/>
          <p:nvPr/>
        </p:nvSpPr>
        <p:spPr>
          <a:xfrm>
            <a:off x="7149242" y="1249124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FFD0D85-77EC-B298-0319-DEA016D8D6CF}"/>
              </a:ext>
            </a:extLst>
          </p:cNvPr>
          <p:cNvSpPr/>
          <p:nvPr/>
        </p:nvSpPr>
        <p:spPr>
          <a:xfrm>
            <a:off x="7233997" y="1336286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F1CAD9-CA93-3E9C-EEEC-32C7EE7363FA}"/>
              </a:ext>
            </a:extLst>
          </p:cNvPr>
          <p:cNvSpPr/>
          <p:nvPr/>
        </p:nvSpPr>
        <p:spPr>
          <a:xfrm>
            <a:off x="7318752" y="1423449"/>
            <a:ext cx="462095" cy="2531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25" name="Rectangle: Single Corner Rounded 24">
            <a:extLst>
              <a:ext uri="{FF2B5EF4-FFF2-40B4-BE49-F238E27FC236}">
                <a16:creationId xmlns:a16="http://schemas.microsoft.com/office/drawing/2014/main" id="{794D4438-D0A1-B8DE-CD28-B17212721517}"/>
              </a:ext>
            </a:extLst>
          </p:cNvPr>
          <p:cNvSpPr/>
          <p:nvPr/>
        </p:nvSpPr>
        <p:spPr>
          <a:xfrm>
            <a:off x="3378360" y="1541156"/>
            <a:ext cx="1304873" cy="546579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Local Listener</a:t>
            </a:r>
          </a:p>
        </p:txBody>
      </p:sp>
      <p:pic>
        <p:nvPicPr>
          <p:cNvPr id="27" name="Graphic 26" descr="Ear outline">
            <a:extLst>
              <a:ext uri="{FF2B5EF4-FFF2-40B4-BE49-F238E27FC236}">
                <a16:creationId xmlns:a16="http://schemas.microsoft.com/office/drawing/2014/main" id="{D11D92CB-4575-DA3B-7A95-CCD5EFD12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6531" y="1539766"/>
            <a:ext cx="388744" cy="388420"/>
          </a:xfrm>
          <a:prstGeom prst="rect">
            <a:avLst/>
          </a:prstGeom>
        </p:spPr>
      </p:pic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D448D1D1-1EBE-E0A9-64F2-A4C10B496D5B}"/>
              </a:ext>
            </a:extLst>
          </p:cNvPr>
          <p:cNvSpPr/>
          <p:nvPr/>
        </p:nvSpPr>
        <p:spPr>
          <a:xfrm>
            <a:off x="4275426" y="3534319"/>
            <a:ext cx="5147802" cy="3187006"/>
          </a:xfrm>
          <a:prstGeom prst="round1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E71CA5-76A7-AD67-96C4-4C4AB559EC2B}"/>
              </a:ext>
            </a:extLst>
          </p:cNvPr>
          <p:cNvSpPr/>
          <p:nvPr/>
        </p:nvSpPr>
        <p:spPr>
          <a:xfrm>
            <a:off x="5788014" y="3871387"/>
            <a:ext cx="2576253" cy="2350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Magnetic Disk 33">
            <a:extLst>
              <a:ext uri="{FF2B5EF4-FFF2-40B4-BE49-F238E27FC236}">
                <a16:creationId xmlns:a16="http://schemas.microsoft.com/office/drawing/2014/main" id="{8CFEB26F-40E2-5482-CE9B-9E9387FD2121}"/>
              </a:ext>
            </a:extLst>
          </p:cNvPr>
          <p:cNvSpPr/>
          <p:nvPr/>
        </p:nvSpPr>
        <p:spPr>
          <a:xfrm>
            <a:off x="5437391" y="3698472"/>
            <a:ext cx="870425" cy="493701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Secondary Node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AEAA2F-7AB3-9085-D031-EEC3E27EEBCC}"/>
              </a:ext>
            </a:extLst>
          </p:cNvPr>
          <p:cNvGrpSpPr/>
          <p:nvPr/>
        </p:nvGrpSpPr>
        <p:grpSpPr>
          <a:xfrm>
            <a:off x="8458886" y="5456841"/>
            <a:ext cx="889571" cy="765396"/>
            <a:chOff x="10572513" y="2776361"/>
            <a:chExt cx="1419843" cy="1109472"/>
          </a:xfrm>
        </p:grpSpPr>
        <p:sp>
          <p:nvSpPr>
            <p:cNvPr id="67" name="Flowchart: Punched Tape 66">
              <a:extLst>
                <a:ext uri="{FF2B5EF4-FFF2-40B4-BE49-F238E27FC236}">
                  <a16:creationId xmlns:a16="http://schemas.microsoft.com/office/drawing/2014/main" id="{8A667EF2-3DA2-11B1-7758-A66438349BC0}"/>
                </a:ext>
              </a:extLst>
            </p:cNvPr>
            <p:cNvSpPr/>
            <p:nvPr/>
          </p:nvSpPr>
          <p:spPr>
            <a:xfrm>
              <a:off x="10572513" y="27763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68" name="Flowchart: Punched Tape 67">
              <a:extLst>
                <a:ext uri="{FF2B5EF4-FFF2-40B4-BE49-F238E27FC236}">
                  <a16:creationId xmlns:a16="http://schemas.microsoft.com/office/drawing/2014/main" id="{13996C9B-F9D6-8538-C9E9-A7170B8788C8}"/>
                </a:ext>
              </a:extLst>
            </p:cNvPr>
            <p:cNvSpPr/>
            <p:nvPr/>
          </p:nvSpPr>
          <p:spPr>
            <a:xfrm>
              <a:off x="10724913" y="29287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  <p:sp>
          <p:nvSpPr>
            <p:cNvPr id="69" name="Flowchart: Punched Tape 68">
              <a:extLst>
                <a:ext uri="{FF2B5EF4-FFF2-40B4-BE49-F238E27FC236}">
                  <a16:creationId xmlns:a16="http://schemas.microsoft.com/office/drawing/2014/main" id="{69EBFC08-0458-78F8-E82D-E9829323CD1E}"/>
                </a:ext>
              </a:extLst>
            </p:cNvPr>
            <p:cNvSpPr/>
            <p:nvPr/>
          </p:nvSpPr>
          <p:spPr>
            <a:xfrm>
              <a:off x="10877313" y="3081161"/>
              <a:ext cx="1115043" cy="804672"/>
            </a:xfrm>
            <a:prstGeom prst="flowChartPunchedTap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Archived Logs</a:t>
              </a:r>
            </a:p>
          </p:txBody>
        </p:sp>
      </p:grpSp>
      <p:sp>
        <p:nvSpPr>
          <p:cNvPr id="36" name="Flowchart: Punched Tape 35">
            <a:extLst>
              <a:ext uri="{FF2B5EF4-FFF2-40B4-BE49-F238E27FC236}">
                <a16:creationId xmlns:a16="http://schemas.microsoft.com/office/drawing/2014/main" id="{54497799-D14B-FAAD-FEAC-F4569F2B06FA}"/>
              </a:ext>
            </a:extLst>
          </p:cNvPr>
          <p:cNvSpPr/>
          <p:nvPr/>
        </p:nvSpPr>
        <p:spPr>
          <a:xfrm>
            <a:off x="4485349" y="5788348"/>
            <a:ext cx="706855" cy="489333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Sqlnet.ora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Flowchart: Punched Tape 36">
            <a:extLst>
              <a:ext uri="{FF2B5EF4-FFF2-40B4-BE49-F238E27FC236}">
                <a16:creationId xmlns:a16="http://schemas.microsoft.com/office/drawing/2014/main" id="{864A1FE5-D9FE-E7C8-10E0-82FFDF8878C2}"/>
              </a:ext>
            </a:extLst>
          </p:cNvPr>
          <p:cNvSpPr/>
          <p:nvPr/>
        </p:nvSpPr>
        <p:spPr>
          <a:xfrm>
            <a:off x="4717410" y="6085150"/>
            <a:ext cx="878840" cy="489333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Tnsnames.ora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93C239D-0EA1-ADAA-6473-CCE383F81EA0}"/>
              </a:ext>
            </a:extLst>
          </p:cNvPr>
          <p:cNvCxnSpPr>
            <a:cxnSpLocks/>
            <a:endCxn id="62" idx="3"/>
          </p:cNvCxnSpPr>
          <p:nvPr/>
        </p:nvCxnSpPr>
        <p:spPr>
          <a:xfrm rot="16200000" flipV="1">
            <a:off x="4263483" y="5289739"/>
            <a:ext cx="900909" cy="8374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7031F27-42DD-9672-0F16-ABC27ABFE0DD}"/>
              </a:ext>
            </a:extLst>
          </p:cNvPr>
          <p:cNvGrpSpPr/>
          <p:nvPr/>
        </p:nvGrpSpPr>
        <p:grpSpPr>
          <a:xfrm>
            <a:off x="6311444" y="4596757"/>
            <a:ext cx="932003" cy="677126"/>
            <a:chOff x="8232086" y="2105769"/>
            <a:chExt cx="1477141" cy="1109472"/>
          </a:xfrm>
        </p:grpSpPr>
        <p:sp>
          <p:nvSpPr>
            <p:cNvPr id="64" name="Flowchart: Punched Tape 63">
              <a:extLst>
                <a:ext uri="{FF2B5EF4-FFF2-40B4-BE49-F238E27FC236}">
                  <a16:creationId xmlns:a16="http://schemas.microsoft.com/office/drawing/2014/main" id="{A59F6F6E-98E0-664B-F677-5B519582905F}"/>
                </a:ext>
              </a:extLst>
            </p:cNvPr>
            <p:cNvSpPr/>
            <p:nvPr/>
          </p:nvSpPr>
          <p:spPr>
            <a:xfrm>
              <a:off x="8232086" y="21057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  <p:sp>
          <p:nvSpPr>
            <p:cNvPr id="65" name="Flowchart: Punched Tape 64">
              <a:extLst>
                <a:ext uri="{FF2B5EF4-FFF2-40B4-BE49-F238E27FC236}">
                  <a16:creationId xmlns:a16="http://schemas.microsoft.com/office/drawing/2014/main" id="{88F0E67B-29AA-6BEC-A9CE-3E5FFEDA5EE0}"/>
                </a:ext>
              </a:extLst>
            </p:cNvPr>
            <p:cNvSpPr/>
            <p:nvPr/>
          </p:nvSpPr>
          <p:spPr>
            <a:xfrm>
              <a:off x="8384486" y="2258169"/>
              <a:ext cx="1172340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Logs</a:t>
              </a:r>
            </a:p>
          </p:txBody>
        </p:sp>
        <p:sp>
          <p:nvSpPr>
            <p:cNvPr id="66" name="Flowchart: Punched Tape 65">
              <a:extLst>
                <a:ext uri="{FF2B5EF4-FFF2-40B4-BE49-F238E27FC236}">
                  <a16:creationId xmlns:a16="http://schemas.microsoft.com/office/drawing/2014/main" id="{E96702C1-E0F4-C8F0-8BC4-CD9239E6BEDF}"/>
                </a:ext>
              </a:extLst>
            </p:cNvPr>
            <p:cNvSpPr/>
            <p:nvPr/>
          </p:nvSpPr>
          <p:spPr>
            <a:xfrm>
              <a:off x="8536886" y="2410569"/>
              <a:ext cx="1172341" cy="804672"/>
            </a:xfrm>
            <a:prstGeom prst="flowChartPunchedTap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Redo Logs</a:t>
              </a:r>
            </a:p>
          </p:txBody>
        </p:sp>
      </p:grp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051A282-6DD3-390F-8249-BD45B2EAA715}"/>
              </a:ext>
            </a:extLst>
          </p:cNvPr>
          <p:cNvCxnSpPr>
            <a:cxnSpLocks/>
            <a:stCxn id="66" idx="3"/>
            <a:endCxn id="67" idx="0"/>
          </p:cNvCxnSpPr>
          <p:nvPr/>
        </p:nvCxnSpPr>
        <p:spPr>
          <a:xfrm>
            <a:off x="7243447" y="5028331"/>
            <a:ext cx="1564742" cy="484021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Flowchart: Punched Tape 40">
            <a:extLst>
              <a:ext uri="{FF2B5EF4-FFF2-40B4-BE49-F238E27FC236}">
                <a16:creationId xmlns:a16="http://schemas.microsoft.com/office/drawing/2014/main" id="{FB2AF8F5-F986-194F-38BD-416F21810D1E}"/>
              </a:ext>
            </a:extLst>
          </p:cNvPr>
          <p:cNvSpPr/>
          <p:nvPr/>
        </p:nvSpPr>
        <p:spPr>
          <a:xfrm>
            <a:off x="6374895" y="5487251"/>
            <a:ext cx="953196" cy="580960"/>
          </a:xfrm>
          <a:prstGeom prst="flowChartPunchedTap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Undo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60E426-CB5E-06FA-7372-410BDDF5B2E2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6873602" y="5224772"/>
            <a:ext cx="0" cy="4242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30EBF42-0033-436F-B145-C3DF586BC54C}"/>
              </a:ext>
            </a:extLst>
          </p:cNvPr>
          <p:cNvCxnSpPr>
            <a:cxnSpLocks/>
            <a:stCxn id="65" idx="0"/>
          </p:cNvCxnSpPr>
          <p:nvPr/>
        </p:nvCxnSpPr>
        <p:spPr>
          <a:xfrm rot="5400000" flipH="1" flipV="1">
            <a:off x="6526117" y="3838234"/>
            <a:ext cx="1151974" cy="649317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AFB7218-969D-4BC4-DC46-A9FE4629136A}"/>
              </a:ext>
            </a:extLst>
          </p:cNvPr>
          <p:cNvCxnSpPr>
            <a:cxnSpLocks/>
            <a:stCxn id="41" idx="3"/>
            <a:endCxn id="120" idx="1"/>
          </p:cNvCxnSpPr>
          <p:nvPr/>
        </p:nvCxnSpPr>
        <p:spPr>
          <a:xfrm flipV="1">
            <a:off x="7328091" y="5606923"/>
            <a:ext cx="294800" cy="170808"/>
          </a:xfrm>
          <a:prstGeom prst="bentConnector3">
            <a:avLst>
              <a:gd name="adj1" fmla="val 50000"/>
            </a:avLst>
          </a:prstGeom>
          <a:ln w="28575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0A7E20D-645D-D788-B64F-FC4C6B4AAACF}"/>
              </a:ext>
            </a:extLst>
          </p:cNvPr>
          <p:cNvSpPr/>
          <p:nvPr/>
        </p:nvSpPr>
        <p:spPr>
          <a:xfrm>
            <a:off x="7883210" y="3916146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DBWx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2ECD3C3-BC39-B1E4-85C7-815A46858D25}"/>
              </a:ext>
            </a:extLst>
          </p:cNvPr>
          <p:cNvSpPr/>
          <p:nvPr/>
        </p:nvSpPr>
        <p:spPr>
          <a:xfrm>
            <a:off x="6978886" y="4341204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0849BDF-F1A8-869F-918D-5B0F8C116F58}"/>
              </a:ext>
            </a:extLst>
          </p:cNvPr>
          <p:cNvSpPr/>
          <p:nvPr/>
        </p:nvSpPr>
        <p:spPr>
          <a:xfrm>
            <a:off x="6890880" y="3937478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SMON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345229-C15C-BA41-0076-E7ED4BEC782A}"/>
              </a:ext>
            </a:extLst>
          </p:cNvPr>
          <p:cNvSpPr/>
          <p:nvPr/>
        </p:nvSpPr>
        <p:spPr>
          <a:xfrm>
            <a:off x="6374895" y="3936245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PMON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C016398-0CA6-36DA-BBEF-3ACBD2CFDCD9}"/>
              </a:ext>
            </a:extLst>
          </p:cNvPr>
          <p:cNvSpPr/>
          <p:nvPr/>
        </p:nvSpPr>
        <p:spPr>
          <a:xfrm>
            <a:off x="7389701" y="3924956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F459056-080F-A224-D744-0A0D7EC6C46B}"/>
              </a:ext>
            </a:extLst>
          </p:cNvPr>
          <p:cNvSpPr/>
          <p:nvPr/>
        </p:nvSpPr>
        <p:spPr>
          <a:xfrm>
            <a:off x="7063641" y="4432648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C0DEBEB-7221-13CB-B3B5-EC8D80673215}"/>
              </a:ext>
            </a:extLst>
          </p:cNvPr>
          <p:cNvSpPr/>
          <p:nvPr/>
        </p:nvSpPr>
        <p:spPr>
          <a:xfrm>
            <a:off x="7148396" y="4524091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1268F31-DFD3-A4BF-0DCE-B92370BC29E2}"/>
              </a:ext>
            </a:extLst>
          </p:cNvPr>
          <p:cNvSpPr/>
          <p:nvPr/>
        </p:nvSpPr>
        <p:spPr>
          <a:xfrm>
            <a:off x="7233151" y="4615535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413A2B9-DF93-04CB-AA89-0B1ECB40A728}"/>
              </a:ext>
            </a:extLst>
          </p:cNvPr>
          <p:cNvSpPr/>
          <p:nvPr/>
        </p:nvSpPr>
        <p:spPr>
          <a:xfrm>
            <a:off x="7317906" y="4706979"/>
            <a:ext cx="462095" cy="26562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Others</a:t>
            </a:r>
          </a:p>
        </p:txBody>
      </p:sp>
      <p:sp>
        <p:nvSpPr>
          <p:cNvPr id="62" name="Rectangle: Single Corner Rounded 61">
            <a:extLst>
              <a:ext uri="{FF2B5EF4-FFF2-40B4-BE49-F238E27FC236}">
                <a16:creationId xmlns:a16="http://schemas.microsoft.com/office/drawing/2014/main" id="{0742B8D1-090D-0A97-AA9E-87F854E52426}"/>
              </a:ext>
            </a:extLst>
          </p:cNvPr>
          <p:cNvSpPr/>
          <p:nvPr/>
        </p:nvSpPr>
        <p:spPr>
          <a:xfrm>
            <a:off x="3385740" y="4630068"/>
            <a:ext cx="1286323" cy="502180"/>
          </a:xfrm>
          <a:prstGeom prst="round1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Local Listener</a:t>
            </a:r>
          </a:p>
        </p:txBody>
      </p:sp>
      <p:pic>
        <p:nvPicPr>
          <p:cNvPr id="63" name="Graphic 62" descr="Ear outline">
            <a:extLst>
              <a:ext uri="{FF2B5EF4-FFF2-40B4-BE49-F238E27FC236}">
                <a16:creationId xmlns:a16="http://schemas.microsoft.com/office/drawing/2014/main" id="{77E15448-CE16-97A8-0406-9A2FD92F0E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5442" y="4615534"/>
            <a:ext cx="355094" cy="372225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CB41B46-3A32-EDDE-69A4-79039C3D7192}"/>
              </a:ext>
            </a:extLst>
          </p:cNvPr>
          <p:cNvSpPr txBox="1"/>
          <p:nvPr/>
        </p:nvSpPr>
        <p:spPr>
          <a:xfrm>
            <a:off x="8964757" y="3749944"/>
            <a:ext cx="182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Secondary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BADB07B-236F-E46D-1B14-232F49F5F11F}"/>
              </a:ext>
            </a:extLst>
          </p:cNvPr>
          <p:cNvSpPr txBox="1"/>
          <p:nvPr/>
        </p:nvSpPr>
        <p:spPr>
          <a:xfrm>
            <a:off x="477075" y="5252459"/>
            <a:ext cx="18364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Guard can be used on Single instance, Multitenant and RAC – 10g- 23ai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7256F17-BB1F-35E2-545B-9A43801E2F19}"/>
              </a:ext>
            </a:extLst>
          </p:cNvPr>
          <p:cNvSpPr/>
          <p:nvPr/>
        </p:nvSpPr>
        <p:spPr>
          <a:xfrm>
            <a:off x="123666" y="32506"/>
            <a:ext cx="28584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Oracle Data Guard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EF1D676-A680-5243-C9B4-F8FB0D09CDE7}"/>
              </a:ext>
            </a:extLst>
          </p:cNvPr>
          <p:cNvGrpSpPr/>
          <p:nvPr/>
        </p:nvGrpSpPr>
        <p:grpSpPr>
          <a:xfrm>
            <a:off x="7651316" y="1830497"/>
            <a:ext cx="551002" cy="818695"/>
            <a:chOff x="9957816" y="1520345"/>
            <a:chExt cx="2029568" cy="4626137"/>
          </a:xfrm>
        </p:grpSpPr>
        <p:sp>
          <p:nvSpPr>
            <p:cNvPr id="109" name="Rectangle: Single Corner Rounded 108">
              <a:extLst>
                <a:ext uri="{FF2B5EF4-FFF2-40B4-BE49-F238E27FC236}">
                  <a16:creationId xmlns:a16="http://schemas.microsoft.com/office/drawing/2014/main" id="{6B84FADF-E5C0-68E5-D3C4-2689A65C28D0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lowchart: Magnetic Disk 109">
              <a:extLst>
                <a:ext uri="{FF2B5EF4-FFF2-40B4-BE49-F238E27FC236}">
                  <a16:creationId xmlns:a16="http://schemas.microsoft.com/office/drawing/2014/main" id="{F6764490-873D-F8C9-B60B-6B4D845F17EE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11" name="Flowchart: Magnetic Disk 110">
              <a:extLst>
                <a:ext uri="{FF2B5EF4-FFF2-40B4-BE49-F238E27FC236}">
                  <a16:creationId xmlns:a16="http://schemas.microsoft.com/office/drawing/2014/main" id="{F7E01686-96A9-35E3-4E73-62C59D1A1798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12" name="Flowchart: Magnetic Disk 111">
              <a:extLst>
                <a:ext uri="{FF2B5EF4-FFF2-40B4-BE49-F238E27FC236}">
                  <a16:creationId xmlns:a16="http://schemas.microsoft.com/office/drawing/2014/main" id="{CDCBD864-04E5-BCD9-ECC5-EB04DCF44384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115" name="Flowchart: Magnetic Disk 114">
              <a:extLst>
                <a:ext uri="{FF2B5EF4-FFF2-40B4-BE49-F238E27FC236}">
                  <a16:creationId xmlns:a16="http://schemas.microsoft.com/office/drawing/2014/main" id="{B5F085D5-BD48-6B7F-6336-074C1A9EA706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16" name="Flowchart: Magnetic Disk 115">
              <a:extLst>
                <a:ext uri="{FF2B5EF4-FFF2-40B4-BE49-F238E27FC236}">
                  <a16:creationId xmlns:a16="http://schemas.microsoft.com/office/drawing/2014/main" id="{BCF3E451-FE48-59DC-A50D-6FB51E505A2E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18" name="Flowchart: Magnetic Disk 117">
              <a:extLst>
                <a:ext uri="{FF2B5EF4-FFF2-40B4-BE49-F238E27FC236}">
                  <a16:creationId xmlns:a16="http://schemas.microsoft.com/office/drawing/2014/main" id="{542DECF7-459D-6636-926D-8B230E8DCBC5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7D96DFE-922B-1665-C404-0042B1BAC66A}"/>
              </a:ext>
            </a:extLst>
          </p:cNvPr>
          <p:cNvGrpSpPr/>
          <p:nvPr/>
        </p:nvGrpSpPr>
        <p:grpSpPr>
          <a:xfrm>
            <a:off x="7622891" y="5197575"/>
            <a:ext cx="551002" cy="818695"/>
            <a:chOff x="9957816" y="1520345"/>
            <a:chExt cx="2029568" cy="4626137"/>
          </a:xfrm>
        </p:grpSpPr>
        <p:sp>
          <p:nvSpPr>
            <p:cNvPr id="120" name="Rectangle: Single Corner Rounded 119">
              <a:extLst>
                <a:ext uri="{FF2B5EF4-FFF2-40B4-BE49-F238E27FC236}">
                  <a16:creationId xmlns:a16="http://schemas.microsoft.com/office/drawing/2014/main" id="{3ADE5295-06BE-BFE3-A84F-DD6354D9157A}"/>
                </a:ext>
              </a:extLst>
            </p:cNvPr>
            <p:cNvSpPr/>
            <p:nvPr/>
          </p:nvSpPr>
          <p:spPr>
            <a:xfrm>
              <a:off x="9957816" y="1520345"/>
              <a:ext cx="2029568" cy="4626137"/>
            </a:xfrm>
            <a:prstGeom prst="round1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1" name="Flowchart: Magnetic Disk 120">
              <a:extLst>
                <a:ext uri="{FF2B5EF4-FFF2-40B4-BE49-F238E27FC236}">
                  <a16:creationId xmlns:a16="http://schemas.microsoft.com/office/drawing/2014/main" id="{C767B1C5-07A9-CEFB-B781-53B2DCFBE897}"/>
                </a:ext>
              </a:extLst>
            </p:cNvPr>
            <p:cNvSpPr/>
            <p:nvPr/>
          </p:nvSpPr>
          <p:spPr>
            <a:xfrm>
              <a:off x="10161410" y="3764904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2" name="Flowchart: Magnetic Disk 121">
              <a:extLst>
                <a:ext uri="{FF2B5EF4-FFF2-40B4-BE49-F238E27FC236}">
                  <a16:creationId xmlns:a16="http://schemas.microsoft.com/office/drawing/2014/main" id="{2A4FA234-7A1B-0F6A-4C94-A211DB9233E3}"/>
                </a:ext>
              </a:extLst>
            </p:cNvPr>
            <p:cNvSpPr/>
            <p:nvPr/>
          </p:nvSpPr>
          <p:spPr>
            <a:xfrm>
              <a:off x="10141252" y="1767342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3" name="Flowchart: Magnetic Disk 122">
              <a:extLst>
                <a:ext uri="{FF2B5EF4-FFF2-40B4-BE49-F238E27FC236}">
                  <a16:creationId xmlns:a16="http://schemas.microsoft.com/office/drawing/2014/main" id="{6173C046-687B-1DDA-9AD2-0E56A497CB15}"/>
                </a:ext>
              </a:extLst>
            </p:cNvPr>
            <p:cNvSpPr/>
            <p:nvPr/>
          </p:nvSpPr>
          <p:spPr>
            <a:xfrm>
              <a:off x="10141253" y="515740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Undo</a:t>
              </a:r>
            </a:p>
          </p:txBody>
        </p:sp>
        <p:sp>
          <p:nvSpPr>
            <p:cNvPr id="124" name="Flowchart: Magnetic Disk 123">
              <a:extLst>
                <a:ext uri="{FF2B5EF4-FFF2-40B4-BE49-F238E27FC236}">
                  <a16:creationId xmlns:a16="http://schemas.microsoft.com/office/drawing/2014/main" id="{808D6838-73D8-0E77-558C-8A103FB91DF8}"/>
                </a:ext>
              </a:extLst>
            </p:cNvPr>
            <p:cNvSpPr/>
            <p:nvPr/>
          </p:nvSpPr>
          <p:spPr>
            <a:xfrm>
              <a:off x="10161410" y="4431550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</a:p>
          </p:txBody>
        </p:sp>
        <p:sp>
          <p:nvSpPr>
            <p:cNvPr id="125" name="Flowchart: Magnetic Disk 124">
              <a:extLst>
                <a:ext uri="{FF2B5EF4-FFF2-40B4-BE49-F238E27FC236}">
                  <a16:creationId xmlns:a16="http://schemas.microsoft.com/office/drawing/2014/main" id="{FFC4E649-7798-C2E4-2284-7545FDEFCB8E}"/>
                </a:ext>
              </a:extLst>
            </p:cNvPr>
            <p:cNvSpPr/>
            <p:nvPr/>
          </p:nvSpPr>
          <p:spPr>
            <a:xfrm>
              <a:off x="10141253" y="2455443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  <p:sp>
          <p:nvSpPr>
            <p:cNvPr id="126" name="Flowchart: Magnetic Disk 125">
              <a:extLst>
                <a:ext uri="{FF2B5EF4-FFF2-40B4-BE49-F238E27FC236}">
                  <a16:creationId xmlns:a16="http://schemas.microsoft.com/office/drawing/2014/main" id="{64EBAD11-3710-849D-CAB4-880F9430E8C0}"/>
                </a:ext>
              </a:extLst>
            </p:cNvPr>
            <p:cNvSpPr/>
            <p:nvPr/>
          </p:nvSpPr>
          <p:spPr>
            <a:xfrm>
              <a:off x="10161410" y="3093096"/>
              <a:ext cx="1632839" cy="561453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Datafile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8BA1D8DA-EC70-2F7D-9BE7-B1D7B205AFBE}"/>
              </a:ext>
            </a:extLst>
          </p:cNvPr>
          <p:cNvSpPr txBox="1"/>
          <p:nvPr/>
        </p:nvSpPr>
        <p:spPr>
          <a:xfrm>
            <a:off x="9067133" y="4098106"/>
            <a:ext cx="2392978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Guard secondaries can be passive, (failover only) or active (read only)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485FDB22-226B-E1A0-2F58-2D6B176A047A}"/>
              </a:ext>
            </a:extLst>
          </p:cNvPr>
          <p:cNvCxnSpPr>
            <a:stCxn id="25" idx="2"/>
            <a:endCxn id="62" idx="0"/>
          </p:cNvCxnSpPr>
          <p:nvPr/>
        </p:nvCxnSpPr>
        <p:spPr>
          <a:xfrm rot="5400000">
            <a:off x="2758684" y="3357954"/>
            <a:ext cx="2542333" cy="1895"/>
          </a:xfrm>
          <a:prstGeom prst="bentConnector3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0AFA28B1-B38C-BDDA-7C9D-7AABB90A89AA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 flipV="1">
            <a:off x="5925315" y="1641100"/>
            <a:ext cx="483133" cy="2057372"/>
          </a:xfrm>
          <a:prstGeom prst="bentConnector2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50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07"/>
    </mc:Choice>
    <mc:Fallback xmlns="">
      <p:transition spd="slow" advTm="69607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2302-E17A-50B5-7D76-605EE006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Oracle Golden Gate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0E258EE6-B5AE-E724-1CB0-F0E8D27F1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774372"/>
              </p:ext>
            </p:extLst>
          </p:nvPr>
        </p:nvGraphicFramePr>
        <p:xfrm>
          <a:off x="4884881" y="609246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394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64"/>
    </mc:Choice>
    <mc:Fallback xmlns="">
      <p:transition spd="slow" advTm="79664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A1AA-0208-84A1-0AE0-B1FC4E30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B840-D71A-BD1A-01FB-462E03DFAC11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The Oracle Engineered System- Exadata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1619C1-2E5F-AD14-575A-B8234244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16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12FD-F368-47EA-BF23-3A8AF9F1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Oracle Exadata?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7BF73-9E0F-2B07-C886-62A05C7CC64F}"/>
              </a:ext>
            </a:extLst>
          </p:cNvPr>
          <p:cNvSpPr/>
          <p:nvPr/>
        </p:nvSpPr>
        <p:spPr bwMode="auto">
          <a:xfrm>
            <a:off x="11196735" y="6260841"/>
            <a:ext cx="995265" cy="597159"/>
          </a:xfrm>
          <a:prstGeom prst="rect">
            <a:avLst/>
          </a:prstGeom>
          <a:solidFill>
            <a:srgbClr val="F2F2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CBA253C1-220E-34BF-A9FE-70BDDB4D86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1299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2250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C499B4-0BE5-A721-E64B-3ADA31A1D59B}"/>
              </a:ext>
            </a:extLst>
          </p:cNvPr>
          <p:cNvGrpSpPr/>
          <p:nvPr/>
        </p:nvGrpSpPr>
        <p:grpSpPr>
          <a:xfrm>
            <a:off x="969042" y="599364"/>
            <a:ext cx="7351332" cy="5659271"/>
            <a:chOff x="1991019" y="534239"/>
            <a:chExt cx="7351332" cy="5659271"/>
          </a:xfrm>
        </p:grpSpPr>
        <p:pic>
          <p:nvPicPr>
            <p:cNvPr id="3074" name="Picture 2" descr="See the source image">
              <a:extLst>
                <a:ext uri="{FF2B5EF4-FFF2-40B4-BE49-F238E27FC236}">
                  <a16:creationId xmlns:a16="http://schemas.microsoft.com/office/drawing/2014/main" id="{37BB291B-DB21-484F-B662-63E9AF29E9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91019" y="664489"/>
              <a:ext cx="7351332" cy="5529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3F2CCC30-9E1C-48E9-A983-211EE61E8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6258" y="534239"/>
              <a:ext cx="2159506" cy="2264363"/>
            </a:xfrm>
            <a:prstGeom prst="rect">
              <a:avLst/>
            </a:prstGeom>
          </p:spPr>
        </p:pic>
        <p:pic>
          <p:nvPicPr>
            <p:cNvPr id="13" name="Picture 12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90BF7998-71C9-497A-9A46-1FA1E4E61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3931" y="2251738"/>
              <a:ext cx="964020" cy="1010828"/>
            </a:xfrm>
            <a:prstGeom prst="rect">
              <a:avLst/>
            </a:prstGeom>
          </p:spPr>
        </p:pic>
        <p:pic>
          <p:nvPicPr>
            <p:cNvPr id="15" name="Picture 14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5DB48857-0812-4367-A2A1-4D142A4B0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5372" y="3447135"/>
              <a:ext cx="581371" cy="609600"/>
            </a:xfrm>
            <a:prstGeom prst="rect">
              <a:avLst/>
            </a:prstGeom>
          </p:spPr>
        </p:pic>
        <p:pic>
          <p:nvPicPr>
            <p:cNvPr id="17" name="Picture 16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C461EAAA-F6E6-409C-AF65-7A5879398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4552" y="3262566"/>
              <a:ext cx="757394" cy="794170"/>
            </a:xfrm>
            <a:prstGeom prst="rect">
              <a:avLst/>
            </a:prstGeom>
          </p:spPr>
        </p:pic>
        <p:pic>
          <p:nvPicPr>
            <p:cNvPr id="19" name="Picture 18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FFF3E139-779A-47DC-B0D1-0F9FA28E1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6292" y="5157907"/>
              <a:ext cx="538106" cy="564234"/>
            </a:xfrm>
            <a:prstGeom prst="rect">
              <a:avLst/>
            </a:prstGeom>
          </p:spPr>
        </p:pic>
        <p:pic>
          <p:nvPicPr>
            <p:cNvPr id="21" name="Picture 20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F49429D2-B830-4BC2-9A61-20C27BD6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2695" y="4367408"/>
              <a:ext cx="402895" cy="422458"/>
            </a:xfrm>
            <a:prstGeom prst="rect">
              <a:avLst/>
            </a:prstGeom>
          </p:spPr>
        </p:pic>
        <p:pic>
          <p:nvPicPr>
            <p:cNvPr id="23" name="Picture 22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05AF4CE1-592E-4A50-AC2F-B0871F9C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0376" y="5045408"/>
              <a:ext cx="581371" cy="609600"/>
            </a:xfrm>
            <a:prstGeom prst="rect">
              <a:avLst/>
            </a:prstGeom>
          </p:spPr>
        </p:pic>
        <p:pic>
          <p:nvPicPr>
            <p:cNvPr id="25" name="Picture 24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F7D28246-FEE6-40A3-B548-27BB55C96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4714" y="3193221"/>
              <a:ext cx="307981" cy="322935"/>
            </a:xfrm>
            <a:prstGeom prst="rect">
              <a:avLst/>
            </a:prstGeom>
          </p:spPr>
        </p:pic>
        <p:pic>
          <p:nvPicPr>
            <p:cNvPr id="27" name="Picture 26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1DE41415-4359-4BA8-9CB1-46229098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8301" y="2749563"/>
              <a:ext cx="307981" cy="322935"/>
            </a:xfrm>
            <a:prstGeom prst="rect">
              <a:avLst/>
            </a:prstGeom>
          </p:spPr>
        </p:pic>
        <p:pic>
          <p:nvPicPr>
            <p:cNvPr id="29" name="Picture 28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05D34DFB-B7AF-43FC-BE69-89F053C9C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2695" y="3046133"/>
              <a:ext cx="307981" cy="322935"/>
            </a:xfrm>
            <a:prstGeom prst="rect">
              <a:avLst/>
            </a:prstGeom>
          </p:spPr>
        </p:pic>
        <p:pic>
          <p:nvPicPr>
            <p:cNvPr id="31" name="Picture 30" descr="A white container with a red label&#10;&#10;Description automatically generated with medium confidence">
              <a:extLst>
                <a:ext uri="{FF2B5EF4-FFF2-40B4-BE49-F238E27FC236}">
                  <a16:creationId xmlns:a16="http://schemas.microsoft.com/office/drawing/2014/main" id="{4EF15DFD-C5BF-4459-808E-2AE632F7B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7955" y="2737464"/>
              <a:ext cx="307981" cy="322935"/>
            </a:xfrm>
            <a:prstGeom prst="rect">
              <a:avLst/>
            </a:prstGeom>
          </p:spPr>
        </p:pic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EF7ED49C-E6DA-43FE-8C42-A687A05F1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1450" y="3447135"/>
              <a:ext cx="463631" cy="48723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5FB3723-A78B-4754-83E4-FA6CB16F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62" y="354688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latin typeface="+mj-lt"/>
                <a:ea typeface="+mj-ea"/>
                <a:cs typeface="+mj-cs"/>
              </a:rPr>
              <a:t>Oracle Exadata- A cloud in a box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44DB8A-1C67-488E-B419-2045AE8A3CF1}"/>
              </a:ext>
            </a:extLst>
          </p:cNvPr>
          <p:cNvSpPr txBox="1"/>
          <p:nvPr/>
        </p:nvSpPr>
        <p:spPr>
          <a:xfrm>
            <a:off x="6387051" y="880656"/>
            <a:ext cx="44774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of Exadata was most likely made due to 1-2 large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of databases were consolidated to make the most of the investment.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databases heavily dependent on the infrastructure, not Exadata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have upwards of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2990 CPU 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33TB of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21TB of RDMA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3-7 cell nodes for offloading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462TB of flash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4.2PB of SSD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2124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D1B743D-A7B4-EBA9-FA53-8445DC9A8ED8}"/>
              </a:ext>
            </a:extLst>
          </p:cNvPr>
          <p:cNvSpPr/>
          <p:nvPr/>
        </p:nvSpPr>
        <p:spPr>
          <a:xfrm>
            <a:off x="3523363" y="191437"/>
            <a:ext cx="8092350" cy="64751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B3BA80-C33C-579C-3374-BB9E74A3BE3E}"/>
              </a:ext>
            </a:extLst>
          </p:cNvPr>
          <p:cNvSpPr/>
          <p:nvPr/>
        </p:nvSpPr>
        <p:spPr>
          <a:xfrm>
            <a:off x="5322496" y="976630"/>
            <a:ext cx="4717005" cy="9952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30" name="Picture 6" descr="Cache, cached, caching, cleaner, clear ...">
            <a:extLst>
              <a:ext uri="{FF2B5EF4-FFF2-40B4-BE49-F238E27FC236}">
                <a16:creationId xmlns:a16="http://schemas.microsoft.com/office/drawing/2014/main" id="{20564D32-1557-B372-BA0A-FD2311AD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568" y="2237447"/>
            <a:ext cx="1421432" cy="142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A82E83-C97F-71EA-C2B5-B863B6727AE4}"/>
              </a:ext>
            </a:extLst>
          </p:cNvPr>
          <p:cNvSpPr/>
          <p:nvPr/>
        </p:nvSpPr>
        <p:spPr>
          <a:xfrm>
            <a:off x="89520" y="455896"/>
            <a:ext cx="2710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2700">
                  <a:solidFill>
                    <a:srgbClr val="196B24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196B24"/>
                  </a:fgClr>
                  <a:bgClr>
                    <a:srgbClr val="196B24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196B24">
                      <a:lumMod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Exadata</a:t>
            </a:r>
          </a:p>
        </p:txBody>
      </p:sp>
      <p:pic>
        <p:nvPicPr>
          <p:cNvPr id="1026" name="Picture 2" descr="Oracle Introduces Next-Generation Exadata X9M Platforms">
            <a:extLst>
              <a:ext uri="{FF2B5EF4-FFF2-40B4-BE49-F238E27FC236}">
                <a16:creationId xmlns:a16="http://schemas.microsoft.com/office/drawing/2014/main" id="{1F593A70-6C46-5FF7-E866-C5E04937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21" y="2504587"/>
            <a:ext cx="3079069" cy="364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1C1849D7-4C8F-E442-CCA1-C5A021EAB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9003" y="4043952"/>
            <a:ext cx="914400" cy="91440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158279F6-45A1-2DEE-B64D-C7DABBC39C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8211" y="4021115"/>
            <a:ext cx="914400" cy="914400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4DC13562-016F-D6F8-FA4B-51C0FBCB5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9685" y="4043952"/>
            <a:ext cx="914400" cy="914400"/>
          </a:xfrm>
          <a:prstGeom prst="rect">
            <a:avLst/>
          </a:prstGeom>
        </p:spPr>
      </p:pic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D70BC817-D14D-11A4-8B14-99620ED1EE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2497" y="1024323"/>
            <a:ext cx="796505" cy="796505"/>
          </a:xfrm>
          <a:prstGeom prst="rect">
            <a:avLst/>
          </a:prstGeom>
        </p:spPr>
      </p:pic>
      <p:pic>
        <p:nvPicPr>
          <p:cNvPr id="16" name="Graphic 15" descr="Database with solid fill">
            <a:extLst>
              <a:ext uri="{FF2B5EF4-FFF2-40B4-BE49-F238E27FC236}">
                <a16:creationId xmlns:a16="http://schemas.microsoft.com/office/drawing/2014/main" id="{2C6EEF3C-246A-53A8-AF8B-8FB307CAAA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204" y="1024323"/>
            <a:ext cx="796505" cy="796505"/>
          </a:xfrm>
          <a:prstGeom prst="rect">
            <a:avLst/>
          </a:prstGeom>
        </p:spPr>
      </p:pic>
      <p:pic>
        <p:nvPicPr>
          <p:cNvPr id="17" name="Graphic 16" descr="Database with solid fill">
            <a:extLst>
              <a:ext uri="{FF2B5EF4-FFF2-40B4-BE49-F238E27FC236}">
                <a16:creationId xmlns:a16="http://schemas.microsoft.com/office/drawing/2014/main" id="{606CE05E-2A08-3617-F88C-7B0FBABD40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4779" y="1024323"/>
            <a:ext cx="796505" cy="796505"/>
          </a:xfrm>
          <a:prstGeom prst="rect">
            <a:avLst/>
          </a:prstGeom>
        </p:spPr>
      </p:pic>
      <p:pic>
        <p:nvPicPr>
          <p:cNvPr id="18" name="Graphic 17" descr="Database with solid fill">
            <a:extLst>
              <a:ext uri="{FF2B5EF4-FFF2-40B4-BE49-F238E27FC236}">
                <a16:creationId xmlns:a16="http://schemas.microsoft.com/office/drawing/2014/main" id="{043B409C-14E0-0169-1885-6F4AE692BF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7062" y="1024323"/>
            <a:ext cx="796505" cy="796505"/>
          </a:xfrm>
          <a:prstGeom prst="rect">
            <a:avLst/>
          </a:prstGeom>
        </p:spPr>
      </p:pic>
      <p:pic>
        <p:nvPicPr>
          <p:cNvPr id="1028" name="Picture 4" descr="Ram Memory icon PNG and SVG Vector Free ...">
            <a:extLst>
              <a:ext uri="{FF2B5EF4-FFF2-40B4-BE49-F238E27FC236}">
                <a16:creationId xmlns:a16="http://schemas.microsoft.com/office/drawing/2014/main" id="{161978B5-B71E-539F-8B11-E26655A75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173" y="2390796"/>
            <a:ext cx="124777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wer supply - Free electronics icons">
            <a:extLst>
              <a:ext uri="{FF2B5EF4-FFF2-40B4-BE49-F238E27FC236}">
                <a16:creationId xmlns:a16="http://schemas.microsoft.com/office/drawing/2014/main" id="{BEF848C4-C631-E487-E882-74833F99E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951" y="5437719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wer supply - Free electronics icons">
            <a:extLst>
              <a:ext uri="{FF2B5EF4-FFF2-40B4-BE49-F238E27FC236}">
                <a16:creationId xmlns:a16="http://schemas.microsoft.com/office/drawing/2014/main" id="{50C2726A-DE68-BBA1-85B9-D4D858A8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359" y="5425412"/>
            <a:ext cx="1080119" cy="108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atabase Storage Icon 2205860 Vector ...">
            <a:extLst>
              <a:ext uri="{FF2B5EF4-FFF2-40B4-BE49-F238E27FC236}">
                <a16:creationId xmlns:a16="http://schemas.microsoft.com/office/drawing/2014/main" id="{4F843B6C-597D-21F4-4F23-6F45138D0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501" y="5492675"/>
            <a:ext cx="1039592" cy="103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finiBand | Netdata">
            <a:extLst>
              <a:ext uri="{FF2B5EF4-FFF2-40B4-BE49-F238E27FC236}">
                <a16:creationId xmlns:a16="http://schemas.microsoft.com/office/drawing/2014/main" id="{D1088079-70AD-2BC3-0F57-4307B8D4E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516" y="2603842"/>
            <a:ext cx="1140738" cy="91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0FC1DD7-AB02-5B12-9038-2ED5B8DCFA70}"/>
              </a:ext>
            </a:extLst>
          </p:cNvPr>
          <p:cNvSpPr/>
          <p:nvPr/>
        </p:nvSpPr>
        <p:spPr>
          <a:xfrm rot="16200000">
            <a:off x="1174809" y="3903045"/>
            <a:ext cx="3870041" cy="87673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0933A-B4B3-2999-2346-A0989F373727}"/>
              </a:ext>
            </a:extLst>
          </p:cNvPr>
          <p:cNvSpPr txBox="1"/>
          <p:nvPr/>
        </p:nvSpPr>
        <p:spPr>
          <a:xfrm>
            <a:off x="6727378" y="607298"/>
            <a:ext cx="248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RAC Databases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D360D4-00B7-FBDD-8888-7C074CD840CB}"/>
              </a:ext>
            </a:extLst>
          </p:cNvPr>
          <p:cNvSpPr txBox="1"/>
          <p:nvPr/>
        </p:nvSpPr>
        <p:spPr>
          <a:xfrm>
            <a:off x="6119003" y="2230159"/>
            <a:ext cx="349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100Gb/sec RDMA Network Fabric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BF5C1-4372-4533-5EDC-09C131622909}"/>
              </a:ext>
            </a:extLst>
          </p:cNvPr>
          <p:cNvSpPr txBox="1"/>
          <p:nvPr/>
        </p:nvSpPr>
        <p:spPr>
          <a:xfrm>
            <a:off x="9776738" y="3452431"/>
            <a:ext cx="196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Extensive Flash Cache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314CD-49EA-CC91-0AAA-106B4A6D7F03}"/>
              </a:ext>
            </a:extLst>
          </p:cNvPr>
          <p:cNvSpPr txBox="1"/>
          <p:nvPr/>
        </p:nvSpPr>
        <p:spPr>
          <a:xfrm>
            <a:off x="3770414" y="3425037"/>
            <a:ext cx="164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Large Memory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27C7D-D6AF-C296-472B-086DCC758A5A}"/>
              </a:ext>
            </a:extLst>
          </p:cNvPr>
          <p:cNvSpPr txBox="1"/>
          <p:nvPr/>
        </p:nvSpPr>
        <p:spPr>
          <a:xfrm>
            <a:off x="5608747" y="3793115"/>
            <a:ext cx="427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Storage Servers/Cell Nodes for Offloading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D35BEA-D1EC-4746-4D20-ED06BEF9966B}"/>
              </a:ext>
            </a:extLst>
          </p:cNvPr>
          <p:cNvSpPr txBox="1"/>
          <p:nvPr/>
        </p:nvSpPr>
        <p:spPr>
          <a:xfrm>
            <a:off x="4760082" y="5036413"/>
            <a:ext cx="198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Redundant Power</a:t>
            </a:r>
          </a:p>
        </p:txBody>
      </p:sp>
      <p:pic>
        <p:nvPicPr>
          <p:cNvPr id="29" name="Picture 12" descr="Database Storage Icon 2205860 Vector ...">
            <a:extLst>
              <a:ext uri="{FF2B5EF4-FFF2-40B4-BE49-F238E27FC236}">
                <a16:creationId xmlns:a16="http://schemas.microsoft.com/office/drawing/2014/main" id="{7EBEDFB1-60DC-86BD-BB0A-84D2A7441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065" y="5481112"/>
            <a:ext cx="1039592" cy="103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FC96E45-C759-C62F-3254-062E42C97E2D}"/>
              </a:ext>
            </a:extLst>
          </p:cNvPr>
          <p:cNvSpPr txBox="1"/>
          <p:nvPr/>
        </p:nvSpPr>
        <p:spPr>
          <a:xfrm>
            <a:off x="8959350" y="5150588"/>
            <a:ext cx="261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Fast Flash Storage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6BFF0D-4B90-AB08-ECFB-EDF68D745ECF}"/>
              </a:ext>
            </a:extLst>
          </p:cNvPr>
          <p:cNvSpPr txBox="1"/>
          <p:nvPr/>
        </p:nvSpPr>
        <p:spPr>
          <a:xfrm>
            <a:off x="3488461" y="199383"/>
            <a:ext cx="2967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Oracle Enterprise Linux OS</a:t>
            </a:r>
          </a:p>
        </p:txBody>
      </p:sp>
    </p:spTree>
    <p:extLst>
      <p:ext uri="{BB962C8B-B14F-4D97-AF65-F5344CB8AC3E}">
        <p14:creationId xmlns:p14="http://schemas.microsoft.com/office/powerpoint/2010/main" val="21987018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C44D-CA65-3AC6-B322-6CB1DC440C45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Why Oracle has Lock-in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6B16D1-C8B0-BE47-2CA5-468EA0D1B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772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2DFB-97AC-294F-2D43-1988E7D4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Modernization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A0CA1-7D3D-10A3-9692-78A892C8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PL/SQL</a:t>
            </a:r>
          </a:p>
          <a:p>
            <a:r>
              <a:rPr lang="en-US" dirty="0"/>
              <a:t>Dependent upon internal PL/SQL packages (collection of procs, functions, etc.) to limit demands on developers.</a:t>
            </a:r>
          </a:p>
          <a:p>
            <a:r>
              <a:rPr lang="en-US" dirty="0"/>
              <a:t>Schema migration of objects is easy, recoding of PL/SQL is NOT.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7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C950-4898-34EA-7D29-982177D6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F2BE-B671-F05E-7786-AE267FF0B9E4}"/>
              </a:ext>
            </a:extLst>
          </p:cNvPr>
          <p:cNvSpPr txBox="1">
            <a:spLocks/>
          </p:cNvSpPr>
          <p:nvPr/>
        </p:nvSpPr>
        <p:spPr bwMode="auto">
          <a:xfrm>
            <a:off x="1181100" y="596900"/>
            <a:ext cx="9753600" cy="496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In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E048B8-F32F-B4CE-83F9-A303F3C55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0256" y="3947531"/>
            <a:ext cx="6347327" cy="63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422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5835-6F67-A2EB-EDF3-A0D53ED8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F477-A665-67E0-A53B-5B021DC73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Much more than a database platform</a:t>
            </a:r>
          </a:p>
          <a:p>
            <a:r>
              <a:rPr lang="en-US" dirty="0"/>
              <a:t>Is expensive but has lock-in around it’s PL/SQL, internal packages, instance resiliency and scalability that other platforms will have challenges in the modernization game.</a:t>
            </a:r>
          </a:p>
          <a:p>
            <a:r>
              <a:rPr lang="en-US" dirty="0"/>
              <a:t>Greenfield projects rarely make sense to choose Oracle.</a:t>
            </a:r>
          </a:p>
        </p:txBody>
      </p:sp>
    </p:spTree>
    <p:extLst>
      <p:ext uri="{BB962C8B-B14F-4D97-AF65-F5344CB8AC3E}">
        <p14:creationId xmlns:p14="http://schemas.microsoft.com/office/powerpoint/2010/main" val="15392276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322A-5439-D06E-60E4-861F3942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requires knowledgeable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73A2-C232-EDE0-951A-C3EB82B1E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it’s part of 100% of fortune 500+ companies.</a:t>
            </a:r>
          </a:p>
          <a:p>
            <a:r>
              <a:rPr lang="en-US" dirty="0"/>
              <a:t>Requires deep database, infrastructure, development and command line skills.</a:t>
            </a:r>
          </a:p>
          <a:p>
            <a:r>
              <a:rPr lang="en-US" dirty="0"/>
              <a:t>Has advanced architectures differing greatly from other database platforms.</a:t>
            </a:r>
          </a:p>
          <a:p>
            <a:r>
              <a:rPr lang="en-US" dirty="0"/>
              <a:t>Has differing definitions of common terms.</a:t>
            </a:r>
          </a:p>
        </p:txBody>
      </p:sp>
    </p:spTree>
    <p:extLst>
      <p:ext uri="{BB962C8B-B14F-4D97-AF65-F5344CB8AC3E}">
        <p14:creationId xmlns:p14="http://schemas.microsoft.com/office/powerpoint/2010/main" val="28481888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E805D-FB83-4075-9370-56C73FCE47FC}"/>
              </a:ext>
            </a:extLst>
          </p:cNvPr>
          <p:cNvSpPr txBox="1"/>
          <p:nvPr/>
        </p:nvSpPr>
        <p:spPr>
          <a:xfrm>
            <a:off x="2342792" y="478935"/>
            <a:ext cx="8497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0">
                <a:latin typeface="gatebase Medium" panose="00000500000000000000" pitchFamily="50" charset="0"/>
                <a:ea typeface="Roboto Medium" pitchFamily="2" charset="0"/>
              </a:rPr>
              <a:t>The End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E3B937-56FA-4891-A907-C0955CF5A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40" y="548397"/>
            <a:ext cx="1693732" cy="361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1BF98-3570-45C0-8B36-26266293C5A3}"/>
              </a:ext>
            </a:extLst>
          </p:cNvPr>
          <p:cNvSpPr txBox="1"/>
          <p:nvPr/>
        </p:nvSpPr>
        <p:spPr>
          <a:xfrm>
            <a:off x="371888" y="3126604"/>
            <a:ext cx="1000442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  <a:latin typeface="gatebase Medium"/>
                <a:ea typeface="Roboto regular" panose="02000000000000000000" pitchFamily="2" charset="0"/>
                <a:cs typeface="Roboto regular"/>
              </a:rPr>
              <a:t>Thank you for attending</a:t>
            </a:r>
            <a:endParaRPr lang="en-GB" sz="6000" dirty="0">
              <a:solidFill>
                <a:schemeClr val="bg2">
                  <a:lumMod val="10000"/>
                </a:schemeClr>
              </a:solidFill>
              <a:latin typeface="gatebase Medium"/>
              <a:ea typeface="Roboto italic" panose="02000000000000000000" pitchFamily="2" charset="0"/>
              <a:cs typeface="Roboto 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C2262-3A79-7B8D-6E8E-3FE735EA61B5}"/>
              </a:ext>
            </a:extLst>
          </p:cNvPr>
          <p:cNvSpPr txBox="1"/>
          <p:nvPr/>
        </p:nvSpPr>
        <p:spPr>
          <a:xfrm>
            <a:off x="371888" y="4531656"/>
            <a:ext cx="1000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gatebase Medium" panose="00000500000000000000" pitchFamily="50" charset="0"/>
                <a:ea typeface="Roboto regular" panose="02000000000000000000" pitchFamily="2" charset="0"/>
                <a:cs typeface="Roboto regular" panose="02000000000000000000" pitchFamily="2" charset="0"/>
              </a:rPr>
              <a:t>Please reach out if you have questions.</a:t>
            </a:r>
            <a:endParaRPr lang="en-GB" sz="3600">
              <a:solidFill>
                <a:schemeClr val="bg2">
                  <a:lumMod val="10000"/>
                </a:schemeClr>
              </a:solidFill>
              <a:latin typeface="gatebase Medium" panose="00000500000000000000" pitchFamily="50" charset="0"/>
              <a:ea typeface="Roboto italic" panose="02000000000000000000" pitchFamily="2" charset="0"/>
              <a:cs typeface="Roboto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342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0574-33EE-7047-556E-6F81C940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5362AB8-8000-B629-A3EE-8361197F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243" y="377088"/>
            <a:ext cx="1609519" cy="68736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DF05589-494C-5638-2B2D-4ADFE7B28187}"/>
              </a:ext>
            </a:extLst>
          </p:cNvPr>
          <p:cNvGrpSpPr/>
          <p:nvPr/>
        </p:nvGrpSpPr>
        <p:grpSpPr>
          <a:xfrm>
            <a:off x="678195" y="762866"/>
            <a:ext cx="9624456" cy="895509"/>
            <a:chOff x="584121" y="553422"/>
            <a:chExt cx="9624456" cy="895509"/>
          </a:xfrm>
        </p:grpSpPr>
        <p:sp>
          <p:nvSpPr>
            <p:cNvPr id="7" name="Content Placeholder 1">
              <a:extLst>
                <a:ext uri="{FF2B5EF4-FFF2-40B4-BE49-F238E27FC236}">
                  <a16:creationId xmlns:a16="http://schemas.microsoft.com/office/drawing/2014/main" id="{FB2FFEAB-E28C-C64E-9965-DEB2FA81B45B}"/>
                </a:ext>
              </a:extLst>
            </p:cNvPr>
            <p:cNvSpPr txBox="1">
              <a:spLocks/>
            </p:cNvSpPr>
            <p:nvPr/>
          </p:nvSpPr>
          <p:spPr>
            <a:xfrm>
              <a:off x="1192278" y="553422"/>
              <a:ext cx="9016299" cy="895509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457200" indent="-457200" algn="l" rtl="0" eaLnBrk="1" fontAlgn="base" hangingPunct="1">
                <a:lnSpc>
                  <a:spcPct val="130000"/>
                </a:lnSpc>
                <a:spcBef>
                  <a:spcPts val="1000"/>
                </a:spcBef>
                <a:spcAft>
                  <a:spcPct val="0"/>
                </a:spcAft>
                <a:buClr>
                  <a:srgbClr val="CC0000"/>
                </a:buClr>
                <a:buSzPct val="100000"/>
                <a:buFont typeface="Arial"/>
                <a:buChar char="•"/>
                <a:defRPr sz="3400" b="0" i="0" kern="1200">
                  <a:solidFill>
                    <a:schemeClr val="tx1"/>
                  </a:solidFill>
                  <a:latin typeface="Roboto Regular"/>
                  <a:ea typeface="+mn-ea"/>
                  <a:cs typeface="Roboto Regular"/>
                </a:defRPr>
              </a:lvl1pPr>
              <a:lvl2pPr marL="914400" indent="-457200" algn="l" rtl="0" eaLnBrk="1" fontAlgn="base" hangingPunct="1">
                <a:lnSpc>
                  <a:spcPct val="13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CC0000"/>
                </a:buClr>
                <a:buSzPct val="100000"/>
                <a:buFont typeface="Arial"/>
                <a:buChar char="•"/>
                <a:defRPr sz="2800" b="0" i="0" kern="1200">
                  <a:solidFill>
                    <a:schemeClr val="tx1"/>
                  </a:solidFill>
                  <a:latin typeface="Roboto Regular"/>
                  <a:ea typeface="+mn-ea"/>
                  <a:cs typeface="Roboto Regular"/>
                </a:defRPr>
              </a:lvl2pPr>
              <a:lvl3pPr marL="1257300" indent="-342900" algn="l" rtl="0" eaLnBrk="1" fontAlgn="base" hangingPunct="1">
                <a:lnSpc>
                  <a:spcPct val="130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CC0000"/>
                </a:buClr>
                <a:buSzPct val="100000"/>
                <a:buFont typeface="Arial"/>
                <a:buChar char="•"/>
                <a:defRPr sz="2400" b="0" i="0" kern="1200">
                  <a:solidFill>
                    <a:schemeClr val="tx1"/>
                  </a:solidFill>
                  <a:latin typeface="Roboto Regular"/>
                  <a:ea typeface="+mn-ea"/>
                  <a:cs typeface="Roboto Regular"/>
                </a:defRPr>
              </a:lvl3pPr>
              <a:lvl4pPr marL="1600200" indent="-228600" algn="l" rtl="0" eaLnBrk="1" fontAlgn="base" hangingPunct="1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0" i="0" kern="1200">
                  <a:solidFill>
                    <a:srgbClr val="191919"/>
                  </a:solidFill>
                  <a:latin typeface="Roboto Regular"/>
                  <a:ea typeface="+mn-ea"/>
                  <a:cs typeface="Roboto Regular"/>
                </a:defRPr>
              </a:lvl4pPr>
              <a:lvl5pPr marL="2057400" indent="-228600" algn="l" rtl="0" eaLnBrk="1" fontAlgn="base" hangingPunct="1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0" i="0" kern="1200">
                  <a:solidFill>
                    <a:srgbClr val="191919"/>
                  </a:solidFill>
                  <a:latin typeface="Roboto Regular"/>
                  <a:ea typeface="+mn-ea"/>
                  <a:cs typeface="Roboto Regular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1000"/>
                </a:spcBef>
                <a:spcAft>
                  <a:spcPct val="0"/>
                </a:spcAft>
                <a:buClr>
                  <a:srgbClr val="CC0000"/>
                </a:buClr>
                <a:buSzPct val="100000"/>
                <a:buFont typeface="Arial"/>
                <a:buNone/>
                <a:tabLst/>
                <a:defRPr/>
              </a:pPr>
              <a:r>
                <a:rPr kumimoji="0" lang="en-GB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tebase Medium"/>
                  <a:ea typeface="+mn-ea"/>
                </a:rPr>
                <a:t>Interested in a live demo of Redgate Tools?</a:t>
              </a:r>
              <a:endPara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tebase Medium" panose="00000500000000000000" charset="0"/>
                <a:ea typeface="+mn-ea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1000"/>
                </a:spcBef>
                <a:spcAft>
                  <a:spcPct val="0"/>
                </a:spcAft>
                <a:buClr>
                  <a:srgbClr val="CC0000"/>
                </a:buClr>
                <a:buSzPct val="100000"/>
                <a:buFont typeface="Arial"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+mn-ea"/>
                </a:rPr>
                <a:t>Discover how Redgate can add value to your DevOps processes through live demo today with a Redgate Solution Engineer. Head to the demo area or ask a friendly Redgate representative.  </a:t>
              </a:r>
              <a:endPara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+mn-ea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C25721C-1712-53C2-5667-76722AEF7AF4}"/>
                </a:ext>
              </a:extLst>
            </p:cNvPr>
            <p:cNvGrpSpPr/>
            <p:nvPr/>
          </p:nvGrpSpPr>
          <p:grpSpPr>
            <a:xfrm>
              <a:off x="584121" y="553422"/>
              <a:ext cx="463642" cy="618189"/>
              <a:chOff x="5515898" y="3203584"/>
              <a:chExt cx="1160009" cy="1546679"/>
            </a:xfrm>
          </p:grpSpPr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5D7DF8E3-2430-652B-B539-7F7966CF46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15898" y="3203584"/>
                <a:ext cx="1160009" cy="1546679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8556A23-6575-C650-83D4-A42CE9269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6050" y="3624149"/>
                <a:ext cx="810372" cy="686493"/>
              </a:xfrm>
              <a:prstGeom prst="rect">
                <a:avLst/>
              </a:prstGeom>
            </p:spPr>
          </p:pic>
        </p:grp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C54A33C-AE88-8C87-809D-56E418C3AA8E}"/>
              </a:ext>
            </a:extLst>
          </p:cNvPr>
          <p:cNvSpPr txBox="1">
            <a:spLocks/>
          </p:cNvSpPr>
          <p:nvPr/>
        </p:nvSpPr>
        <p:spPr>
          <a:xfrm>
            <a:off x="1296790" y="2952844"/>
            <a:ext cx="10673023" cy="16492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tebase Medium"/>
                <a:ea typeface="+mn-ea"/>
              </a:rPr>
              <a:t>Networking and drinks reception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+mn-ea"/>
              </a:rPr>
              <a:t>Join us for an opportunity to network during our drinks reception from 4:30 – 5:30pm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+mn-ea"/>
              </a:rPr>
              <a:t>. </a:t>
            </a: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Roboto Regular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Roboto Regular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6D4F5D-3730-E2D7-3B70-9C216CC52371}"/>
              </a:ext>
            </a:extLst>
          </p:cNvPr>
          <p:cNvGrpSpPr/>
          <p:nvPr/>
        </p:nvGrpSpPr>
        <p:grpSpPr>
          <a:xfrm>
            <a:off x="678195" y="2953952"/>
            <a:ext cx="464400" cy="619200"/>
            <a:chOff x="3472639" y="3203584"/>
            <a:chExt cx="1160009" cy="1546679"/>
          </a:xfrm>
        </p:grpSpPr>
        <p:pic>
          <p:nvPicPr>
            <p:cNvPr id="15" name="Graphic 9">
              <a:extLst>
                <a:ext uri="{FF2B5EF4-FFF2-40B4-BE49-F238E27FC236}">
                  <a16:creationId xmlns:a16="http://schemas.microsoft.com/office/drawing/2014/main" id="{C2BF0FEF-B0EC-D669-5294-5ED6AB23A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72639" y="3203584"/>
              <a:ext cx="1160009" cy="1546679"/>
            </a:xfrm>
            <a:prstGeom prst="rect">
              <a:avLst/>
            </a:prstGeom>
          </p:spPr>
        </p:pic>
        <p:pic>
          <p:nvPicPr>
            <p:cNvPr id="16" name="Graphic 10">
              <a:extLst>
                <a:ext uri="{FF2B5EF4-FFF2-40B4-BE49-F238E27FC236}">
                  <a16:creationId xmlns:a16="http://schemas.microsoft.com/office/drawing/2014/main" id="{51B5FAF4-DC99-2C2C-A654-B9C22175C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92442" y="3657602"/>
              <a:ext cx="765896" cy="630738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3DFF402-94A5-F35D-8556-06D8FDE55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127" y="4590901"/>
            <a:ext cx="619200" cy="6192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6D2A52-F96B-97CF-423A-9F1EAE2BD880}"/>
              </a:ext>
            </a:extLst>
          </p:cNvPr>
          <p:cNvSpPr txBox="1">
            <a:spLocks/>
          </p:cNvSpPr>
          <p:nvPr/>
        </p:nvSpPr>
        <p:spPr>
          <a:xfrm>
            <a:off x="1291572" y="4600774"/>
            <a:ext cx="7802474" cy="16492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tebase Medium"/>
                <a:ea typeface="+mn-ea"/>
              </a:rPr>
              <a:t>Scan the QR code to leave your feedback: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+mn-ea"/>
              </a:rPr>
              <a:t>Please leave us your feedback to be in with a chance to win a complimentary 3-Day Ticket to PASS Summit 2025 and other giveaways !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Roboto Regular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Roboto Regular"/>
              </a:rPr>
              <a:t>Winner drawn during the drinks reception, you have to be present to win!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7703651-E676-AB5D-6723-F999615CF7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291" y="3902753"/>
            <a:ext cx="2808522" cy="280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545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DC32248F-A789-A82B-F8F4-9165BC74422F}"/>
              </a:ext>
            </a:extLst>
          </p:cNvPr>
          <p:cNvSpPr txBox="1">
            <a:spLocks/>
          </p:cNvSpPr>
          <p:nvPr/>
        </p:nvSpPr>
        <p:spPr>
          <a:xfrm>
            <a:off x="1187450" y="4509812"/>
            <a:ext cx="9817100" cy="932487"/>
          </a:xfrm>
          <a:prstGeom prst="rect">
            <a:avLst/>
          </a:prstGeom>
        </p:spPr>
        <p:txBody>
          <a:bodyPr/>
          <a:lstStyle>
            <a:lvl1pPr marL="457200" indent="-457200" algn="l" rtl="0" eaLnBrk="1" fontAlgn="base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1pPr>
            <a:lvl2pPr marL="914400" indent="-4572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2pPr>
            <a:lvl3pPr marL="1257300" indent="-342900" algn="l" rtl="0" eaLnBrk="1" fontAlgn="base" hangingPunct="1">
              <a:lnSpc>
                <a:spcPct val="130000"/>
              </a:lnSpc>
              <a:spcBef>
                <a:spcPts val="500"/>
              </a:spcBef>
              <a:spcAft>
                <a:spcPct val="0"/>
              </a:spcAft>
              <a:buClr>
                <a:srgbClr val="CC0000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Regular"/>
                <a:ea typeface="+mn-ea"/>
                <a:cs typeface="Roboto Regular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Navigating the database landscape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21D12A-9B59-D34E-0657-7962FC913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065" y="1680808"/>
            <a:ext cx="4931870" cy="210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37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983"/>
</p:tagLst>
</file>

<file path=ppt/theme/theme1.xml><?xml version="1.0" encoding="utf-8"?>
<a:theme xmlns:a="http://schemas.openxmlformats.org/drawingml/2006/main" name="Redgate theme v2">
  <a:themeElements>
    <a:clrScheme name="Redgate color theme v2">
      <a:dk1>
        <a:srgbClr val="373737"/>
      </a:dk1>
      <a:lt1>
        <a:srgbClr val="FFFFFF"/>
      </a:lt1>
      <a:dk2>
        <a:srgbClr val="CC0000"/>
      </a:dk2>
      <a:lt2>
        <a:srgbClr val="F2F2F2"/>
      </a:lt2>
      <a:accent1>
        <a:srgbClr val="CC0000"/>
      </a:accent1>
      <a:accent2>
        <a:srgbClr val="000000"/>
      </a:accent2>
      <a:accent3>
        <a:srgbClr val="767676"/>
      </a:accent3>
      <a:accent4>
        <a:srgbClr val="790000"/>
      </a:accent4>
      <a:accent5>
        <a:srgbClr val="1AAC1E"/>
      </a:accent5>
      <a:accent6>
        <a:srgbClr val="336DC1"/>
      </a:accent6>
      <a:hlink>
        <a:srgbClr val="336DC1"/>
      </a:hlink>
      <a:folHlink>
        <a:srgbClr val="2A5E9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i="0"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gate theme v2" id="{1734A0F3-C998-EF41-934D-51BF3B82E1A2}" vid="{D6099F4A-34CB-A94F-8B65-95F962FE4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60C779E989E145AAD13EC3F1475DCA" ma:contentTypeVersion="22" ma:contentTypeDescription="Create a new document." ma:contentTypeScope="" ma:versionID="3bf0afb703446d70a2de22bb4eb4d434">
  <xsd:schema xmlns:xsd="http://www.w3.org/2001/XMLSchema" xmlns:xs="http://www.w3.org/2001/XMLSchema" xmlns:p="http://schemas.microsoft.com/office/2006/metadata/properties" xmlns:ns2="09261daf-a6c8-4475-bfe4-e465f101f752" xmlns:ns3="cfa6ec7d-b27d-4976-a2d2-0968bdeefb84" targetNamespace="http://schemas.microsoft.com/office/2006/metadata/properties" ma:root="true" ma:fieldsID="ceb259435a317a99c51cb11b13583a80" ns2:_="" ns3:_="">
    <xsd:import namespace="09261daf-a6c8-4475-bfe4-e465f101f752"/>
    <xsd:import namespace="cfa6ec7d-b27d-4976-a2d2-0968bdeefb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Provider" minOccurs="0"/>
                <xsd:element ref="ns2:Author0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261daf-a6c8-4475-bfe4-e465f101f7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Provider" ma:index="21" nillable="true" ma:displayName="Provider" ma:format="Dropdown" ma:internalName="Provider">
      <xsd:simpleType>
        <xsd:restriction base="dms:Text">
          <xsd:maxLength value="255"/>
        </xsd:restriction>
      </xsd:simpleType>
    </xsd:element>
    <xsd:element name="Author0" ma:index="22" nillable="true" ma:displayName="Author" ma:format="Dropdown" ma:internalName="Author0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f536e90f-a63c-417c-a397-dad62e02e2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a6ec7d-b27d-4976-a2d2-0968bdeefb8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e8b56304-9baf-48d2-b59c-545f107b0cc8}" ma:internalName="TaxCatchAll" ma:showField="CatchAllData" ma:web="cfa6ec7d-b27d-4976-a2d2-0968bdeefb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vider xmlns="09261daf-a6c8-4475-bfe4-e465f101f752" xsi:nil="true"/>
    <Status xmlns="09261daf-a6c8-4475-bfe4-e465f101f752" xsi:nil="true"/>
    <Author0 xmlns="09261daf-a6c8-4475-bfe4-e465f101f752" xsi:nil="true"/>
    <TaxCatchAll xmlns="cfa6ec7d-b27d-4976-a2d2-0968bdeefb84" xsi:nil="true"/>
    <lcf76f155ced4ddcb4097134ff3c332f xmlns="09261daf-a6c8-4475-bfe4-e465f101f75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7D122A-BC23-42A0-A050-3564878F3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11D35F-21CC-41E8-8461-77A4A33C95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261daf-a6c8-4475-bfe4-e465f101f752"/>
    <ds:schemaRef ds:uri="cfa6ec7d-b27d-4976-a2d2-0968bdeefb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C96F39-E119-4A42-9218-10B2A2C75064}">
  <ds:schemaRefs>
    <ds:schemaRef ds:uri="09261daf-a6c8-4475-bfe4-e465f101f752"/>
    <ds:schemaRef ds:uri="cfa6ec7d-b27d-4976-a2d2-0968bdeefb8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2436</TotalTime>
  <Words>3428</Words>
  <Application>Microsoft Office PowerPoint</Application>
  <PresentationFormat>Widescreen</PresentationFormat>
  <Paragraphs>780</Paragraphs>
  <Slides>66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4" baseType="lpstr">
      <vt:lpstr>Roboto Regular</vt:lpstr>
      <vt:lpstr>Symbol</vt:lpstr>
      <vt:lpstr>Courier New</vt:lpstr>
      <vt:lpstr>Roboto Bold</vt:lpstr>
      <vt:lpstr>gatebase Medium</vt:lpstr>
      <vt:lpstr>Calibri Light</vt:lpstr>
      <vt:lpstr>Roboto Medium</vt:lpstr>
      <vt:lpstr>Calibri</vt:lpstr>
      <vt:lpstr>Avenir Next LT Pro Light</vt:lpstr>
      <vt:lpstr>Consolas</vt:lpstr>
      <vt:lpstr>Aptos</vt:lpstr>
      <vt:lpstr>Wingdings</vt:lpstr>
      <vt:lpstr>Arial,Sans-Serif</vt:lpstr>
      <vt:lpstr>Arial</vt:lpstr>
      <vt:lpstr>Roboto</vt:lpstr>
      <vt:lpstr>Segoe UI</vt:lpstr>
      <vt:lpstr>Kanit Medium</vt:lpstr>
      <vt:lpstr>Redgate theme v2</vt:lpstr>
      <vt:lpstr>PowerPoint Presentation</vt:lpstr>
      <vt:lpstr>PowerPoint Presentation</vt:lpstr>
      <vt:lpstr>Breakfast Agenda</vt:lpstr>
      <vt:lpstr>PowerPoint Presentation</vt:lpstr>
      <vt:lpstr>A Quick Poll</vt:lpstr>
      <vt:lpstr>Daily Focus Poll</vt:lpstr>
      <vt:lpstr>PowerPoint Presentation</vt:lpstr>
      <vt:lpstr>Oracle – Key Facts</vt:lpstr>
      <vt:lpstr>Oracle, is Everywhere</vt:lpstr>
      <vt:lpstr>Oracle Database Versioning </vt:lpstr>
      <vt:lpstr>“I thought Oracle was a Database Platform??”</vt:lpstr>
      <vt:lpstr>Oracle Hardware </vt:lpstr>
      <vt:lpstr>Oracle Application Suites</vt:lpstr>
      <vt:lpstr>Storage Management</vt:lpstr>
      <vt:lpstr>Oracle and the Cloud Vendor</vt:lpstr>
      <vt:lpstr>Oracle as Software</vt:lpstr>
      <vt:lpstr>PowerPoint Presentation</vt:lpstr>
      <vt:lpstr>Oracle License Contracts are Unique</vt:lpstr>
      <vt:lpstr>Oracle Specialists Are Focused</vt:lpstr>
      <vt:lpstr>PowerPoint Presentation</vt:lpstr>
      <vt:lpstr>After 27 years, I still have challenges “switching”</vt:lpstr>
      <vt:lpstr>PowerPoint Presentation</vt:lpstr>
      <vt:lpstr>PowerPoint Presentation</vt:lpstr>
      <vt:lpstr>Terms to Clarify</vt:lpstr>
      <vt:lpstr>Oracle Compared to SQL Server, (Database Level)</vt:lpstr>
      <vt:lpstr>PowerPoint Presentation</vt:lpstr>
      <vt:lpstr>PowerPoint Presentation</vt:lpstr>
      <vt:lpstr>Oracle Processes</vt:lpstr>
      <vt:lpstr>What is an Oracle Instance?</vt:lpstr>
      <vt:lpstr>Aspects of the Startup</vt:lpstr>
      <vt:lpstr>Network Connectivity</vt:lpstr>
      <vt:lpstr>Users, Schemas and Object Storage</vt:lpstr>
      <vt:lpstr>Storage</vt:lpstr>
      <vt:lpstr>Unique Objects</vt:lpstr>
      <vt:lpstr>Sessions and Processes</vt:lpstr>
      <vt:lpstr>Security</vt:lpstr>
      <vt:lpstr>Interacting with Oracle Data</vt:lpstr>
      <vt:lpstr>Connection Information</vt:lpstr>
      <vt:lpstr>Connection Strings and Connecting to Oracle</vt:lpstr>
      <vt:lpstr>PowerPoint Presentation</vt:lpstr>
      <vt:lpstr>PowerPoint Presentation</vt:lpstr>
      <vt:lpstr>Monitoring the Behemoth</vt:lpstr>
      <vt:lpstr>Long Runway of Architectures</vt:lpstr>
      <vt:lpstr>Historical Single Instance Oracle</vt:lpstr>
      <vt:lpstr>PowerPoint Presentation</vt:lpstr>
      <vt:lpstr>Multi Tenant is Introduced in Oracle 12c</vt:lpstr>
      <vt:lpstr>PowerPoint Presentation</vt:lpstr>
      <vt:lpstr>What is RAC?</vt:lpstr>
      <vt:lpstr>PowerPoint Presentation</vt:lpstr>
      <vt:lpstr>Oracle RAC vs. SQL Server Always-on</vt:lpstr>
      <vt:lpstr>PowerPoint Presentation</vt:lpstr>
      <vt:lpstr>Data Guard</vt:lpstr>
      <vt:lpstr>PowerPoint Presentation</vt:lpstr>
      <vt:lpstr>Oracle Golden Gate</vt:lpstr>
      <vt:lpstr>PowerPoint Presentation</vt:lpstr>
      <vt:lpstr>What is Oracle Exadata?</vt:lpstr>
      <vt:lpstr>Oracle Exadata- A cloud in a box</vt:lpstr>
      <vt:lpstr>PowerPoint Presentation</vt:lpstr>
      <vt:lpstr>PowerPoint Presentation</vt:lpstr>
      <vt:lpstr>Oracle Modernization Failures</vt:lpstr>
      <vt:lpstr>PowerPoint Presentation</vt:lpstr>
      <vt:lpstr>Oracle is…</vt:lpstr>
      <vt:lpstr>Oracle requires knowledgeable resources</vt:lpstr>
      <vt:lpstr>PowerPoint Presentation</vt:lpstr>
      <vt:lpstr>PowerPoint Presentation</vt:lpstr>
      <vt:lpstr>PowerPoint Presentation</vt:lpstr>
    </vt:vector>
  </TitlesOfParts>
  <Manager/>
  <Company>RedGate Software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Tom Russell</dc:creator>
  <cp:keywords/>
  <dc:description/>
  <cp:lastModifiedBy>Kellyn Gorman</cp:lastModifiedBy>
  <cp:revision>87</cp:revision>
  <cp:lastPrinted>2015-12-02T11:41:23Z</cp:lastPrinted>
  <dcterms:created xsi:type="dcterms:W3CDTF">2015-11-25T13:50:45Z</dcterms:created>
  <dcterms:modified xsi:type="dcterms:W3CDTF">2025-09-17T12:20:42Z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0x0101003760C779E989E145AAD13EC3F1475DCA</vt:lpwstr>
  </property>
  <property fmtid="{D5CDD505-2E9C-101B-9397-08002B2CF9AE}" pid="3" name="MediaServiceImageTags">
    <vt:lpwstr/>
  </property>
</Properties>
</file>