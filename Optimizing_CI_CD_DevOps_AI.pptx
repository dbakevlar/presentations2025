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790" r:id="rId3"/>
    <p:sldId id="257" r:id="rId4"/>
    <p:sldId id="797" r:id="rId5"/>
    <p:sldId id="258" r:id="rId6"/>
    <p:sldId id="798" r:id="rId7"/>
    <p:sldId id="259" r:id="rId8"/>
    <p:sldId id="260" r:id="rId9"/>
    <p:sldId id="261" r:id="rId10"/>
    <p:sldId id="796" r:id="rId11"/>
    <p:sldId id="800" r:id="rId12"/>
    <p:sldId id="791" r:id="rId13"/>
    <p:sldId id="262" r:id="rId14"/>
    <p:sldId id="794" r:id="rId15"/>
    <p:sldId id="793" r:id="rId16"/>
    <p:sldId id="799" r:id="rId17"/>
    <p:sldId id="263" r:id="rId18"/>
    <p:sldId id="792" r:id="rId19"/>
    <p:sldId id="79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68423-991D-48F1-A21C-E5EBAEB4C42A}" v="39" dt="2025-11-04T22:36:32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87" autoAdjust="0"/>
  </p:normalViewPr>
  <p:slideViewPr>
    <p:cSldViewPr snapToGrid="0" snapToObjects="1">
      <p:cViewPr varScale="1">
        <p:scale>
          <a:sx n="52" d="100"/>
          <a:sy n="52" d="100"/>
        </p:scale>
        <p:origin x="1204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619625-77EC-4D18-8100-5E7EFCB9F762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B468D6-A91C-434D-8B97-4FA3D010C820}">
      <dgm:prSet/>
      <dgm:spPr/>
      <dgm:t>
        <a:bodyPr/>
        <a:lstStyle/>
        <a:p>
          <a:pPr>
            <a:defRPr cap="all"/>
          </a:pPr>
          <a:r>
            <a:rPr lang="en-US"/>
            <a:t>Foundations of Modern CI/CD</a:t>
          </a:r>
        </a:p>
      </dgm:t>
    </dgm:pt>
    <dgm:pt modelId="{AA1C4625-635B-4B8D-81A6-FCCC3C793460}" type="parTrans" cxnId="{37D7549C-00DF-42B7-98FA-94243EBD668D}">
      <dgm:prSet/>
      <dgm:spPr/>
      <dgm:t>
        <a:bodyPr/>
        <a:lstStyle/>
        <a:p>
          <a:endParaRPr lang="en-US"/>
        </a:p>
      </dgm:t>
    </dgm:pt>
    <dgm:pt modelId="{9D0307AD-B742-4F62-9AAC-E459D8F4668A}" type="sibTrans" cxnId="{37D7549C-00DF-42B7-98FA-94243EBD668D}">
      <dgm:prSet/>
      <dgm:spPr/>
      <dgm:t>
        <a:bodyPr/>
        <a:lstStyle/>
        <a:p>
          <a:endParaRPr lang="en-US"/>
        </a:p>
      </dgm:t>
    </dgm:pt>
    <dgm:pt modelId="{060B5097-DFB8-4AC6-84A8-E990B21F4ED3}">
      <dgm:prSet/>
      <dgm:spPr/>
      <dgm:t>
        <a:bodyPr/>
        <a:lstStyle/>
        <a:p>
          <a:pPr>
            <a:defRPr cap="all"/>
          </a:pPr>
          <a:r>
            <a:rPr lang="en-US"/>
            <a:t>Leveraging AI in CI/CD Pipelines</a:t>
          </a:r>
        </a:p>
      </dgm:t>
    </dgm:pt>
    <dgm:pt modelId="{BDAB0ED7-871E-411C-A8A1-0A0BB12B8152}" type="parTrans" cxnId="{2F55C9FB-3CBB-48EF-B15E-246AD34BDC85}">
      <dgm:prSet/>
      <dgm:spPr/>
      <dgm:t>
        <a:bodyPr/>
        <a:lstStyle/>
        <a:p>
          <a:endParaRPr lang="en-US"/>
        </a:p>
      </dgm:t>
    </dgm:pt>
    <dgm:pt modelId="{56544DB3-A3FB-43DB-9B76-0A0EB9D83077}" type="sibTrans" cxnId="{2F55C9FB-3CBB-48EF-B15E-246AD34BDC85}">
      <dgm:prSet/>
      <dgm:spPr/>
      <dgm:t>
        <a:bodyPr/>
        <a:lstStyle/>
        <a:p>
          <a:endParaRPr lang="en-US"/>
        </a:p>
      </dgm:t>
    </dgm:pt>
    <dgm:pt modelId="{1900C45A-4C99-4CA2-B6F0-3184E70E8F60}">
      <dgm:prSet/>
      <dgm:spPr/>
      <dgm:t>
        <a:bodyPr/>
        <a:lstStyle/>
        <a:p>
          <a:pPr>
            <a:defRPr cap="all"/>
          </a:pPr>
          <a:r>
            <a:rPr lang="en-US"/>
            <a:t>Security and Governance</a:t>
          </a:r>
        </a:p>
      </dgm:t>
    </dgm:pt>
    <dgm:pt modelId="{15B65B89-9C17-4183-91AE-017B185D295E}" type="parTrans" cxnId="{9B6406D4-21B4-4A0D-AC90-62FE1EE6BFF4}">
      <dgm:prSet/>
      <dgm:spPr/>
      <dgm:t>
        <a:bodyPr/>
        <a:lstStyle/>
        <a:p>
          <a:endParaRPr lang="en-US"/>
        </a:p>
      </dgm:t>
    </dgm:pt>
    <dgm:pt modelId="{9BE01152-FB21-4BDA-A53E-B3F5BB8DE364}" type="sibTrans" cxnId="{9B6406D4-21B4-4A0D-AC90-62FE1EE6BFF4}">
      <dgm:prSet/>
      <dgm:spPr/>
      <dgm:t>
        <a:bodyPr/>
        <a:lstStyle/>
        <a:p>
          <a:endParaRPr lang="en-US"/>
        </a:p>
      </dgm:t>
    </dgm:pt>
    <dgm:pt modelId="{9826FCD8-4832-43A6-8996-6ECD41C284BA}">
      <dgm:prSet/>
      <dgm:spPr/>
      <dgm:t>
        <a:bodyPr/>
        <a:lstStyle/>
        <a:p>
          <a:pPr>
            <a:defRPr cap="all"/>
          </a:pPr>
          <a:r>
            <a:rPr lang="en-US"/>
            <a:t>Key Practices and Patterns</a:t>
          </a:r>
        </a:p>
      </dgm:t>
    </dgm:pt>
    <dgm:pt modelId="{68F35FD9-7353-4D36-A058-3B3CB1B4E700}" type="parTrans" cxnId="{676158AC-1600-4AA0-8FBC-695D22AEE6AF}">
      <dgm:prSet/>
      <dgm:spPr/>
      <dgm:t>
        <a:bodyPr/>
        <a:lstStyle/>
        <a:p>
          <a:endParaRPr lang="en-US"/>
        </a:p>
      </dgm:t>
    </dgm:pt>
    <dgm:pt modelId="{4073D458-8B9D-4300-8410-1012BDCA069A}" type="sibTrans" cxnId="{676158AC-1600-4AA0-8FBC-695D22AEE6AF}">
      <dgm:prSet/>
      <dgm:spPr/>
      <dgm:t>
        <a:bodyPr/>
        <a:lstStyle/>
        <a:p>
          <a:endParaRPr lang="en-US"/>
        </a:p>
      </dgm:t>
    </dgm:pt>
    <dgm:pt modelId="{4E6B0A94-453C-4182-A5F6-8A34B172308B}">
      <dgm:prSet/>
      <dgm:spPr/>
      <dgm:t>
        <a:bodyPr/>
        <a:lstStyle/>
        <a:p>
          <a:pPr>
            <a:defRPr cap="all"/>
          </a:pPr>
          <a:r>
            <a:rPr lang="en-US"/>
            <a:t>Demo and Walkthrough</a:t>
          </a:r>
        </a:p>
      </dgm:t>
    </dgm:pt>
    <dgm:pt modelId="{AC0B0B6A-26AA-4979-A8F9-B386CE444B1C}" type="parTrans" cxnId="{D82D6A58-75B9-4CDF-9880-C2086DFFCC5F}">
      <dgm:prSet/>
      <dgm:spPr/>
      <dgm:t>
        <a:bodyPr/>
        <a:lstStyle/>
        <a:p>
          <a:endParaRPr lang="en-US"/>
        </a:p>
      </dgm:t>
    </dgm:pt>
    <dgm:pt modelId="{ECFA1B15-9D60-4F8D-86B0-0AC6293107FC}" type="sibTrans" cxnId="{D82D6A58-75B9-4CDF-9880-C2086DFFCC5F}">
      <dgm:prSet/>
      <dgm:spPr/>
      <dgm:t>
        <a:bodyPr/>
        <a:lstStyle/>
        <a:p>
          <a:endParaRPr lang="en-US"/>
        </a:p>
      </dgm:t>
    </dgm:pt>
    <dgm:pt modelId="{D23C65F8-38F1-4E65-A0E9-59A4DA1DAFB2}">
      <dgm:prSet/>
      <dgm:spPr/>
      <dgm:t>
        <a:bodyPr/>
        <a:lstStyle/>
        <a:p>
          <a:pPr>
            <a:defRPr cap="all"/>
          </a:pPr>
          <a:r>
            <a:rPr lang="en-US"/>
            <a:t>Q&amp;A and Takeaways</a:t>
          </a:r>
        </a:p>
      </dgm:t>
    </dgm:pt>
    <dgm:pt modelId="{CC94E525-6A78-40AF-9428-60FB62F65B61}" type="parTrans" cxnId="{0F49E997-9C38-4E6A-86E2-8C540487A6C6}">
      <dgm:prSet/>
      <dgm:spPr/>
      <dgm:t>
        <a:bodyPr/>
        <a:lstStyle/>
        <a:p>
          <a:endParaRPr lang="en-US"/>
        </a:p>
      </dgm:t>
    </dgm:pt>
    <dgm:pt modelId="{F0E5C4CB-CF80-47FE-A25E-7C8AF79EF2B0}" type="sibTrans" cxnId="{0F49E997-9C38-4E6A-86E2-8C540487A6C6}">
      <dgm:prSet/>
      <dgm:spPr/>
      <dgm:t>
        <a:bodyPr/>
        <a:lstStyle/>
        <a:p>
          <a:endParaRPr lang="en-US"/>
        </a:p>
      </dgm:t>
    </dgm:pt>
    <dgm:pt modelId="{0C17F5F0-6246-4491-AB0E-CA76A3A469B5}" type="pres">
      <dgm:prSet presAssocID="{D1619625-77EC-4D18-8100-5E7EFCB9F762}" presName="vert0" presStyleCnt="0">
        <dgm:presLayoutVars>
          <dgm:dir/>
          <dgm:animOne val="branch"/>
          <dgm:animLvl val="lvl"/>
        </dgm:presLayoutVars>
      </dgm:prSet>
      <dgm:spPr/>
    </dgm:pt>
    <dgm:pt modelId="{2A6E74AC-8028-4D75-BE18-0544F969B817}" type="pres">
      <dgm:prSet presAssocID="{F9B468D6-A91C-434D-8B97-4FA3D010C820}" presName="thickLine" presStyleLbl="alignNode1" presStyleIdx="0" presStyleCnt="6"/>
      <dgm:spPr/>
    </dgm:pt>
    <dgm:pt modelId="{7805DA04-F341-4677-AE45-E51A12A13FCA}" type="pres">
      <dgm:prSet presAssocID="{F9B468D6-A91C-434D-8B97-4FA3D010C820}" presName="horz1" presStyleCnt="0"/>
      <dgm:spPr/>
    </dgm:pt>
    <dgm:pt modelId="{8E0A68D6-A467-434B-9155-E41C95A0C6CB}" type="pres">
      <dgm:prSet presAssocID="{F9B468D6-A91C-434D-8B97-4FA3D010C820}" presName="tx1" presStyleLbl="revTx" presStyleIdx="0" presStyleCnt="6"/>
      <dgm:spPr/>
    </dgm:pt>
    <dgm:pt modelId="{D39E1D7F-3F44-429D-A845-2B9A671349F7}" type="pres">
      <dgm:prSet presAssocID="{F9B468D6-A91C-434D-8B97-4FA3D010C820}" presName="vert1" presStyleCnt="0"/>
      <dgm:spPr/>
    </dgm:pt>
    <dgm:pt modelId="{8F4491EB-F8AB-416F-AFC5-E6BE9CB19DC5}" type="pres">
      <dgm:prSet presAssocID="{060B5097-DFB8-4AC6-84A8-E990B21F4ED3}" presName="thickLine" presStyleLbl="alignNode1" presStyleIdx="1" presStyleCnt="6"/>
      <dgm:spPr/>
    </dgm:pt>
    <dgm:pt modelId="{22D25B49-5DAC-4A34-AB1A-F68DE60E4CF8}" type="pres">
      <dgm:prSet presAssocID="{060B5097-DFB8-4AC6-84A8-E990B21F4ED3}" presName="horz1" presStyleCnt="0"/>
      <dgm:spPr/>
    </dgm:pt>
    <dgm:pt modelId="{C6DD7314-33A5-44EC-9E1B-AB20018BEB48}" type="pres">
      <dgm:prSet presAssocID="{060B5097-DFB8-4AC6-84A8-E990B21F4ED3}" presName="tx1" presStyleLbl="revTx" presStyleIdx="1" presStyleCnt="6"/>
      <dgm:spPr/>
    </dgm:pt>
    <dgm:pt modelId="{7F73CFE1-3862-4D7D-824C-F7C31A377F23}" type="pres">
      <dgm:prSet presAssocID="{060B5097-DFB8-4AC6-84A8-E990B21F4ED3}" presName="vert1" presStyleCnt="0"/>
      <dgm:spPr/>
    </dgm:pt>
    <dgm:pt modelId="{F06F6D4A-A1C4-40EC-8AB9-FFC0A76E3E7C}" type="pres">
      <dgm:prSet presAssocID="{1900C45A-4C99-4CA2-B6F0-3184E70E8F60}" presName="thickLine" presStyleLbl="alignNode1" presStyleIdx="2" presStyleCnt="6"/>
      <dgm:spPr/>
    </dgm:pt>
    <dgm:pt modelId="{023E0DA6-751B-474C-B653-BF79D9BC33E1}" type="pres">
      <dgm:prSet presAssocID="{1900C45A-4C99-4CA2-B6F0-3184E70E8F60}" presName="horz1" presStyleCnt="0"/>
      <dgm:spPr/>
    </dgm:pt>
    <dgm:pt modelId="{4CB649EE-14DB-4B0C-B56C-BC4E11DBF72D}" type="pres">
      <dgm:prSet presAssocID="{1900C45A-4C99-4CA2-B6F0-3184E70E8F60}" presName="tx1" presStyleLbl="revTx" presStyleIdx="2" presStyleCnt="6"/>
      <dgm:spPr/>
    </dgm:pt>
    <dgm:pt modelId="{1CF1E025-B40C-47AC-87C0-082D8DF36A47}" type="pres">
      <dgm:prSet presAssocID="{1900C45A-4C99-4CA2-B6F0-3184E70E8F60}" presName="vert1" presStyleCnt="0"/>
      <dgm:spPr/>
    </dgm:pt>
    <dgm:pt modelId="{E8415623-D8AF-4EEA-8703-7500C80F6984}" type="pres">
      <dgm:prSet presAssocID="{9826FCD8-4832-43A6-8996-6ECD41C284BA}" presName="thickLine" presStyleLbl="alignNode1" presStyleIdx="3" presStyleCnt="6"/>
      <dgm:spPr/>
    </dgm:pt>
    <dgm:pt modelId="{B80D21E2-71BF-4A84-99F2-662CD2AB6EBA}" type="pres">
      <dgm:prSet presAssocID="{9826FCD8-4832-43A6-8996-6ECD41C284BA}" presName="horz1" presStyleCnt="0"/>
      <dgm:spPr/>
    </dgm:pt>
    <dgm:pt modelId="{9464FA7E-EB4D-4DF4-834D-07FD89A1D327}" type="pres">
      <dgm:prSet presAssocID="{9826FCD8-4832-43A6-8996-6ECD41C284BA}" presName="tx1" presStyleLbl="revTx" presStyleIdx="3" presStyleCnt="6"/>
      <dgm:spPr/>
    </dgm:pt>
    <dgm:pt modelId="{94D3396C-615B-4AD7-80EF-B2FC777C1441}" type="pres">
      <dgm:prSet presAssocID="{9826FCD8-4832-43A6-8996-6ECD41C284BA}" presName="vert1" presStyleCnt="0"/>
      <dgm:spPr/>
    </dgm:pt>
    <dgm:pt modelId="{A6EB4F37-3EEC-4A3D-83ED-587BDF644C25}" type="pres">
      <dgm:prSet presAssocID="{4E6B0A94-453C-4182-A5F6-8A34B172308B}" presName="thickLine" presStyleLbl="alignNode1" presStyleIdx="4" presStyleCnt="6"/>
      <dgm:spPr/>
    </dgm:pt>
    <dgm:pt modelId="{FDB2D78E-31ED-4E68-B841-3E669FC47791}" type="pres">
      <dgm:prSet presAssocID="{4E6B0A94-453C-4182-A5F6-8A34B172308B}" presName="horz1" presStyleCnt="0"/>
      <dgm:spPr/>
    </dgm:pt>
    <dgm:pt modelId="{0D47E46F-C8DE-4821-AA23-BFBD6A1A65DC}" type="pres">
      <dgm:prSet presAssocID="{4E6B0A94-453C-4182-A5F6-8A34B172308B}" presName="tx1" presStyleLbl="revTx" presStyleIdx="4" presStyleCnt="6"/>
      <dgm:spPr/>
    </dgm:pt>
    <dgm:pt modelId="{003E52AA-5EF2-461C-9631-51AAE97CAFA5}" type="pres">
      <dgm:prSet presAssocID="{4E6B0A94-453C-4182-A5F6-8A34B172308B}" presName="vert1" presStyleCnt="0"/>
      <dgm:spPr/>
    </dgm:pt>
    <dgm:pt modelId="{E02F5095-830B-4CF6-9974-4129A595EEA3}" type="pres">
      <dgm:prSet presAssocID="{D23C65F8-38F1-4E65-A0E9-59A4DA1DAFB2}" presName="thickLine" presStyleLbl="alignNode1" presStyleIdx="5" presStyleCnt="6"/>
      <dgm:spPr/>
    </dgm:pt>
    <dgm:pt modelId="{DDE466FE-BD2F-4077-AC82-ED753AA4ECE9}" type="pres">
      <dgm:prSet presAssocID="{D23C65F8-38F1-4E65-A0E9-59A4DA1DAFB2}" presName="horz1" presStyleCnt="0"/>
      <dgm:spPr/>
    </dgm:pt>
    <dgm:pt modelId="{1F789BF7-D87E-4A80-A627-9D3A3241390B}" type="pres">
      <dgm:prSet presAssocID="{D23C65F8-38F1-4E65-A0E9-59A4DA1DAFB2}" presName="tx1" presStyleLbl="revTx" presStyleIdx="5" presStyleCnt="6"/>
      <dgm:spPr/>
    </dgm:pt>
    <dgm:pt modelId="{E2C341EB-B789-4C0B-8E99-247F8E01A9E2}" type="pres">
      <dgm:prSet presAssocID="{D23C65F8-38F1-4E65-A0E9-59A4DA1DAFB2}" presName="vert1" presStyleCnt="0"/>
      <dgm:spPr/>
    </dgm:pt>
  </dgm:ptLst>
  <dgm:cxnLst>
    <dgm:cxn modelId="{630E6718-99E9-4E26-B965-10DB0C85B35F}" type="presOf" srcId="{1900C45A-4C99-4CA2-B6F0-3184E70E8F60}" destId="{4CB649EE-14DB-4B0C-B56C-BC4E11DBF72D}" srcOrd="0" destOrd="0" presId="urn:microsoft.com/office/officeart/2008/layout/LinedList"/>
    <dgm:cxn modelId="{D82D6A58-75B9-4CDF-9880-C2086DFFCC5F}" srcId="{D1619625-77EC-4D18-8100-5E7EFCB9F762}" destId="{4E6B0A94-453C-4182-A5F6-8A34B172308B}" srcOrd="4" destOrd="0" parTransId="{AC0B0B6A-26AA-4979-A8F9-B386CE444B1C}" sibTransId="{ECFA1B15-9D60-4F8D-86B0-0AC6293107FC}"/>
    <dgm:cxn modelId="{0F49E997-9C38-4E6A-86E2-8C540487A6C6}" srcId="{D1619625-77EC-4D18-8100-5E7EFCB9F762}" destId="{D23C65F8-38F1-4E65-A0E9-59A4DA1DAFB2}" srcOrd="5" destOrd="0" parTransId="{CC94E525-6A78-40AF-9428-60FB62F65B61}" sibTransId="{F0E5C4CB-CF80-47FE-A25E-7C8AF79EF2B0}"/>
    <dgm:cxn modelId="{37D7549C-00DF-42B7-98FA-94243EBD668D}" srcId="{D1619625-77EC-4D18-8100-5E7EFCB9F762}" destId="{F9B468D6-A91C-434D-8B97-4FA3D010C820}" srcOrd="0" destOrd="0" parTransId="{AA1C4625-635B-4B8D-81A6-FCCC3C793460}" sibTransId="{9D0307AD-B742-4F62-9AAC-E459D8F4668A}"/>
    <dgm:cxn modelId="{72BE39AB-AA93-45B6-8664-4BA68CE67DCB}" type="presOf" srcId="{D1619625-77EC-4D18-8100-5E7EFCB9F762}" destId="{0C17F5F0-6246-4491-AB0E-CA76A3A469B5}" srcOrd="0" destOrd="0" presId="urn:microsoft.com/office/officeart/2008/layout/LinedList"/>
    <dgm:cxn modelId="{676158AC-1600-4AA0-8FBC-695D22AEE6AF}" srcId="{D1619625-77EC-4D18-8100-5E7EFCB9F762}" destId="{9826FCD8-4832-43A6-8996-6ECD41C284BA}" srcOrd="3" destOrd="0" parTransId="{68F35FD9-7353-4D36-A058-3B3CB1B4E700}" sibTransId="{4073D458-8B9D-4300-8410-1012BDCA069A}"/>
    <dgm:cxn modelId="{241C9FB8-DDA2-48D4-9F28-BD3705C4266B}" type="presOf" srcId="{D23C65F8-38F1-4E65-A0E9-59A4DA1DAFB2}" destId="{1F789BF7-D87E-4A80-A627-9D3A3241390B}" srcOrd="0" destOrd="0" presId="urn:microsoft.com/office/officeart/2008/layout/LinedList"/>
    <dgm:cxn modelId="{5962F5B8-8C1C-48AB-8091-AF594CF48A6C}" type="presOf" srcId="{9826FCD8-4832-43A6-8996-6ECD41C284BA}" destId="{9464FA7E-EB4D-4DF4-834D-07FD89A1D327}" srcOrd="0" destOrd="0" presId="urn:microsoft.com/office/officeart/2008/layout/LinedList"/>
    <dgm:cxn modelId="{CFF498C6-1C2D-40E5-B969-66E7E9744861}" type="presOf" srcId="{4E6B0A94-453C-4182-A5F6-8A34B172308B}" destId="{0D47E46F-C8DE-4821-AA23-BFBD6A1A65DC}" srcOrd="0" destOrd="0" presId="urn:microsoft.com/office/officeart/2008/layout/LinedList"/>
    <dgm:cxn modelId="{804DF9D0-B810-412E-9002-244ED17D9F88}" type="presOf" srcId="{F9B468D6-A91C-434D-8B97-4FA3D010C820}" destId="{8E0A68D6-A467-434B-9155-E41C95A0C6CB}" srcOrd="0" destOrd="0" presId="urn:microsoft.com/office/officeart/2008/layout/LinedList"/>
    <dgm:cxn modelId="{706BC4D1-AB8A-48C9-B5EB-85D075EC4F37}" type="presOf" srcId="{060B5097-DFB8-4AC6-84A8-E990B21F4ED3}" destId="{C6DD7314-33A5-44EC-9E1B-AB20018BEB48}" srcOrd="0" destOrd="0" presId="urn:microsoft.com/office/officeart/2008/layout/LinedList"/>
    <dgm:cxn modelId="{9B6406D4-21B4-4A0D-AC90-62FE1EE6BFF4}" srcId="{D1619625-77EC-4D18-8100-5E7EFCB9F762}" destId="{1900C45A-4C99-4CA2-B6F0-3184E70E8F60}" srcOrd="2" destOrd="0" parTransId="{15B65B89-9C17-4183-91AE-017B185D295E}" sibTransId="{9BE01152-FB21-4BDA-A53E-B3F5BB8DE364}"/>
    <dgm:cxn modelId="{2F55C9FB-3CBB-48EF-B15E-246AD34BDC85}" srcId="{D1619625-77EC-4D18-8100-5E7EFCB9F762}" destId="{060B5097-DFB8-4AC6-84A8-E990B21F4ED3}" srcOrd="1" destOrd="0" parTransId="{BDAB0ED7-871E-411C-A8A1-0A0BB12B8152}" sibTransId="{56544DB3-A3FB-43DB-9B76-0A0EB9D83077}"/>
    <dgm:cxn modelId="{41F9B79E-4CD5-450C-AF92-244F9A2FB008}" type="presParOf" srcId="{0C17F5F0-6246-4491-AB0E-CA76A3A469B5}" destId="{2A6E74AC-8028-4D75-BE18-0544F969B817}" srcOrd="0" destOrd="0" presId="urn:microsoft.com/office/officeart/2008/layout/LinedList"/>
    <dgm:cxn modelId="{B13B7727-590F-444F-83BB-31C3FD64C630}" type="presParOf" srcId="{0C17F5F0-6246-4491-AB0E-CA76A3A469B5}" destId="{7805DA04-F341-4677-AE45-E51A12A13FCA}" srcOrd="1" destOrd="0" presId="urn:microsoft.com/office/officeart/2008/layout/LinedList"/>
    <dgm:cxn modelId="{8F9578C5-F097-4CF0-8D60-3D302E25ED1E}" type="presParOf" srcId="{7805DA04-F341-4677-AE45-E51A12A13FCA}" destId="{8E0A68D6-A467-434B-9155-E41C95A0C6CB}" srcOrd="0" destOrd="0" presId="urn:microsoft.com/office/officeart/2008/layout/LinedList"/>
    <dgm:cxn modelId="{9593D4AE-479B-412D-837A-D87F21BA88B2}" type="presParOf" srcId="{7805DA04-F341-4677-AE45-E51A12A13FCA}" destId="{D39E1D7F-3F44-429D-A845-2B9A671349F7}" srcOrd="1" destOrd="0" presId="urn:microsoft.com/office/officeart/2008/layout/LinedList"/>
    <dgm:cxn modelId="{53685D1E-3BD2-4278-BB2A-DF1F8F76AEBB}" type="presParOf" srcId="{0C17F5F0-6246-4491-AB0E-CA76A3A469B5}" destId="{8F4491EB-F8AB-416F-AFC5-E6BE9CB19DC5}" srcOrd="2" destOrd="0" presId="urn:microsoft.com/office/officeart/2008/layout/LinedList"/>
    <dgm:cxn modelId="{FE9F02D4-100D-45A3-8F04-6F30BA60B6B3}" type="presParOf" srcId="{0C17F5F0-6246-4491-AB0E-CA76A3A469B5}" destId="{22D25B49-5DAC-4A34-AB1A-F68DE60E4CF8}" srcOrd="3" destOrd="0" presId="urn:microsoft.com/office/officeart/2008/layout/LinedList"/>
    <dgm:cxn modelId="{89CFFD1E-8F24-4240-BD91-23A6DFA053E6}" type="presParOf" srcId="{22D25B49-5DAC-4A34-AB1A-F68DE60E4CF8}" destId="{C6DD7314-33A5-44EC-9E1B-AB20018BEB48}" srcOrd="0" destOrd="0" presId="urn:microsoft.com/office/officeart/2008/layout/LinedList"/>
    <dgm:cxn modelId="{92FEC7B8-6AF1-44C8-9CB8-C3563899AFF3}" type="presParOf" srcId="{22D25B49-5DAC-4A34-AB1A-F68DE60E4CF8}" destId="{7F73CFE1-3862-4D7D-824C-F7C31A377F23}" srcOrd="1" destOrd="0" presId="urn:microsoft.com/office/officeart/2008/layout/LinedList"/>
    <dgm:cxn modelId="{63F556BA-5D26-4A03-8AEB-3FF4021E534B}" type="presParOf" srcId="{0C17F5F0-6246-4491-AB0E-CA76A3A469B5}" destId="{F06F6D4A-A1C4-40EC-8AB9-FFC0A76E3E7C}" srcOrd="4" destOrd="0" presId="urn:microsoft.com/office/officeart/2008/layout/LinedList"/>
    <dgm:cxn modelId="{1ACF2570-0140-4F4B-9359-31E9B34CE761}" type="presParOf" srcId="{0C17F5F0-6246-4491-AB0E-CA76A3A469B5}" destId="{023E0DA6-751B-474C-B653-BF79D9BC33E1}" srcOrd="5" destOrd="0" presId="urn:microsoft.com/office/officeart/2008/layout/LinedList"/>
    <dgm:cxn modelId="{D693137A-D689-4CDD-9A73-A8CEE0B533F9}" type="presParOf" srcId="{023E0DA6-751B-474C-B653-BF79D9BC33E1}" destId="{4CB649EE-14DB-4B0C-B56C-BC4E11DBF72D}" srcOrd="0" destOrd="0" presId="urn:microsoft.com/office/officeart/2008/layout/LinedList"/>
    <dgm:cxn modelId="{F96A5E7D-3247-4F77-9252-F8235F01FE2F}" type="presParOf" srcId="{023E0DA6-751B-474C-B653-BF79D9BC33E1}" destId="{1CF1E025-B40C-47AC-87C0-082D8DF36A47}" srcOrd="1" destOrd="0" presId="urn:microsoft.com/office/officeart/2008/layout/LinedList"/>
    <dgm:cxn modelId="{AF43A95C-FF60-459C-A3DB-2562BD36D00D}" type="presParOf" srcId="{0C17F5F0-6246-4491-AB0E-CA76A3A469B5}" destId="{E8415623-D8AF-4EEA-8703-7500C80F6984}" srcOrd="6" destOrd="0" presId="urn:microsoft.com/office/officeart/2008/layout/LinedList"/>
    <dgm:cxn modelId="{81479F2D-096C-4903-92E9-65E8011A616A}" type="presParOf" srcId="{0C17F5F0-6246-4491-AB0E-CA76A3A469B5}" destId="{B80D21E2-71BF-4A84-99F2-662CD2AB6EBA}" srcOrd="7" destOrd="0" presId="urn:microsoft.com/office/officeart/2008/layout/LinedList"/>
    <dgm:cxn modelId="{84BB69AA-370C-4454-96F6-AF04B7678A80}" type="presParOf" srcId="{B80D21E2-71BF-4A84-99F2-662CD2AB6EBA}" destId="{9464FA7E-EB4D-4DF4-834D-07FD89A1D327}" srcOrd="0" destOrd="0" presId="urn:microsoft.com/office/officeart/2008/layout/LinedList"/>
    <dgm:cxn modelId="{69A04F78-213C-4C60-AF22-00C0D29DC3C0}" type="presParOf" srcId="{B80D21E2-71BF-4A84-99F2-662CD2AB6EBA}" destId="{94D3396C-615B-4AD7-80EF-B2FC777C1441}" srcOrd="1" destOrd="0" presId="urn:microsoft.com/office/officeart/2008/layout/LinedList"/>
    <dgm:cxn modelId="{6F615072-B678-489D-935B-6277BDDAC61E}" type="presParOf" srcId="{0C17F5F0-6246-4491-AB0E-CA76A3A469B5}" destId="{A6EB4F37-3EEC-4A3D-83ED-587BDF644C25}" srcOrd="8" destOrd="0" presId="urn:microsoft.com/office/officeart/2008/layout/LinedList"/>
    <dgm:cxn modelId="{02A3B660-C08C-40DB-A873-6A6A180C465F}" type="presParOf" srcId="{0C17F5F0-6246-4491-AB0E-CA76A3A469B5}" destId="{FDB2D78E-31ED-4E68-B841-3E669FC47791}" srcOrd="9" destOrd="0" presId="urn:microsoft.com/office/officeart/2008/layout/LinedList"/>
    <dgm:cxn modelId="{033E642E-ADBD-4D62-80A8-FCC5F15768BA}" type="presParOf" srcId="{FDB2D78E-31ED-4E68-B841-3E669FC47791}" destId="{0D47E46F-C8DE-4821-AA23-BFBD6A1A65DC}" srcOrd="0" destOrd="0" presId="urn:microsoft.com/office/officeart/2008/layout/LinedList"/>
    <dgm:cxn modelId="{426B6A14-B025-450C-BC0B-5C87FD244AFB}" type="presParOf" srcId="{FDB2D78E-31ED-4E68-B841-3E669FC47791}" destId="{003E52AA-5EF2-461C-9631-51AAE97CAFA5}" srcOrd="1" destOrd="0" presId="urn:microsoft.com/office/officeart/2008/layout/LinedList"/>
    <dgm:cxn modelId="{39F7D3DA-A531-463D-AE6A-ECBD57F95CB8}" type="presParOf" srcId="{0C17F5F0-6246-4491-AB0E-CA76A3A469B5}" destId="{E02F5095-830B-4CF6-9974-4129A595EEA3}" srcOrd="10" destOrd="0" presId="urn:microsoft.com/office/officeart/2008/layout/LinedList"/>
    <dgm:cxn modelId="{405095FC-3DA3-45C8-B770-FF9BF27B5FAA}" type="presParOf" srcId="{0C17F5F0-6246-4491-AB0E-CA76A3A469B5}" destId="{DDE466FE-BD2F-4077-AC82-ED753AA4ECE9}" srcOrd="11" destOrd="0" presId="urn:microsoft.com/office/officeart/2008/layout/LinedList"/>
    <dgm:cxn modelId="{EED79883-8589-424C-A073-E2A18884E1BB}" type="presParOf" srcId="{DDE466FE-BD2F-4077-AC82-ED753AA4ECE9}" destId="{1F789BF7-D87E-4A80-A627-9D3A3241390B}" srcOrd="0" destOrd="0" presId="urn:microsoft.com/office/officeart/2008/layout/LinedList"/>
    <dgm:cxn modelId="{64EFA25D-D7D2-450F-93EC-397B783BE91E}" type="presParOf" srcId="{DDE466FE-BD2F-4077-AC82-ED753AA4ECE9}" destId="{E2C341EB-B789-4C0B-8E99-247F8E01A9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B90D82-0F4E-4915-9243-1B7A1CFFCBB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DFC194-AC74-4404-B49E-14B5A3CA35C9}">
      <dgm:prSet/>
      <dgm:spPr/>
      <dgm:t>
        <a:bodyPr/>
        <a:lstStyle/>
        <a:p>
          <a:r>
            <a:rPr lang="en-US"/>
            <a:t>Enterprise is EXPECTED</a:t>
          </a:r>
        </a:p>
      </dgm:t>
    </dgm:pt>
    <dgm:pt modelId="{27EC1A8C-5DBE-477C-95ED-6DC63B829701}" type="parTrans" cxnId="{565A5DE0-643B-42D9-A9FC-A65D92BA7A9E}">
      <dgm:prSet/>
      <dgm:spPr/>
      <dgm:t>
        <a:bodyPr/>
        <a:lstStyle/>
        <a:p>
          <a:endParaRPr lang="en-US"/>
        </a:p>
      </dgm:t>
    </dgm:pt>
    <dgm:pt modelId="{F6736E67-F2B7-4443-B708-ADBEC28A6422}" type="sibTrans" cxnId="{565A5DE0-643B-42D9-A9FC-A65D92BA7A9E}">
      <dgm:prSet/>
      <dgm:spPr/>
      <dgm:t>
        <a:bodyPr/>
        <a:lstStyle/>
        <a:p>
          <a:endParaRPr lang="en-US"/>
        </a:p>
      </dgm:t>
    </dgm:pt>
    <dgm:pt modelId="{4840703B-3F30-499E-AA70-C740532845C3}">
      <dgm:prSet/>
      <dgm:spPr/>
      <dgm:t>
        <a:bodyPr/>
        <a:lstStyle/>
        <a:p>
          <a:r>
            <a:rPr lang="en-US"/>
            <a:t>Policy and governance first, solutions and tools later</a:t>
          </a:r>
        </a:p>
      </dgm:t>
    </dgm:pt>
    <dgm:pt modelId="{BA5AB3D7-9850-483B-8A8B-45060B9F175B}" type="parTrans" cxnId="{E08D48F5-D258-4942-A7AA-5BC0BD6C015E}">
      <dgm:prSet/>
      <dgm:spPr/>
      <dgm:t>
        <a:bodyPr/>
        <a:lstStyle/>
        <a:p>
          <a:endParaRPr lang="en-US"/>
        </a:p>
      </dgm:t>
    </dgm:pt>
    <dgm:pt modelId="{1F1A600E-1510-4FE7-8174-DD314C8DBD2D}" type="sibTrans" cxnId="{E08D48F5-D258-4942-A7AA-5BC0BD6C015E}">
      <dgm:prSet/>
      <dgm:spPr/>
      <dgm:t>
        <a:bodyPr/>
        <a:lstStyle/>
        <a:p>
          <a:endParaRPr lang="en-US"/>
        </a:p>
      </dgm:t>
    </dgm:pt>
    <dgm:pt modelId="{DED9D24F-6C73-4C92-BE84-A3B1E179F71F}">
      <dgm:prSet/>
      <dgm:spPr/>
      <dgm:t>
        <a:bodyPr/>
        <a:lstStyle/>
        <a:p>
          <a:r>
            <a:rPr lang="en-US"/>
            <a:t>Cost is what I hear about most often, so…</a:t>
          </a:r>
        </a:p>
      </dgm:t>
    </dgm:pt>
    <dgm:pt modelId="{E0AE59E6-6C9B-4ADB-9350-CC2AED6FA3E2}" type="parTrans" cxnId="{60250606-7A8F-445B-9265-7C2D1EF07119}">
      <dgm:prSet/>
      <dgm:spPr/>
      <dgm:t>
        <a:bodyPr/>
        <a:lstStyle/>
        <a:p>
          <a:endParaRPr lang="en-US"/>
        </a:p>
      </dgm:t>
    </dgm:pt>
    <dgm:pt modelId="{1CA4CA37-7DFD-496C-B4D4-A9751352AB0A}" type="sibTrans" cxnId="{60250606-7A8F-445B-9265-7C2D1EF07119}">
      <dgm:prSet/>
      <dgm:spPr/>
      <dgm:t>
        <a:bodyPr/>
        <a:lstStyle/>
        <a:p>
          <a:endParaRPr lang="en-US"/>
        </a:p>
      </dgm:t>
    </dgm:pt>
    <dgm:pt modelId="{CE2B98DA-AD60-4CBA-8317-7C92420CBFA4}">
      <dgm:prSet/>
      <dgm:spPr/>
      <dgm:t>
        <a:bodyPr/>
        <a:lstStyle/>
        <a:p>
          <a:r>
            <a:rPr lang="en-US"/>
            <a:t>This is a VIBE CODE – seriously…</a:t>
          </a:r>
        </a:p>
      </dgm:t>
    </dgm:pt>
    <dgm:pt modelId="{30CF2AFA-237D-4659-B9AD-2E364A6E43EC}" type="parTrans" cxnId="{D35152CE-BC8E-4AD0-8FBF-706202C8CA24}">
      <dgm:prSet/>
      <dgm:spPr/>
      <dgm:t>
        <a:bodyPr/>
        <a:lstStyle/>
        <a:p>
          <a:endParaRPr lang="en-US"/>
        </a:p>
      </dgm:t>
    </dgm:pt>
    <dgm:pt modelId="{2F965E67-FA98-44FA-A6C7-06F43E79896E}" type="sibTrans" cxnId="{D35152CE-BC8E-4AD0-8FBF-706202C8CA24}">
      <dgm:prSet/>
      <dgm:spPr/>
      <dgm:t>
        <a:bodyPr/>
        <a:lstStyle/>
        <a:p>
          <a:endParaRPr lang="en-US"/>
        </a:p>
      </dgm:t>
    </dgm:pt>
    <dgm:pt modelId="{6C0FBB41-3DF5-4EC8-9FB8-6DBCF9C512E7}" type="pres">
      <dgm:prSet presAssocID="{20B90D82-0F4E-4915-9243-1B7A1CFFCBB7}" presName="root" presStyleCnt="0">
        <dgm:presLayoutVars>
          <dgm:dir/>
          <dgm:resizeHandles val="exact"/>
        </dgm:presLayoutVars>
      </dgm:prSet>
      <dgm:spPr/>
    </dgm:pt>
    <dgm:pt modelId="{A953EED9-7D96-4B39-9BE9-5C3C788EBBFF}" type="pres">
      <dgm:prSet presAssocID="{B5DFC194-AC74-4404-B49E-14B5A3CA35C9}" presName="compNode" presStyleCnt="0"/>
      <dgm:spPr/>
    </dgm:pt>
    <dgm:pt modelId="{982BC600-0204-4D16-A80B-B08E5AA1A082}" type="pres">
      <dgm:prSet presAssocID="{B5DFC194-AC74-4404-B49E-14B5A3CA35C9}" presName="bgRect" presStyleLbl="bgShp" presStyleIdx="0" presStyleCnt="4"/>
      <dgm:spPr/>
    </dgm:pt>
    <dgm:pt modelId="{5ABDBFFC-A6BB-449E-ACE5-B9B72385F757}" type="pres">
      <dgm:prSet presAssocID="{B5DFC194-AC74-4404-B49E-14B5A3CA35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136E317-B05C-495A-B27C-819D39B0379D}" type="pres">
      <dgm:prSet presAssocID="{B5DFC194-AC74-4404-B49E-14B5A3CA35C9}" presName="spaceRect" presStyleCnt="0"/>
      <dgm:spPr/>
    </dgm:pt>
    <dgm:pt modelId="{4B61D9DF-D1EB-4583-AA32-6A6B511BCDF9}" type="pres">
      <dgm:prSet presAssocID="{B5DFC194-AC74-4404-B49E-14B5A3CA35C9}" presName="parTx" presStyleLbl="revTx" presStyleIdx="0" presStyleCnt="4">
        <dgm:presLayoutVars>
          <dgm:chMax val="0"/>
          <dgm:chPref val="0"/>
        </dgm:presLayoutVars>
      </dgm:prSet>
      <dgm:spPr/>
    </dgm:pt>
    <dgm:pt modelId="{06B3C320-EF41-4DEB-BBA7-AAB3F5E8004D}" type="pres">
      <dgm:prSet presAssocID="{F6736E67-F2B7-4443-B708-ADBEC28A6422}" presName="sibTrans" presStyleCnt="0"/>
      <dgm:spPr/>
    </dgm:pt>
    <dgm:pt modelId="{CEA60CC3-7734-4D5B-A54B-04EEDCA650CE}" type="pres">
      <dgm:prSet presAssocID="{4840703B-3F30-499E-AA70-C740532845C3}" presName="compNode" presStyleCnt="0"/>
      <dgm:spPr/>
    </dgm:pt>
    <dgm:pt modelId="{E6E32CED-2746-4C2C-A06C-BB03435F20FF}" type="pres">
      <dgm:prSet presAssocID="{4840703B-3F30-499E-AA70-C740532845C3}" presName="bgRect" presStyleLbl="bgShp" presStyleIdx="1" presStyleCnt="4"/>
      <dgm:spPr/>
    </dgm:pt>
    <dgm:pt modelId="{20F04E9E-E207-40FF-8C43-15720890A1DD}" type="pres">
      <dgm:prSet presAssocID="{4840703B-3F30-499E-AA70-C740532845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9755CF7D-2977-42F5-B01A-4FDA89FD40AC}" type="pres">
      <dgm:prSet presAssocID="{4840703B-3F30-499E-AA70-C740532845C3}" presName="spaceRect" presStyleCnt="0"/>
      <dgm:spPr/>
    </dgm:pt>
    <dgm:pt modelId="{2D1B9C0A-C14E-4AFF-BD1B-A6B3D48691C5}" type="pres">
      <dgm:prSet presAssocID="{4840703B-3F30-499E-AA70-C740532845C3}" presName="parTx" presStyleLbl="revTx" presStyleIdx="1" presStyleCnt="4">
        <dgm:presLayoutVars>
          <dgm:chMax val="0"/>
          <dgm:chPref val="0"/>
        </dgm:presLayoutVars>
      </dgm:prSet>
      <dgm:spPr/>
    </dgm:pt>
    <dgm:pt modelId="{C0EC18FE-BD5E-442B-9DED-EC79CC03223A}" type="pres">
      <dgm:prSet presAssocID="{1F1A600E-1510-4FE7-8174-DD314C8DBD2D}" presName="sibTrans" presStyleCnt="0"/>
      <dgm:spPr/>
    </dgm:pt>
    <dgm:pt modelId="{BA784EE8-46E7-4A8B-A3EA-BC0C19D5204A}" type="pres">
      <dgm:prSet presAssocID="{DED9D24F-6C73-4C92-BE84-A3B1E179F71F}" presName="compNode" presStyleCnt="0"/>
      <dgm:spPr/>
    </dgm:pt>
    <dgm:pt modelId="{F1A4F3D4-797A-49E8-A39E-C573EAB6D752}" type="pres">
      <dgm:prSet presAssocID="{DED9D24F-6C73-4C92-BE84-A3B1E179F71F}" presName="bgRect" presStyleLbl="bgShp" presStyleIdx="2" presStyleCnt="4"/>
      <dgm:spPr/>
    </dgm:pt>
    <dgm:pt modelId="{09AE44BF-07F7-4243-9532-8A5FE97D4850}" type="pres">
      <dgm:prSet presAssocID="{DED9D24F-6C73-4C92-BE84-A3B1E179F7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73D93EC-1A4B-4E02-9C0E-0E87ED975F1E}" type="pres">
      <dgm:prSet presAssocID="{DED9D24F-6C73-4C92-BE84-A3B1E179F71F}" presName="spaceRect" presStyleCnt="0"/>
      <dgm:spPr/>
    </dgm:pt>
    <dgm:pt modelId="{6691C703-9C55-461B-8D48-867E76A21F2A}" type="pres">
      <dgm:prSet presAssocID="{DED9D24F-6C73-4C92-BE84-A3B1E179F71F}" presName="parTx" presStyleLbl="revTx" presStyleIdx="2" presStyleCnt="4">
        <dgm:presLayoutVars>
          <dgm:chMax val="0"/>
          <dgm:chPref val="0"/>
        </dgm:presLayoutVars>
      </dgm:prSet>
      <dgm:spPr/>
    </dgm:pt>
    <dgm:pt modelId="{57111FE1-39C3-4FD2-B690-611C3597F98C}" type="pres">
      <dgm:prSet presAssocID="{1CA4CA37-7DFD-496C-B4D4-A9751352AB0A}" presName="sibTrans" presStyleCnt="0"/>
      <dgm:spPr/>
    </dgm:pt>
    <dgm:pt modelId="{25217635-7BBE-449E-8AD7-8D72DD510C8B}" type="pres">
      <dgm:prSet presAssocID="{CE2B98DA-AD60-4CBA-8317-7C92420CBFA4}" presName="compNode" presStyleCnt="0"/>
      <dgm:spPr/>
    </dgm:pt>
    <dgm:pt modelId="{499A5CCA-980B-45D1-A68B-F1A3A1127C6F}" type="pres">
      <dgm:prSet presAssocID="{CE2B98DA-AD60-4CBA-8317-7C92420CBFA4}" presName="bgRect" presStyleLbl="bgShp" presStyleIdx="3" presStyleCnt="4"/>
      <dgm:spPr/>
    </dgm:pt>
    <dgm:pt modelId="{8A7D342D-4F48-44E3-996D-8174C5FBA73B}" type="pres">
      <dgm:prSet presAssocID="{CE2B98DA-AD60-4CBA-8317-7C92420CBF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ECA0A343-1661-4696-98B7-A8403CCBE3FF}" type="pres">
      <dgm:prSet presAssocID="{CE2B98DA-AD60-4CBA-8317-7C92420CBFA4}" presName="spaceRect" presStyleCnt="0"/>
      <dgm:spPr/>
    </dgm:pt>
    <dgm:pt modelId="{20730CD7-7B75-4D23-9BE5-F92945FDA6D2}" type="pres">
      <dgm:prSet presAssocID="{CE2B98DA-AD60-4CBA-8317-7C92420CBFA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0250606-7A8F-445B-9265-7C2D1EF07119}" srcId="{20B90D82-0F4E-4915-9243-1B7A1CFFCBB7}" destId="{DED9D24F-6C73-4C92-BE84-A3B1E179F71F}" srcOrd="2" destOrd="0" parTransId="{E0AE59E6-6C9B-4ADB-9350-CC2AED6FA3E2}" sibTransId="{1CA4CA37-7DFD-496C-B4D4-A9751352AB0A}"/>
    <dgm:cxn modelId="{2BEEEE22-48D1-4F16-AF6F-8DF10BEEF1E9}" type="presOf" srcId="{20B90D82-0F4E-4915-9243-1B7A1CFFCBB7}" destId="{6C0FBB41-3DF5-4EC8-9FB8-6DBCF9C512E7}" srcOrd="0" destOrd="0" presId="urn:microsoft.com/office/officeart/2018/2/layout/IconVerticalSolidList"/>
    <dgm:cxn modelId="{CE8CAB5C-275B-4626-9BD9-7C0CE51F7F89}" type="presOf" srcId="{DED9D24F-6C73-4C92-BE84-A3B1E179F71F}" destId="{6691C703-9C55-461B-8D48-867E76A21F2A}" srcOrd="0" destOrd="0" presId="urn:microsoft.com/office/officeart/2018/2/layout/IconVerticalSolidList"/>
    <dgm:cxn modelId="{E4882C64-63E3-4D91-AD5D-1B7F471A1116}" type="presOf" srcId="{B5DFC194-AC74-4404-B49E-14B5A3CA35C9}" destId="{4B61D9DF-D1EB-4583-AA32-6A6B511BCDF9}" srcOrd="0" destOrd="0" presId="urn:microsoft.com/office/officeart/2018/2/layout/IconVerticalSolidList"/>
    <dgm:cxn modelId="{073AB970-3056-4FF7-883C-665E16441DCB}" type="presOf" srcId="{CE2B98DA-AD60-4CBA-8317-7C92420CBFA4}" destId="{20730CD7-7B75-4D23-9BE5-F92945FDA6D2}" srcOrd="0" destOrd="0" presId="urn:microsoft.com/office/officeart/2018/2/layout/IconVerticalSolidList"/>
    <dgm:cxn modelId="{0B573DAE-B344-4FA6-BD00-0F8491D3E4E4}" type="presOf" srcId="{4840703B-3F30-499E-AA70-C740532845C3}" destId="{2D1B9C0A-C14E-4AFF-BD1B-A6B3D48691C5}" srcOrd="0" destOrd="0" presId="urn:microsoft.com/office/officeart/2018/2/layout/IconVerticalSolidList"/>
    <dgm:cxn modelId="{D35152CE-BC8E-4AD0-8FBF-706202C8CA24}" srcId="{20B90D82-0F4E-4915-9243-1B7A1CFFCBB7}" destId="{CE2B98DA-AD60-4CBA-8317-7C92420CBFA4}" srcOrd="3" destOrd="0" parTransId="{30CF2AFA-237D-4659-B9AD-2E364A6E43EC}" sibTransId="{2F965E67-FA98-44FA-A6C7-06F43E79896E}"/>
    <dgm:cxn modelId="{565A5DE0-643B-42D9-A9FC-A65D92BA7A9E}" srcId="{20B90D82-0F4E-4915-9243-1B7A1CFFCBB7}" destId="{B5DFC194-AC74-4404-B49E-14B5A3CA35C9}" srcOrd="0" destOrd="0" parTransId="{27EC1A8C-5DBE-477C-95ED-6DC63B829701}" sibTransId="{F6736E67-F2B7-4443-B708-ADBEC28A6422}"/>
    <dgm:cxn modelId="{E08D48F5-D258-4942-A7AA-5BC0BD6C015E}" srcId="{20B90D82-0F4E-4915-9243-1B7A1CFFCBB7}" destId="{4840703B-3F30-499E-AA70-C740532845C3}" srcOrd="1" destOrd="0" parTransId="{BA5AB3D7-9850-483B-8A8B-45060B9F175B}" sibTransId="{1F1A600E-1510-4FE7-8174-DD314C8DBD2D}"/>
    <dgm:cxn modelId="{3BC444A2-90A0-402C-9DA7-644EC7B963DA}" type="presParOf" srcId="{6C0FBB41-3DF5-4EC8-9FB8-6DBCF9C512E7}" destId="{A953EED9-7D96-4B39-9BE9-5C3C788EBBFF}" srcOrd="0" destOrd="0" presId="urn:microsoft.com/office/officeart/2018/2/layout/IconVerticalSolidList"/>
    <dgm:cxn modelId="{DE188A46-4850-484F-87F4-1231C7D91987}" type="presParOf" srcId="{A953EED9-7D96-4B39-9BE9-5C3C788EBBFF}" destId="{982BC600-0204-4D16-A80B-B08E5AA1A082}" srcOrd="0" destOrd="0" presId="urn:microsoft.com/office/officeart/2018/2/layout/IconVerticalSolidList"/>
    <dgm:cxn modelId="{DABD26CB-EB92-402D-8C1B-6165BCB8DE38}" type="presParOf" srcId="{A953EED9-7D96-4B39-9BE9-5C3C788EBBFF}" destId="{5ABDBFFC-A6BB-449E-ACE5-B9B72385F757}" srcOrd="1" destOrd="0" presId="urn:microsoft.com/office/officeart/2018/2/layout/IconVerticalSolidList"/>
    <dgm:cxn modelId="{D1948682-0C2A-4939-AE19-12D783CF494C}" type="presParOf" srcId="{A953EED9-7D96-4B39-9BE9-5C3C788EBBFF}" destId="{5136E317-B05C-495A-B27C-819D39B0379D}" srcOrd="2" destOrd="0" presId="urn:microsoft.com/office/officeart/2018/2/layout/IconVerticalSolidList"/>
    <dgm:cxn modelId="{F61857FD-64FB-4B85-B09B-051D185C7524}" type="presParOf" srcId="{A953EED9-7D96-4B39-9BE9-5C3C788EBBFF}" destId="{4B61D9DF-D1EB-4583-AA32-6A6B511BCDF9}" srcOrd="3" destOrd="0" presId="urn:microsoft.com/office/officeart/2018/2/layout/IconVerticalSolidList"/>
    <dgm:cxn modelId="{F955FAD3-9BAC-49BE-9CC4-44D5218E31B3}" type="presParOf" srcId="{6C0FBB41-3DF5-4EC8-9FB8-6DBCF9C512E7}" destId="{06B3C320-EF41-4DEB-BBA7-AAB3F5E8004D}" srcOrd="1" destOrd="0" presId="urn:microsoft.com/office/officeart/2018/2/layout/IconVerticalSolidList"/>
    <dgm:cxn modelId="{77DEA4BB-6005-4C33-9011-B7D071CB84D5}" type="presParOf" srcId="{6C0FBB41-3DF5-4EC8-9FB8-6DBCF9C512E7}" destId="{CEA60CC3-7734-4D5B-A54B-04EEDCA650CE}" srcOrd="2" destOrd="0" presId="urn:microsoft.com/office/officeart/2018/2/layout/IconVerticalSolidList"/>
    <dgm:cxn modelId="{8F8476CE-6658-4861-A8D5-973026401499}" type="presParOf" srcId="{CEA60CC3-7734-4D5B-A54B-04EEDCA650CE}" destId="{E6E32CED-2746-4C2C-A06C-BB03435F20FF}" srcOrd="0" destOrd="0" presId="urn:microsoft.com/office/officeart/2018/2/layout/IconVerticalSolidList"/>
    <dgm:cxn modelId="{8F293343-A127-4E39-A55F-A5605CAE1AE5}" type="presParOf" srcId="{CEA60CC3-7734-4D5B-A54B-04EEDCA650CE}" destId="{20F04E9E-E207-40FF-8C43-15720890A1DD}" srcOrd="1" destOrd="0" presId="urn:microsoft.com/office/officeart/2018/2/layout/IconVerticalSolidList"/>
    <dgm:cxn modelId="{85B77B9E-FB2F-4DCE-9759-F6C0E1773CE5}" type="presParOf" srcId="{CEA60CC3-7734-4D5B-A54B-04EEDCA650CE}" destId="{9755CF7D-2977-42F5-B01A-4FDA89FD40AC}" srcOrd="2" destOrd="0" presId="urn:microsoft.com/office/officeart/2018/2/layout/IconVerticalSolidList"/>
    <dgm:cxn modelId="{915CA5B8-8DB7-4E32-AB31-5601E19FA221}" type="presParOf" srcId="{CEA60CC3-7734-4D5B-A54B-04EEDCA650CE}" destId="{2D1B9C0A-C14E-4AFF-BD1B-A6B3D48691C5}" srcOrd="3" destOrd="0" presId="urn:microsoft.com/office/officeart/2018/2/layout/IconVerticalSolidList"/>
    <dgm:cxn modelId="{97BE4627-D351-4972-A3B3-D61B8C1F2BF2}" type="presParOf" srcId="{6C0FBB41-3DF5-4EC8-9FB8-6DBCF9C512E7}" destId="{C0EC18FE-BD5E-442B-9DED-EC79CC03223A}" srcOrd="3" destOrd="0" presId="urn:microsoft.com/office/officeart/2018/2/layout/IconVerticalSolidList"/>
    <dgm:cxn modelId="{C0F570F8-55C3-4510-A918-FFDDDF88753B}" type="presParOf" srcId="{6C0FBB41-3DF5-4EC8-9FB8-6DBCF9C512E7}" destId="{BA784EE8-46E7-4A8B-A3EA-BC0C19D5204A}" srcOrd="4" destOrd="0" presId="urn:microsoft.com/office/officeart/2018/2/layout/IconVerticalSolidList"/>
    <dgm:cxn modelId="{4E266965-9A2F-432F-BB69-915C305BDC5A}" type="presParOf" srcId="{BA784EE8-46E7-4A8B-A3EA-BC0C19D5204A}" destId="{F1A4F3D4-797A-49E8-A39E-C573EAB6D752}" srcOrd="0" destOrd="0" presId="urn:microsoft.com/office/officeart/2018/2/layout/IconVerticalSolidList"/>
    <dgm:cxn modelId="{3B2E58E8-D38C-435D-B882-3C3867FA9647}" type="presParOf" srcId="{BA784EE8-46E7-4A8B-A3EA-BC0C19D5204A}" destId="{09AE44BF-07F7-4243-9532-8A5FE97D4850}" srcOrd="1" destOrd="0" presId="urn:microsoft.com/office/officeart/2018/2/layout/IconVerticalSolidList"/>
    <dgm:cxn modelId="{BA2231AD-A4E4-46E6-9E74-0B43FA1BF745}" type="presParOf" srcId="{BA784EE8-46E7-4A8B-A3EA-BC0C19D5204A}" destId="{A73D93EC-1A4B-4E02-9C0E-0E87ED975F1E}" srcOrd="2" destOrd="0" presId="urn:microsoft.com/office/officeart/2018/2/layout/IconVerticalSolidList"/>
    <dgm:cxn modelId="{DA89904D-DD23-4CE7-B121-9F1761C24935}" type="presParOf" srcId="{BA784EE8-46E7-4A8B-A3EA-BC0C19D5204A}" destId="{6691C703-9C55-461B-8D48-867E76A21F2A}" srcOrd="3" destOrd="0" presId="urn:microsoft.com/office/officeart/2018/2/layout/IconVerticalSolidList"/>
    <dgm:cxn modelId="{25B1ECDE-ACB7-47C4-95ED-19F88F764774}" type="presParOf" srcId="{6C0FBB41-3DF5-4EC8-9FB8-6DBCF9C512E7}" destId="{57111FE1-39C3-4FD2-B690-611C3597F98C}" srcOrd="5" destOrd="0" presId="urn:microsoft.com/office/officeart/2018/2/layout/IconVerticalSolidList"/>
    <dgm:cxn modelId="{2B6ECBEE-4BB3-45A0-9564-B45A6BAB13EC}" type="presParOf" srcId="{6C0FBB41-3DF5-4EC8-9FB8-6DBCF9C512E7}" destId="{25217635-7BBE-449E-8AD7-8D72DD510C8B}" srcOrd="6" destOrd="0" presId="urn:microsoft.com/office/officeart/2018/2/layout/IconVerticalSolidList"/>
    <dgm:cxn modelId="{1A73BFC4-7C9B-47BE-9A9B-B073CF9CADE1}" type="presParOf" srcId="{25217635-7BBE-449E-8AD7-8D72DD510C8B}" destId="{499A5CCA-980B-45D1-A68B-F1A3A1127C6F}" srcOrd="0" destOrd="0" presId="urn:microsoft.com/office/officeart/2018/2/layout/IconVerticalSolidList"/>
    <dgm:cxn modelId="{31FECB4A-BFAE-4038-827A-B04CDBDC5FA7}" type="presParOf" srcId="{25217635-7BBE-449E-8AD7-8D72DD510C8B}" destId="{8A7D342D-4F48-44E3-996D-8174C5FBA73B}" srcOrd="1" destOrd="0" presId="urn:microsoft.com/office/officeart/2018/2/layout/IconVerticalSolidList"/>
    <dgm:cxn modelId="{0F10471A-8F5C-4773-AB11-5945E8E55C0B}" type="presParOf" srcId="{25217635-7BBE-449E-8AD7-8D72DD510C8B}" destId="{ECA0A343-1661-4696-98B7-A8403CCBE3FF}" srcOrd="2" destOrd="0" presId="urn:microsoft.com/office/officeart/2018/2/layout/IconVerticalSolidList"/>
    <dgm:cxn modelId="{94136EF7-EE9F-444B-A954-504588EEF2F8}" type="presParOf" srcId="{25217635-7BBE-449E-8AD7-8D72DD510C8B}" destId="{20730CD7-7B75-4D23-9BE5-F92945FDA6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C4F8AD-573E-4B41-BBA8-D8F7C4DACB7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5CA34C6-9236-4E89-9DF7-408480A52730}">
      <dgm:prSet/>
      <dgm:spPr/>
      <dgm:t>
        <a:bodyPr/>
        <a:lstStyle/>
        <a:p>
          <a:r>
            <a:rPr lang="en-US"/>
            <a:t>Principles: Continuous Integration and Delivery</a:t>
          </a:r>
        </a:p>
      </dgm:t>
    </dgm:pt>
    <dgm:pt modelId="{04AA2A2D-64FE-41E4-975A-883402137996}" type="parTrans" cxnId="{F8DE958F-7AE6-41EE-9E11-BE5C2BF9F1E2}">
      <dgm:prSet/>
      <dgm:spPr/>
      <dgm:t>
        <a:bodyPr/>
        <a:lstStyle/>
        <a:p>
          <a:endParaRPr lang="en-US"/>
        </a:p>
      </dgm:t>
    </dgm:pt>
    <dgm:pt modelId="{5B214B59-0364-404D-B742-F667C5464A81}" type="sibTrans" cxnId="{F8DE958F-7AE6-41EE-9E11-BE5C2BF9F1E2}">
      <dgm:prSet/>
      <dgm:spPr/>
      <dgm:t>
        <a:bodyPr/>
        <a:lstStyle/>
        <a:p>
          <a:endParaRPr lang="en-US"/>
        </a:p>
      </dgm:t>
    </dgm:pt>
    <dgm:pt modelId="{E5105863-CE99-429F-A0C2-A0936F522030}">
      <dgm:prSet/>
      <dgm:spPr/>
      <dgm:t>
        <a:bodyPr/>
        <a:lstStyle/>
        <a:p>
          <a:r>
            <a:rPr lang="en-US"/>
            <a:t>Key tools for SCM, CI/CD, Testing, and Observability</a:t>
          </a:r>
        </a:p>
      </dgm:t>
    </dgm:pt>
    <dgm:pt modelId="{2903B7B4-9116-4AFD-B639-DA056D5179FE}" type="parTrans" cxnId="{3409045C-AE65-4DDA-9B46-F47259E1CFE7}">
      <dgm:prSet/>
      <dgm:spPr/>
      <dgm:t>
        <a:bodyPr/>
        <a:lstStyle/>
        <a:p>
          <a:endParaRPr lang="en-US"/>
        </a:p>
      </dgm:t>
    </dgm:pt>
    <dgm:pt modelId="{7577E040-9D84-407F-B908-D2A9FE66C420}" type="sibTrans" cxnId="{3409045C-AE65-4DDA-9B46-F47259E1CFE7}">
      <dgm:prSet/>
      <dgm:spPr/>
      <dgm:t>
        <a:bodyPr/>
        <a:lstStyle/>
        <a:p>
          <a:endParaRPr lang="en-US"/>
        </a:p>
      </dgm:t>
    </dgm:pt>
    <dgm:pt modelId="{36E9E934-F3BC-4B0F-9505-1EDF0E40A8FC}">
      <dgm:prSet/>
      <dgm:spPr/>
      <dgm:t>
        <a:bodyPr/>
        <a:lstStyle/>
        <a:p>
          <a:r>
            <a:rPr lang="en-US"/>
            <a:t>Automation as the backbone of modern pipelines</a:t>
          </a:r>
        </a:p>
      </dgm:t>
    </dgm:pt>
    <dgm:pt modelId="{1F39CFD1-510C-486E-A40C-56E13FE8266D}" type="parTrans" cxnId="{909E8899-67C8-4011-B468-F08B15AF4E06}">
      <dgm:prSet/>
      <dgm:spPr/>
      <dgm:t>
        <a:bodyPr/>
        <a:lstStyle/>
        <a:p>
          <a:endParaRPr lang="en-US"/>
        </a:p>
      </dgm:t>
    </dgm:pt>
    <dgm:pt modelId="{DF4B7078-5B8C-4B50-BCF0-B83964169D90}" type="sibTrans" cxnId="{909E8899-67C8-4011-B468-F08B15AF4E06}">
      <dgm:prSet/>
      <dgm:spPr/>
      <dgm:t>
        <a:bodyPr/>
        <a:lstStyle/>
        <a:p>
          <a:endParaRPr lang="en-US"/>
        </a:p>
      </dgm:t>
    </dgm:pt>
    <dgm:pt modelId="{4DF3877A-F164-471F-83D5-0E956B2E93DB}" type="pres">
      <dgm:prSet presAssocID="{D7C4F8AD-573E-4B41-BBA8-D8F7C4DACB7C}" presName="outerComposite" presStyleCnt="0">
        <dgm:presLayoutVars>
          <dgm:chMax val="5"/>
          <dgm:dir/>
          <dgm:resizeHandles val="exact"/>
        </dgm:presLayoutVars>
      </dgm:prSet>
      <dgm:spPr/>
    </dgm:pt>
    <dgm:pt modelId="{756301B3-6A6F-40D2-BE5A-17716165DD2D}" type="pres">
      <dgm:prSet presAssocID="{D7C4F8AD-573E-4B41-BBA8-D8F7C4DACB7C}" presName="dummyMaxCanvas" presStyleCnt="0">
        <dgm:presLayoutVars/>
      </dgm:prSet>
      <dgm:spPr/>
    </dgm:pt>
    <dgm:pt modelId="{EA761101-2CFB-44E3-9BEE-21BE159C62FD}" type="pres">
      <dgm:prSet presAssocID="{D7C4F8AD-573E-4B41-BBA8-D8F7C4DACB7C}" presName="ThreeNodes_1" presStyleLbl="node1" presStyleIdx="0" presStyleCnt="3">
        <dgm:presLayoutVars>
          <dgm:bulletEnabled val="1"/>
        </dgm:presLayoutVars>
      </dgm:prSet>
      <dgm:spPr/>
    </dgm:pt>
    <dgm:pt modelId="{A0F7A8BA-AB5D-4017-A758-44768F33DFF4}" type="pres">
      <dgm:prSet presAssocID="{D7C4F8AD-573E-4B41-BBA8-D8F7C4DACB7C}" presName="ThreeNodes_2" presStyleLbl="node1" presStyleIdx="1" presStyleCnt="3">
        <dgm:presLayoutVars>
          <dgm:bulletEnabled val="1"/>
        </dgm:presLayoutVars>
      </dgm:prSet>
      <dgm:spPr/>
    </dgm:pt>
    <dgm:pt modelId="{A14B4126-13D7-46AF-AD33-F4C5BC289E9A}" type="pres">
      <dgm:prSet presAssocID="{D7C4F8AD-573E-4B41-BBA8-D8F7C4DACB7C}" presName="ThreeNodes_3" presStyleLbl="node1" presStyleIdx="2" presStyleCnt="3">
        <dgm:presLayoutVars>
          <dgm:bulletEnabled val="1"/>
        </dgm:presLayoutVars>
      </dgm:prSet>
      <dgm:spPr/>
    </dgm:pt>
    <dgm:pt modelId="{2D31B1C9-14A9-4EAA-AE02-6F2E48DFF50E}" type="pres">
      <dgm:prSet presAssocID="{D7C4F8AD-573E-4B41-BBA8-D8F7C4DACB7C}" presName="ThreeConn_1-2" presStyleLbl="fgAccFollowNode1" presStyleIdx="0" presStyleCnt="2">
        <dgm:presLayoutVars>
          <dgm:bulletEnabled val="1"/>
        </dgm:presLayoutVars>
      </dgm:prSet>
      <dgm:spPr/>
    </dgm:pt>
    <dgm:pt modelId="{F732A480-7B59-46F5-8632-F7784B1A0068}" type="pres">
      <dgm:prSet presAssocID="{D7C4F8AD-573E-4B41-BBA8-D8F7C4DACB7C}" presName="ThreeConn_2-3" presStyleLbl="fgAccFollowNode1" presStyleIdx="1" presStyleCnt="2">
        <dgm:presLayoutVars>
          <dgm:bulletEnabled val="1"/>
        </dgm:presLayoutVars>
      </dgm:prSet>
      <dgm:spPr/>
    </dgm:pt>
    <dgm:pt modelId="{1EFCBB8D-A407-428B-8E05-2742EBEE940D}" type="pres">
      <dgm:prSet presAssocID="{D7C4F8AD-573E-4B41-BBA8-D8F7C4DACB7C}" presName="ThreeNodes_1_text" presStyleLbl="node1" presStyleIdx="2" presStyleCnt="3">
        <dgm:presLayoutVars>
          <dgm:bulletEnabled val="1"/>
        </dgm:presLayoutVars>
      </dgm:prSet>
      <dgm:spPr/>
    </dgm:pt>
    <dgm:pt modelId="{BF19287D-5831-4C0E-A2D4-ED390300210F}" type="pres">
      <dgm:prSet presAssocID="{D7C4F8AD-573E-4B41-BBA8-D8F7C4DACB7C}" presName="ThreeNodes_2_text" presStyleLbl="node1" presStyleIdx="2" presStyleCnt="3">
        <dgm:presLayoutVars>
          <dgm:bulletEnabled val="1"/>
        </dgm:presLayoutVars>
      </dgm:prSet>
      <dgm:spPr/>
    </dgm:pt>
    <dgm:pt modelId="{BB381E17-F290-4161-8C96-5192DE6B8238}" type="pres">
      <dgm:prSet presAssocID="{D7C4F8AD-573E-4B41-BBA8-D8F7C4DACB7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4DCCB25-CB3E-46C5-8EDA-60F298C464C1}" type="presOf" srcId="{5B214B59-0364-404D-B742-F667C5464A81}" destId="{2D31B1C9-14A9-4EAA-AE02-6F2E48DFF50E}" srcOrd="0" destOrd="0" presId="urn:microsoft.com/office/officeart/2005/8/layout/vProcess5"/>
    <dgm:cxn modelId="{3409045C-AE65-4DDA-9B46-F47259E1CFE7}" srcId="{D7C4F8AD-573E-4B41-BBA8-D8F7C4DACB7C}" destId="{E5105863-CE99-429F-A0C2-A0936F522030}" srcOrd="1" destOrd="0" parTransId="{2903B7B4-9116-4AFD-B639-DA056D5179FE}" sibTransId="{7577E040-9D84-407F-B908-D2A9FE66C420}"/>
    <dgm:cxn modelId="{FF831E5D-226E-4AD8-ACEA-4464D8905ACC}" type="presOf" srcId="{A5CA34C6-9236-4E89-9DF7-408480A52730}" destId="{EA761101-2CFB-44E3-9BEE-21BE159C62FD}" srcOrd="0" destOrd="0" presId="urn:microsoft.com/office/officeart/2005/8/layout/vProcess5"/>
    <dgm:cxn modelId="{8063A05E-2F23-4E55-991C-AB17EBBB2B03}" type="presOf" srcId="{E5105863-CE99-429F-A0C2-A0936F522030}" destId="{A0F7A8BA-AB5D-4017-A758-44768F33DFF4}" srcOrd="0" destOrd="0" presId="urn:microsoft.com/office/officeart/2005/8/layout/vProcess5"/>
    <dgm:cxn modelId="{203AB24D-B85F-4166-94AD-6D5F882DCD15}" type="presOf" srcId="{E5105863-CE99-429F-A0C2-A0936F522030}" destId="{BF19287D-5831-4C0E-A2D4-ED390300210F}" srcOrd="1" destOrd="0" presId="urn:microsoft.com/office/officeart/2005/8/layout/vProcess5"/>
    <dgm:cxn modelId="{6F22244E-B624-4DAE-BFA4-5D12D002B9D1}" type="presOf" srcId="{7577E040-9D84-407F-B908-D2A9FE66C420}" destId="{F732A480-7B59-46F5-8632-F7784B1A0068}" srcOrd="0" destOrd="0" presId="urn:microsoft.com/office/officeart/2005/8/layout/vProcess5"/>
    <dgm:cxn modelId="{608F9883-B6F5-459B-9178-96213FC760C4}" type="presOf" srcId="{36E9E934-F3BC-4B0F-9505-1EDF0E40A8FC}" destId="{BB381E17-F290-4161-8C96-5192DE6B8238}" srcOrd="1" destOrd="0" presId="urn:microsoft.com/office/officeart/2005/8/layout/vProcess5"/>
    <dgm:cxn modelId="{F8DE958F-7AE6-41EE-9E11-BE5C2BF9F1E2}" srcId="{D7C4F8AD-573E-4B41-BBA8-D8F7C4DACB7C}" destId="{A5CA34C6-9236-4E89-9DF7-408480A52730}" srcOrd="0" destOrd="0" parTransId="{04AA2A2D-64FE-41E4-975A-883402137996}" sibTransId="{5B214B59-0364-404D-B742-F667C5464A81}"/>
    <dgm:cxn modelId="{909E8899-67C8-4011-B468-F08B15AF4E06}" srcId="{D7C4F8AD-573E-4B41-BBA8-D8F7C4DACB7C}" destId="{36E9E934-F3BC-4B0F-9505-1EDF0E40A8FC}" srcOrd="2" destOrd="0" parTransId="{1F39CFD1-510C-486E-A40C-56E13FE8266D}" sibTransId="{DF4B7078-5B8C-4B50-BCF0-B83964169D90}"/>
    <dgm:cxn modelId="{0499B6BA-63DA-4165-9D8E-1F6C85769C88}" type="presOf" srcId="{D7C4F8AD-573E-4B41-BBA8-D8F7C4DACB7C}" destId="{4DF3877A-F164-471F-83D5-0E956B2E93DB}" srcOrd="0" destOrd="0" presId="urn:microsoft.com/office/officeart/2005/8/layout/vProcess5"/>
    <dgm:cxn modelId="{BB5A1AE6-9361-44D0-A0D0-56F4A044BF97}" type="presOf" srcId="{36E9E934-F3BC-4B0F-9505-1EDF0E40A8FC}" destId="{A14B4126-13D7-46AF-AD33-F4C5BC289E9A}" srcOrd="0" destOrd="0" presId="urn:microsoft.com/office/officeart/2005/8/layout/vProcess5"/>
    <dgm:cxn modelId="{1CA733FD-616A-46E5-8800-524D70641D8C}" type="presOf" srcId="{A5CA34C6-9236-4E89-9DF7-408480A52730}" destId="{1EFCBB8D-A407-428B-8E05-2742EBEE940D}" srcOrd="1" destOrd="0" presId="urn:microsoft.com/office/officeart/2005/8/layout/vProcess5"/>
    <dgm:cxn modelId="{325C306D-3133-4ED8-AE20-4E90DDECDAFD}" type="presParOf" srcId="{4DF3877A-F164-471F-83D5-0E956B2E93DB}" destId="{756301B3-6A6F-40D2-BE5A-17716165DD2D}" srcOrd="0" destOrd="0" presId="urn:microsoft.com/office/officeart/2005/8/layout/vProcess5"/>
    <dgm:cxn modelId="{FFBB76E1-88E5-446D-AE4F-1CBE472E1095}" type="presParOf" srcId="{4DF3877A-F164-471F-83D5-0E956B2E93DB}" destId="{EA761101-2CFB-44E3-9BEE-21BE159C62FD}" srcOrd="1" destOrd="0" presId="urn:microsoft.com/office/officeart/2005/8/layout/vProcess5"/>
    <dgm:cxn modelId="{918423EF-D3E1-4848-9F40-DBC4FB6AADEC}" type="presParOf" srcId="{4DF3877A-F164-471F-83D5-0E956B2E93DB}" destId="{A0F7A8BA-AB5D-4017-A758-44768F33DFF4}" srcOrd="2" destOrd="0" presId="urn:microsoft.com/office/officeart/2005/8/layout/vProcess5"/>
    <dgm:cxn modelId="{C1233621-C470-4D03-98DC-F44834659396}" type="presParOf" srcId="{4DF3877A-F164-471F-83D5-0E956B2E93DB}" destId="{A14B4126-13D7-46AF-AD33-F4C5BC289E9A}" srcOrd="3" destOrd="0" presId="urn:microsoft.com/office/officeart/2005/8/layout/vProcess5"/>
    <dgm:cxn modelId="{F6899A5C-D7C7-485F-B497-BCD37213D1F8}" type="presParOf" srcId="{4DF3877A-F164-471F-83D5-0E956B2E93DB}" destId="{2D31B1C9-14A9-4EAA-AE02-6F2E48DFF50E}" srcOrd="4" destOrd="0" presId="urn:microsoft.com/office/officeart/2005/8/layout/vProcess5"/>
    <dgm:cxn modelId="{8AC3045A-5C25-46D6-BCBE-550ABFC9F3AF}" type="presParOf" srcId="{4DF3877A-F164-471F-83D5-0E956B2E93DB}" destId="{F732A480-7B59-46F5-8632-F7784B1A0068}" srcOrd="5" destOrd="0" presId="urn:microsoft.com/office/officeart/2005/8/layout/vProcess5"/>
    <dgm:cxn modelId="{DF4095C9-37B6-4435-A45F-C1AA53F1927E}" type="presParOf" srcId="{4DF3877A-F164-471F-83D5-0E956B2E93DB}" destId="{1EFCBB8D-A407-428B-8E05-2742EBEE940D}" srcOrd="6" destOrd="0" presId="urn:microsoft.com/office/officeart/2005/8/layout/vProcess5"/>
    <dgm:cxn modelId="{6D082E1A-5A3B-4B6F-A265-9EF7C3C5F95D}" type="presParOf" srcId="{4DF3877A-F164-471F-83D5-0E956B2E93DB}" destId="{BF19287D-5831-4C0E-A2D4-ED390300210F}" srcOrd="7" destOrd="0" presId="urn:microsoft.com/office/officeart/2005/8/layout/vProcess5"/>
    <dgm:cxn modelId="{3DB5718A-C491-475D-8CC9-8672535EC87D}" type="presParOf" srcId="{4DF3877A-F164-471F-83D5-0E956B2E93DB}" destId="{BB381E17-F290-4161-8C96-5192DE6B823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4CBF47-89D8-48CC-904B-FC6D966BCB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FB8271C-4E40-44D8-846A-85628DAD0267}">
      <dgm:prSet/>
      <dgm:spPr/>
      <dgm:t>
        <a:bodyPr/>
        <a:lstStyle/>
        <a:p>
          <a:r>
            <a:rPr lang="en-US"/>
            <a:t>Cloud services are not alike (Infra vs. Services)</a:t>
          </a:r>
        </a:p>
      </dgm:t>
    </dgm:pt>
    <dgm:pt modelId="{D8A96302-EFAA-4142-8707-FB03977E94F7}" type="parTrans" cxnId="{E0EF58EB-5DC4-449B-B035-F42A1CD269B2}">
      <dgm:prSet/>
      <dgm:spPr/>
      <dgm:t>
        <a:bodyPr/>
        <a:lstStyle/>
        <a:p>
          <a:endParaRPr lang="en-US"/>
        </a:p>
      </dgm:t>
    </dgm:pt>
    <dgm:pt modelId="{94370706-0EFA-4BF7-AA88-47DC1387F9DC}" type="sibTrans" cxnId="{E0EF58EB-5DC4-449B-B035-F42A1CD269B2}">
      <dgm:prSet/>
      <dgm:spPr/>
      <dgm:t>
        <a:bodyPr/>
        <a:lstStyle/>
        <a:p>
          <a:endParaRPr lang="en-US"/>
        </a:p>
      </dgm:t>
    </dgm:pt>
    <dgm:pt modelId="{3F1B2E59-618E-4112-AE2D-20D4933505AB}">
      <dgm:prSet/>
      <dgm:spPr/>
      <dgm:t>
        <a:bodyPr/>
        <a:lstStyle/>
        <a:p>
          <a:r>
            <a:rPr lang="en-US"/>
            <a:t>One solution may not be possible</a:t>
          </a:r>
        </a:p>
      </dgm:t>
    </dgm:pt>
    <dgm:pt modelId="{723ABC3F-1418-4376-91AF-7A3CA65E0E8A}" type="parTrans" cxnId="{687AE724-0A89-4C96-89F4-CB7FED6B73CF}">
      <dgm:prSet/>
      <dgm:spPr/>
      <dgm:t>
        <a:bodyPr/>
        <a:lstStyle/>
        <a:p>
          <a:endParaRPr lang="en-US"/>
        </a:p>
      </dgm:t>
    </dgm:pt>
    <dgm:pt modelId="{E60D8DE7-BF8D-4BCE-BEF1-5E0509B1C9AE}" type="sibTrans" cxnId="{687AE724-0A89-4C96-89F4-CB7FED6B73CF}">
      <dgm:prSet/>
      <dgm:spPr/>
      <dgm:t>
        <a:bodyPr/>
        <a:lstStyle/>
        <a:p>
          <a:endParaRPr lang="en-US"/>
        </a:p>
      </dgm:t>
    </dgm:pt>
    <dgm:pt modelId="{44BA3884-EF53-4869-AAF8-B5FBA12324B4}">
      <dgm:prSet/>
      <dgm:spPr/>
      <dgm:t>
        <a:bodyPr/>
        <a:lstStyle/>
        <a:p>
          <a:r>
            <a:rPr lang="en-US"/>
            <a:t>Take network latency and cloud limitations into consideration</a:t>
          </a:r>
        </a:p>
      </dgm:t>
    </dgm:pt>
    <dgm:pt modelId="{581E7634-3026-48C3-9E7A-697570088339}" type="parTrans" cxnId="{11258396-8BC0-408A-BB10-448D662C235B}">
      <dgm:prSet/>
      <dgm:spPr/>
      <dgm:t>
        <a:bodyPr/>
        <a:lstStyle/>
        <a:p>
          <a:endParaRPr lang="en-US"/>
        </a:p>
      </dgm:t>
    </dgm:pt>
    <dgm:pt modelId="{1DF7E7B5-C4DB-418F-AB67-87054833C2AF}" type="sibTrans" cxnId="{11258396-8BC0-408A-BB10-448D662C235B}">
      <dgm:prSet/>
      <dgm:spPr/>
      <dgm:t>
        <a:bodyPr/>
        <a:lstStyle/>
        <a:p>
          <a:endParaRPr lang="en-US"/>
        </a:p>
      </dgm:t>
    </dgm:pt>
    <dgm:pt modelId="{A64834AF-757A-4F9A-853D-F8CD2A96C6FA}">
      <dgm:prSet/>
      <dgm:spPr/>
      <dgm:t>
        <a:bodyPr/>
        <a:lstStyle/>
        <a:p>
          <a:r>
            <a:rPr lang="en-US"/>
            <a:t>Track additional cloud costs (egress/ingress, scaling) into consideration.</a:t>
          </a:r>
        </a:p>
      </dgm:t>
    </dgm:pt>
    <dgm:pt modelId="{450BF8E2-7EAE-4140-814A-5ACB424A608A}" type="parTrans" cxnId="{D7B2BF64-FC63-4170-861A-363F306B7EA9}">
      <dgm:prSet/>
      <dgm:spPr/>
      <dgm:t>
        <a:bodyPr/>
        <a:lstStyle/>
        <a:p>
          <a:endParaRPr lang="en-US"/>
        </a:p>
      </dgm:t>
    </dgm:pt>
    <dgm:pt modelId="{87B667E4-D570-4142-A27F-45734713CA0A}" type="sibTrans" cxnId="{D7B2BF64-FC63-4170-861A-363F306B7EA9}">
      <dgm:prSet/>
      <dgm:spPr/>
      <dgm:t>
        <a:bodyPr/>
        <a:lstStyle/>
        <a:p>
          <a:endParaRPr lang="en-US"/>
        </a:p>
      </dgm:t>
    </dgm:pt>
    <dgm:pt modelId="{1B0C8837-D25C-4ED2-8AA9-CF99C7272372}">
      <dgm:prSet/>
      <dgm:spPr/>
      <dgm:t>
        <a:bodyPr/>
        <a:lstStyle/>
        <a:p>
          <a:r>
            <a:rPr lang="en-US"/>
            <a:t>Services will add simplicity and UI solutions for easier innovation.</a:t>
          </a:r>
        </a:p>
      </dgm:t>
    </dgm:pt>
    <dgm:pt modelId="{D04C217C-456E-4F93-9297-D8ACF2C9FE85}" type="parTrans" cxnId="{76121B59-68A2-4930-A750-56F945F382DD}">
      <dgm:prSet/>
      <dgm:spPr/>
      <dgm:t>
        <a:bodyPr/>
        <a:lstStyle/>
        <a:p>
          <a:endParaRPr lang="en-US"/>
        </a:p>
      </dgm:t>
    </dgm:pt>
    <dgm:pt modelId="{1DFA5ED8-A8CA-47B2-B086-CD83F4C526C6}" type="sibTrans" cxnId="{76121B59-68A2-4930-A750-56F945F382DD}">
      <dgm:prSet/>
      <dgm:spPr/>
      <dgm:t>
        <a:bodyPr/>
        <a:lstStyle/>
        <a:p>
          <a:endParaRPr lang="en-US"/>
        </a:p>
      </dgm:t>
    </dgm:pt>
    <dgm:pt modelId="{3F38F037-1B7B-497F-960A-A13A09FE031A}" type="pres">
      <dgm:prSet presAssocID="{694CBF47-89D8-48CC-904B-FC6D966BCB9D}" presName="linear" presStyleCnt="0">
        <dgm:presLayoutVars>
          <dgm:animLvl val="lvl"/>
          <dgm:resizeHandles val="exact"/>
        </dgm:presLayoutVars>
      </dgm:prSet>
      <dgm:spPr/>
    </dgm:pt>
    <dgm:pt modelId="{A06D52A3-5C4B-458D-9991-F994B859E791}" type="pres">
      <dgm:prSet presAssocID="{7FB8271C-4E40-44D8-846A-85628DAD026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B8AFAC4-9C08-46B7-856F-E87FE61E619D}" type="pres">
      <dgm:prSet presAssocID="{94370706-0EFA-4BF7-AA88-47DC1387F9DC}" presName="spacer" presStyleCnt="0"/>
      <dgm:spPr/>
    </dgm:pt>
    <dgm:pt modelId="{C2DB0E95-6D51-4B3B-AB9A-4302BF61C8B9}" type="pres">
      <dgm:prSet presAssocID="{3F1B2E59-618E-4112-AE2D-20D4933505A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E5D5416-DC79-449C-994E-66F461E96748}" type="pres">
      <dgm:prSet presAssocID="{E60D8DE7-BF8D-4BCE-BEF1-5E0509B1C9AE}" presName="spacer" presStyleCnt="0"/>
      <dgm:spPr/>
    </dgm:pt>
    <dgm:pt modelId="{E9C39467-0064-4324-8E8B-72C8E37CB2CC}" type="pres">
      <dgm:prSet presAssocID="{44BA3884-EF53-4869-AAF8-B5FBA12324B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CCB96C5-63CA-4742-8965-4992DDD4F449}" type="pres">
      <dgm:prSet presAssocID="{1DF7E7B5-C4DB-418F-AB67-87054833C2AF}" presName="spacer" presStyleCnt="0"/>
      <dgm:spPr/>
    </dgm:pt>
    <dgm:pt modelId="{C24C8B8E-5C0D-4D27-A935-5D116C45D51C}" type="pres">
      <dgm:prSet presAssocID="{A64834AF-757A-4F9A-853D-F8CD2A96C6F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36D6467-ABED-48C9-8963-174AAE6D43B3}" type="pres">
      <dgm:prSet presAssocID="{87B667E4-D570-4142-A27F-45734713CA0A}" presName="spacer" presStyleCnt="0"/>
      <dgm:spPr/>
    </dgm:pt>
    <dgm:pt modelId="{5E08BCD6-2C62-407E-971D-55851AEDAC3B}" type="pres">
      <dgm:prSet presAssocID="{1B0C8837-D25C-4ED2-8AA9-CF99C727237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A665711-6D1B-4B40-983E-DC324441480E}" type="presOf" srcId="{7FB8271C-4E40-44D8-846A-85628DAD0267}" destId="{A06D52A3-5C4B-458D-9991-F994B859E791}" srcOrd="0" destOrd="0" presId="urn:microsoft.com/office/officeart/2005/8/layout/vList2"/>
    <dgm:cxn modelId="{687AE724-0A89-4C96-89F4-CB7FED6B73CF}" srcId="{694CBF47-89D8-48CC-904B-FC6D966BCB9D}" destId="{3F1B2E59-618E-4112-AE2D-20D4933505AB}" srcOrd="1" destOrd="0" parTransId="{723ABC3F-1418-4376-91AF-7A3CA65E0E8A}" sibTransId="{E60D8DE7-BF8D-4BCE-BEF1-5E0509B1C9AE}"/>
    <dgm:cxn modelId="{D7B2BF64-FC63-4170-861A-363F306B7EA9}" srcId="{694CBF47-89D8-48CC-904B-FC6D966BCB9D}" destId="{A64834AF-757A-4F9A-853D-F8CD2A96C6FA}" srcOrd="3" destOrd="0" parTransId="{450BF8E2-7EAE-4140-814A-5ACB424A608A}" sibTransId="{87B667E4-D570-4142-A27F-45734713CA0A}"/>
    <dgm:cxn modelId="{05FB4E46-52ED-4E1D-9C00-B7CE6BE3C75A}" type="presOf" srcId="{1B0C8837-D25C-4ED2-8AA9-CF99C7272372}" destId="{5E08BCD6-2C62-407E-971D-55851AEDAC3B}" srcOrd="0" destOrd="0" presId="urn:microsoft.com/office/officeart/2005/8/layout/vList2"/>
    <dgm:cxn modelId="{F8BB8B66-4EF6-4C56-93D9-0C3690F08C29}" type="presOf" srcId="{A64834AF-757A-4F9A-853D-F8CD2A96C6FA}" destId="{C24C8B8E-5C0D-4D27-A935-5D116C45D51C}" srcOrd="0" destOrd="0" presId="urn:microsoft.com/office/officeart/2005/8/layout/vList2"/>
    <dgm:cxn modelId="{76121B59-68A2-4930-A750-56F945F382DD}" srcId="{694CBF47-89D8-48CC-904B-FC6D966BCB9D}" destId="{1B0C8837-D25C-4ED2-8AA9-CF99C7272372}" srcOrd="4" destOrd="0" parTransId="{D04C217C-456E-4F93-9297-D8ACF2C9FE85}" sibTransId="{1DFA5ED8-A8CA-47B2-B086-CD83F4C526C6}"/>
    <dgm:cxn modelId="{11258396-8BC0-408A-BB10-448D662C235B}" srcId="{694CBF47-89D8-48CC-904B-FC6D966BCB9D}" destId="{44BA3884-EF53-4869-AAF8-B5FBA12324B4}" srcOrd="2" destOrd="0" parTransId="{581E7634-3026-48C3-9E7A-697570088339}" sibTransId="{1DF7E7B5-C4DB-418F-AB67-87054833C2AF}"/>
    <dgm:cxn modelId="{971398A1-5D58-4B86-B656-46DC91DE093C}" type="presOf" srcId="{3F1B2E59-618E-4112-AE2D-20D4933505AB}" destId="{C2DB0E95-6D51-4B3B-AB9A-4302BF61C8B9}" srcOrd="0" destOrd="0" presId="urn:microsoft.com/office/officeart/2005/8/layout/vList2"/>
    <dgm:cxn modelId="{22117BB3-B5A3-4807-8DFF-3DE9731A4716}" type="presOf" srcId="{694CBF47-89D8-48CC-904B-FC6D966BCB9D}" destId="{3F38F037-1B7B-497F-960A-A13A09FE031A}" srcOrd="0" destOrd="0" presId="urn:microsoft.com/office/officeart/2005/8/layout/vList2"/>
    <dgm:cxn modelId="{7159CDBE-AE67-48A5-B055-88062CFD1291}" type="presOf" srcId="{44BA3884-EF53-4869-AAF8-B5FBA12324B4}" destId="{E9C39467-0064-4324-8E8B-72C8E37CB2CC}" srcOrd="0" destOrd="0" presId="urn:microsoft.com/office/officeart/2005/8/layout/vList2"/>
    <dgm:cxn modelId="{E0EF58EB-5DC4-449B-B035-F42A1CD269B2}" srcId="{694CBF47-89D8-48CC-904B-FC6D966BCB9D}" destId="{7FB8271C-4E40-44D8-846A-85628DAD0267}" srcOrd="0" destOrd="0" parTransId="{D8A96302-EFAA-4142-8707-FB03977E94F7}" sibTransId="{94370706-0EFA-4BF7-AA88-47DC1387F9DC}"/>
    <dgm:cxn modelId="{E3BD5F10-5ED6-48AF-BEEE-14D4D617A944}" type="presParOf" srcId="{3F38F037-1B7B-497F-960A-A13A09FE031A}" destId="{A06D52A3-5C4B-458D-9991-F994B859E791}" srcOrd="0" destOrd="0" presId="urn:microsoft.com/office/officeart/2005/8/layout/vList2"/>
    <dgm:cxn modelId="{2BC1B757-4F2C-4E93-8207-517DE1F728EF}" type="presParOf" srcId="{3F38F037-1B7B-497F-960A-A13A09FE031A}" destId="{7B8AFAC4-9C08-46B7-856F-E87FE61E619D}" srcOrd="1" destOrd="0" presId="urn:microsoft.com/office/officeart/2005/8/layout/vList2"/>
    <dgm:cxn modelId="{793CF6F3-A036-41D3-A0CE-EDB5EF7C5368}" type="presParOf" srcId="{3F38F037-1B7B-497F-960A-A13A09FE031A}" destId="{C2DB0E95-6D51-4B3B-AB9A-4302BF61C8B9}" srcOrd="2" destOrd="0" presId="urn:microsoft.com/office/officeart/2005/8/layout/vList2"/>
    <dgm:cxn modelId="{90F9C4CC-17C6-4121-A17A-97114C0A1B51}" type="presParOf" srcId="{3F38F037-1B7B-497F-960A-A13A09FE031A}" destId="{6E5D5416-DC79-449C-994E-66F461E96748}" srcOrd="3" destOrd="0" presId="urn:microsoft.com/office/officeart/2005/8/layout/vList2"/>
    <dgm:cxn modelId="{51FCDD9D-EE95-4161-A288-1E203377B453}" type="presParOf" srcId="{3F38F037-1B7B-497F-960A-A13A09FE031A}" destId="{E9C39467-0064-4324-8E8B-72C8E37CB2CC}" srcOrd="4" destOrd="0" presId="urn:microsoft.com/office/officeart/2005/8/layout/vList2"/>
    <dgm:cxn modelId="{15EC3B70-C619-48F5-9D19-DF4DB3724FB7}" type="presParOf" srcId="{3F38F037-1B7B-497F-960A-A13A09FE031A}" destId="{5CCB96C5-63CA-4742-8965-4992DDD4F449}" srcOrd="5" destOrd="0" presId="urn:microsoft.com/office/officeart/2005/8/layout/vList2"/>
    <dgm:cxn modelId="{FD8747FE-EBC3-409C-80FB-4C3179586499}" type="presParOf" srcId="{3F38F037-1B7B-497F-960A-A13A09FE031A}" destId="{C24C8B8E-5C0D-4D27-A935-5D116C45D51C}" srcOrd="6" destOrd="0" presId="urn:microsoft.com/office/officeart/2005/8/layout/vList2"/>
    <dgm:cxn modelId="{31BF8AD0-B7E6-403E-ADF4-81653F3015CA}" type="presParOf" srcId="{3F38F037-1B7B-497F-960A-A13A09FE031A}" destId="{436D6467-ABED-48C9-8963-174AAE6D43B3}" srcOrd="7" destOrd="0" presId="urn:microsoft.com/office/officeart/2005/8/layout/vList2"/>
    <dgm:cxn modelId="{968E9D4E-FA7B-431B-BADF-F1BECFFD34A6}" type="presParOf" srcId="{3F38F037-1B7B-497F-960A-A13A09FE031A}" destId="{5E08BCD6-2C62-407E-971D-55851AEDAC3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8B13F3-70FE-4C1E-AD20-0DB21F518F1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D58763-E77E-42F9-9526-75774946C6C6}">
      <dgm:prSet/>
      <dgm:spPr/>
      <dgm:t>
        <a:bodyPr/>
        <a:lstStyle/>
        <a:p>
          <a:r>
            <a:rPr lang="en-US"/>
            <a:t>Capability Understanding</a:t>
          </a:r>
        </a:p>
      </dgm:t>
    </dgm:pt>
    <dgm:pt modelId="{F651C841-00B6-4BBA-A32D-E60366E60CC9}" type="parTrans" cxnId="{32050EC3-D7A2-4191-8055-F2E9F7FCF004}">
      <dgm:prSet/>
      <dgm:spPr/>
      <dgm:t>
        <a:bodyPr/>
        <a:lstStyle/>
        <a:p>
          <a:endParaRPr lang="en-US"/>
        </a:p>
      </dgm:t>
    </dgm:pt>
    <dgm:pt modelId="{40C13FE3-2730-4F83-A0AA-64AA818FBE51}" type="sibTrans" cxnId="{32050EC3-D7A2-4191-8055-F2E9F7FCF004}">
      <dgm:prSet/>
      <dgm:spPr/>
      <dgm:t>
        <a:bodyPr/>
        <a:lstStyle/>
        <a:p>
          <a:endParaRPr lang="en-US"/>
        </a:p>
      </dgm:t>
    </dgm:pt>
    <dgm:pt modelId="{49928C34-6EEA-47C1-9205-388284F2DDB4}">
      <dgm:prSet/>
      <dgm:spPr/>
      <dgm:t>
        <a:bodyPr/>
        <a:lstStyle/>
        <a:p>
          <a:r>
            <a:rPr lang="en-US"/>
            <a:t>Goals</a:t>
          </a:r>
        </a:p>
      </dgm:t>
    </dgm:pt>
    <dgm:pt modelId="{E734A7BA-817B-4E97-9BBA-47EB83F18F95}" type="parTrans" cxnId="{E9DC0DBF-E5F5-4917-B98B-842BAD549675}">
      <dgm:prSet/>
      <dgm:spPr/>
      <dgm:t>
        <a:bodyPr/>
        <a:lstStyle/>
        <a:p>
          <a:endParaRPr lang="en-US"/>
        </a:p>
      </dgm:t>
    </dgm:pt>
    <dgm:pt modelId="{4791191C-BA29-4608-AC4D-C276DF46801C}" type="sibTrans" cxnId="{E9DC0DBF-E5F5-4917-B98B-842BAD549675}">
      <dgm:prSet/>
      <dgm:spPr/>
      <dgm:t>
        <a:bodyPr/>
        <a:lstStyle/>
        <a:p>
          <a:endParaRPr lang="en-US"/>
        </a:p>
      </dgm:t>
    </dgm:pt>
    <dgm:pt modelId="{4657693D-0E65-473A-A1B6-99C5E7676512}">
      <dgm:prSet/>
      <dgm:spPr/>
      <dgm:t>
        <a:bodyPr/>
        <a:lstStyle/>
        <a:p>
          <a:r>
            <a:rPr lang="en-US"/>
            <a:t>Cost</a:t>
          </a:r>
        </a:p>
      </dgm:t>
    </dgm:pt>
    <dgm:pt modelId="{C0CB5A5F-AE69-4C67-803F-FCCB8D6BF79A}" type="parTrans" cxnId="{82444AB5-AE50-4713-98DB-9218DEE0F8C5}">
      <dgm:prSet/>
      <dgm:spPr/>
      <dgm:t>
        <a:bodyPr/>
        <a:lstStyle/>
        <a:p>
          <a:endParaRPr lang="en-US"/>
        </a:p>
      </dgm:t>
    </dgm:pt>
    <dgm:pt modelId="{4040006C-E8F7-4131-9C70-16FF5340FC91}" type="sibTrans" cxnId="{82444AB5-AE50-4713-98DB-9218DEE0F8C5}">
      <dgm:prSet/>
      <dgm:spPr/>
      <dgm:t>
        <a:bodyPr/>
        <a:lstStyle/>
        <a:p>
          <a:endParaRPr lang="en-US"/>
        </a:p>
      </dgm:t>
    </dgm:pt>
    <dgm:pt modelId="{A60E2E71-08CB-4A4C-B9D0-D1681405418D}">
      <dgm:prSet/>
      <dgm:spPr/>
      <dgm:t>
        <a:bodyPr/>
        <a:lstStyle/>
        <a:p>
          <a:r>
            <a:rPr lang="en-US"/>
            <a:t>Trust</a:t>
          </a:r>
        </a:p>
      </dgm:t>
    </dgm:pt>
    <dgm:pt modelId="{05C48F31-1A76-40D4-94E9-342DE20DD8AC}" type="parTrans" cxnId="{4128711E-F7F1-418E-962F-328DA3C08671}">
      <dgm:prSet/>
      <dgm:spPr/>
      <dgm:t>
        <a:bodyPr/>
        <a:lstStyle/>
        <a:p>
          <a:endParaRPr lang="en-US"/>
        </a:p>
      </dgm:t>
    </dgm:pt>
    <dgm:pt modelId="{5CB967FC-6644-42BF-9110-8AA95422BD6A}" type="sibTrans" cxnId="{4128711E-F7F1-418E-962F-328DA3C08671}">
      <dgm:prSet/>
      <dgm:spPr/>
      <dgm:t>
        <a:bodyPr/>
        <a:lstStyle/>
        <a:p>
          <a:endParaRPr lang="en-US"/>
        </a:p>
      </dgm:t>
    </dgm:pt>
    <dgm:pt modelId="{F91F7116-E573-432F-950A-F1B958B8889C}" type="pres">
      <dgm:prSet presAssocID="{718B13F3-70FE-4C1E-AD20-0DB21F518F15}" presName="root" presStyleCnt="0">
        <dgm:presLayoutVars>
          <dgm:dir/>
          <dgm:resizeHandles val="exact"/>
        </dgm:presLayoutVars>
      </dgm:prSet>
      <dgm:spPr/>
    </dgm:pt>
    <dgm:pt modelId="{7EA6D399-0825-455C-998A-5BE0E1B5902C}" type="pres">
      <dgm:prSet presAssocID="{29D58763-E77E-42F9-9526-75774946C6C6}" presName="compNode" presStyleCnt="0"/>
      <dgm:spPr/>
    </dgm:pt>
    <dgm:pt modelId="{64634D75-2675-4310-B2C4-82A61848EEBE}" type="pres">
      <dgm:prSet presAssocID="{29D58763-E77E-42F9-9526-75774946C6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6015330-8408-4C92-96FD-D74C802EE025}" type="pres">
      <dgm:prSet presAssocID="{29D58763-E77E-42F9-9526-75774946C6C6}" presName="spaceRect" presStyleCnt="0"/>
      <dgm:spPr/>
    </dgm:pt>
    <dgm:pt modelId="{16792E59-AB8E-49A5-A4C7-EDB5A6819514}" type="pres">
      <dgm:prSet presAssocID="{29D58763-E77E-42F9-9526-75774946C6C6}" presName="textRect" presStyleLbl="revTx" presStyleIdx="0" presStyleCnt="4">
        <dgm:presLayoutVars>
          <dgm:chMax val="1"/>
          <dgm:chPref val="1"/>
        </dgm:presLayoutVars>
      </dgm:prSet>
      <dgm:spPr/>
    </dgm:pt>
    <dgm:pt modelId="{4B59CDCD-5B48-45B2-A3DF-5A758ECDE28D}" type="pres">
      <dgm:prSet presAssocID="{40C13FE3-2730-4F83-A0AA-64AA818FBE51}" presName="sibTrans" presStyleCnt="0"/>
      <dgm:spPr/>
    </dgm:pt>
    <dgm:pt modelId="{DCEF2043-84CC-4973-95A1-D5894EF5A299}" type="pres">
      <dgm:prSet presAssocID="{49928C34-6EEA-47C1-9205-388284F2DDB4}" presName="compNode" presStyleCnt="0"/>
      <dgm:spPr/>
    </dgm:pt>
    <dgm:pt modelId="{B25C0BF1-04D9-40FB-A1FC-6FFC785D8756}" type="pres">
      <dgm:prSet presAssocID="{49928C34-6EEA-47C1-9205-388284F2DD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D08B051-55D1-4929-8EAA-F4F11E9B5A9B}" type="pres">
      <dgm:prSet presAssocID="{49928C34-6EEA-47C1-9205-388284F2DDB4}" presName="spaceRect" presStyleCnt="0"/>
      <dgm:spPr/>
    </dgm:pt>
    <dgm:pt modelId="{6AC3EE9C-FA38-4675-89D5-5E76AB717A61}" type="pres">
      <dgm:prSet presAssocID="{49928C34-6EEA-47C1-9205-388284F2DDB4}" presName="textRect" presStyleLbl="revTx" presStyleIdx="1" presStyleCnt="4">
        <dgm:presLayoutVars>
          <dgm:chMax val="1"/>
          <dgm:chPref val="1"/>
        </dgm:presLayoutVars>
      </dgm:prSet>
      <dgm:spPr/>
    </dgm:pt>
    <dgm:pt modelId="{F4650495-9275-4622-9277-7EB27D961951}" type="pres">
      <dgm:prSet presAssocID="{4791191C-BA29-4608-AC4D-C276DF46801C}" presName="sibTrans" presStyleCnt="0"/>
      <dgm:spPr/>
    </dgm:pt>
    <dgm:pt modelId="{A952C11F-8EB7-4496-B505-C061CA2CF0D8}" type="pres">
      <dgm:prSet presAssocID="{4657693D-0E65-473A-A1B6-99C5E7676512}" presName="compNode" presStyleCnt="0"/>
      <dgm:spPr/>
    </dgm:pt>
    <dgm:pt modelId="{842DB336-BB90-4D18-B9F1-3B15826CFB2C}" type="pres">
      <dgm:prSet presAssocID="{4657693D-0E65-473A-A1B6-99C5E767651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4E773EB-1F1B-4140-A317-CA745A435BAF}" type="pres">
      <dgm:prSet presAssocID="{4657693D-0E65-473A-A1B6-99C5E7676512}" presName="spaceRect" presStyleCnt="0"/>
      <dgm:spPr/>
    </dgm:pt>
    <dgm:pt modelId="{594D7CBA-1B9D-41D0-B5B4-49BFD3C235A8}" type="pres">
      <dgm:prSet presAssocID="{4657693D-0E65-473A-A1B6-99C5E7676512}" presName="textRect" presStyleLbl="revTx" presStyleIdx="2" presStyleCnt="4">
        <dgm:presLayoutVars>
          <dgm:chMax val="1"/>
          <dgm:chPref val="1"/>
        </dgm:presLayoutVars>
      </dgm:prSet>
      <dgm:spPr/>
    </dgm:pt>
    <dgm:pt modelId="{3412EA4F-186B-41BC-89FC-1F68B2456535}" type="pres">
      <dgm:prSet presAssocID="{4040006C-E8F7-4131-9C70-16FF5340FC91}" presName="sibTrans" presStyleCnt="0"/>
      <dgm:spPr/>
    </dgm:pt>
    <dgm:pt modelId="{15BC911D-F213-4321-8CDF-ADD3D8D541C9}" type="pres">
      <dgm:prSet presAssocID="{A60E2E71-08CB-4A4C-B9D0-D1681405418D}" presName="compNode" presStyleCnt="0"/>
      <dgm:spPr/>
    </dgm:pt>
    <dgm:pt modelId="{5BF02413-7E45-4EA1-AE57-9886BF950F91}" type="pres">
      <dgm:prSet presAssocID="{A60E2E71-08CB-4A4C-B9D0-D168140541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1F10F5D-D0AB-4698-96C7-73421914319A}" type="pres">
      <dgm:prSet presAssocID="{A60E2E71-08CB-4A4C-B9D0-D1681405418D}" presName="spaceRect" presStyleCnt="0"/>
      <dgm:spPr/>
    </dgm:pt>
    <dgm:pt modelId="{769F4DE2-ADB3-4A0B-88EC-038D0ED4305F}" type="pres">
      <dgm:prSet presAssocID="{A60E2E71-08CB-4A4C-B9D0-D168140541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139FA08-4F45-45C5-9E2C-DFAC1943AA60}" type="presOf" srcId="{4657693D-0E65-473A-A1B6-99C5E7676512}" destId="{594D7CBA-1B9D-41D0-B5B4-49BFD3C235A8}" srcOrd="0" destOrd="0" presId="urn:microsoft.com/office/officeart/2018/2/layout/IconLabelList"/>
    <dgm:cxn modelId="{11DF4511-784A-46E7-915D-088B5340E0E2}" type="presOf" srcId="{A60E2E71-08CB-4A4C-B9D0-D1681405418D}" destId="{769F4DE2-ADB3-4A0B-88EC-038D0ED4305F}" srcOrd="0" destOrd="0" presId="urn:microsoft.com/office/officeart/2018/2/layout/IconLabelList"/>
    <dgm:cxn modelId="{4128711E-F7F1-418E-962F-328DA3C08671}" srcId="{718B13F3-70FE-4C1E-AD20-0DB21F518F15}" destId="{A60E2E71-08CB-4A4C-B9D0-D1681405418D}" srcOrd="3" destOrd="0" parTransId="{05C48F31-1A76-40D4-94E9-342DE20DD8AC}" sibTransId="{5CB967FC-6644-42BF-9110-8AA95422BD6A}"/>
    <dgm:cxn modelId="{FC5DF21F-76D9-4719-AB5A-715D3C37865C}" type="presOf" srcId="{718B13F3-70FE-4C1E-AD20-0DB21F518F15}" destId="{F91F7116-E573-432F-950A-F1B958B8889C}" srcOrd="0" destOrd="0" presId="urn:microsoft.com/office/officeart/2018/2/layout/IconLabelList"/>
    <dgm:cxn modelId="{796959B3-58E4-4C11-834E-D46948725EA3}" type="presOf" srcId="{29D58763-E77E-42F9-9526-75774946C6C6}" destId="{16792E59-AB8E-49A5-A4C7-EDB5A6819514}" srcOrd="0" destOrd="0" presId="urn:microsoft.com/office/officeart/2018/2/layout/IconLabelList"/>
    <dgm:cxn modelId="{82444AB5-AE50-4713-98DB-9218DEE0F8C5}" srcId="{718B13F3-70FE-4C1E-AD20-0DB21F518F15}" destId="{4657693D-0E65-473A-A1B6-99C5E7676512}" srcOrd="2" destOrd="0" parTransId="{C0CB5A5F-AE69-4C67-803F-FCCB8D6BF79A}" sibTransId="{4040006C-E8F7-4131-9C70-16FF5340FC91}"/>
    <dgm:cxn modelId="{BBF9B8BB-89A9-4383-BA48-D2048A58B7EF}" type="presOf" srcId="{49928C34-6EEA-47C1-9205-388284F2DDB4}" destId="{6AC3EE9C-FA38-4675-89D5-5E76AB717A61}" srcOrd="0" destOrd="0" presId="urn:microsoft.com/office/officeart/2018/2/layout/IconLabelList"/>
    <dgm:cxn modelId="{E9DC0DBF-E5F5-4917-B98B-842BAD549675}" srcId="{718B13F3-70FE-4C1E-AD20-0DB21F518F15}" destId="{49928C34-6EEA-47C1-9205-388284F2DDB4}" srcOrd="1" destOrd="0" parTransId="{E734A7BA-817B-4E97-9BBA-47EB83F18F95}" sibTransId="{4791191C-BA29-4608-AC4D-C276DF46801C}"/>
    <dgm:cxn modelId="{32050EC3-D7A2-4191-8055-F2E9F7FCF004}" srcId="{718B13F3-70FE-4C1E-AD20-0DB21F518F15}" destId="{29D58763-E77E-42F9-9526-75774946C6C6}" srcOrd="0" destOrd="0" parTransId="{F651C841-00B6-4BBA-A32D-E60366E60CC9}" sibTransId="{40C13FE3-2730-4F83-A0AA-64AA818FBE51}"/>
    <dgm:cxn modelId="{8C24939D-522D-4F04-AD03-023E7833EE2B}" type="presParOf" srcId="{F91F7116-E573-432F-950A-F1B958B8889C}" destId="{7EA6D399-0825-455C-998A-5BE0E1B5902C}" srcOrd="0" destOrd="0" presId="urn:microsoft.com/office/officeart/2018/2/layout/IconLabelList"/>
    <dgm:cxn modelId="{26B4D51E-0AC5-496F-8F03-862621DCE416}" type="presParOf" srcId="{7EA6D399-0825-455C-998A-5BE0E1B5902C}" destId="{64634D75-2675-4310-B2C4-82A61848EEBE}" srcOrd="0" destOrd="0" presId="urn:microsoft.com/office/officeart/2018/2/layout/IconLabelList"/>
    <dgm:cxn modelId="{DA5B4362-E916-4936-90B0-3D7C4F65393E}" type="presParOf" srcId="{7EA6D399-0825-455C-998A-5BE0E1B5902C}" destId="{C6015330-8408-4C92-96FD-D74C802EE025}" srcOrd="1" destOrd="0" presId="urn:microsoft.com/office/officeart/2018/2/layout/IconLabelList"/>
    <dgm:cxn modelId="{00741D05-6C62-4109-933F-CE1AECC3F8FE}" type="presParOf" srcId="{7EA6D399-0825-455C-998A-5BE0E1B5902C}" destId="{16792E59-AB8E-49A5-A4C7-EDB5A6819514}" srcOrd="2" destOrd="0" presId="urn:microsoft.com/office/officeart/2018/2/layout/IconLabelList"/>
    <dgm:cxn modelId="{420D0333-3401-4893-9116-078F5EEACF7C}" type="presParOf" srcId="{F91F7116-E573-432F-950A-F1B958B8889C}" destId="{4B59CDCD-5B48-45B2-A3DF-5A758ECDE28D}" srcOrd="1" destOrd="0" presId="urn:microsoft.com/office/officeart/2018/2/layout/IconLabelList"/>
    <dgm:cxn modelId="{A18584FE-EFE8-4350-AA0E-31626C498D0F}" type="presParOf" srcId="{F91F7116-E573-432F-950A-F1B958B8889C}" destId="{DCEF2043-84CC-4973-95A1-D5894EF5A299}" srcOrd="2" destOrd="0" presId="urn:microsoft.com/office/officeart/2018/2/layout/IconLabelList"/>
    <dgm:cxn modelId="{EB987A44-5687-4AD0-82F4-86F1126F78ED}" type="presParOf" srcId="{DCEF2043-84CC-4973-95A1-D5894EF5A299}" destId="{B25C0BF1-04D9-40FB-A1FC-6FFC785D8756}" srcOrd="0" destOrd="0" presId="urn:microsoft.com/office/officeart/2018/2/layout/IconLabelList"/>
    <dgm:cxn modelId="{0F177A26-B35A-4D94-B97B-6027970291E3}" type="presParOf" srcId="{DCEF2043-84CC-4973-95A1-D5894EF5A299}" destId="{1D08B051-55D1-4929-8EAA-F4F11E9B5A9B}" srcOrd="1" destOrd="0" presId="urn:microsoft.com/office/officeart/2018/2/layout/IconLabelList"/>
    <dgm:cxn modelId="{AFD30E44-9B42-4AB2-9EF6-15EC83A2665D}" type="presParOf" srcId="{DCEF2043-84CC-4973-95A1-D5894EF5A299}" destId="{6AC3EE9C-FA38-4675-89D5-5E76AB717A61}" srcOrd="2" destOrd="0" presId="urn:microsoft.com/office/officeart/2018/2/layout/IconLabelList"/>
    <dgm:cxn modelId="{C9D0A688-C0EC-4633-8B31-914020F66FA1}" type="presParOf" srcId="{F91F7116-E573-432F-950A-F1B958B8889C}" destId="{F4650495-9275-4622-9277-7EB27D961951}" srcOrd="3" destOrd="0" presId="urn:microsoft.com/office/officeart/2018/2/layout/IconLabelList"/>
    <dgm:cxn modelId="{AD1A2686-4B77-4C9B-8873-4DB3FB1D2714}" type="presParOf" srcId="{F91F7116-E573-432F-950A-F1B958B8889C}" destId="{A952C11F-8EB7-4496-B505-C061CA2CF0D8}" srcOrd="4" destOrd="0" presId="urn:microsoft.com/office/officeart/2018/2/layout/IconLabelList"/>
    <dgm:cxn modelId="{3DE51B50-BEA5-4CAF-8EAE-4AFCEC1C991B}" type="presParOf" srcId="{A952C11F-8EB7-4496-B505-C061CA2CF0D8}" destId="{842DB336-BB90-4D18-B9F1-3B15826CFB2C}" srcOrd="0" destOrd="0" presId="urn:microsoft.com/office/officeart/2018/2/layout/IconLabelList"/>
    <dgm:cxn modelId="{D9E01451-34C8-457C-A919-DF34F96FF48D}" type="presParOf" srcId="{A952C11F-8EB7-4496-B505-C061CA2CF0D8}" destId="{C4E773EB-1F1B-4140-A317-CA745A435BAF}" srcOrd="1" destOrd="0" presId="urn:microsoft.com/office/officeart/2018/2/layout/IconLabelList"/>
    <dgm:cxn modelId="{EAFB5373-D868-4BBD-B2C9-858EAF30A35D}" type="presParOf" srcId="{A952C11F-8EB7-4496-B505-C061CA2CF0D8}" destId="{594D7CBA-1B9D-41D0-B5B4-49BFD3C235A8}" srcOrd="2" destOrd="0" presId="urn:microsoft.com/office/officeart/2018/2/layout/IconLabelList"/>
    <dgm:cxn modelId="{1E59A359-8A46-47CB-9AAC-7EA211ABDB96}" type="presParOf" srcId="{F91F7116-E573-432F-950A-F1B958B8889C}" destId="{3412EA4F-186B-41BC-89FC-1F68B2456535}" srcOrd="5" destOrd="0" presId="urn:microsoft.com/office/officeart/2018/2/layout/IconLabelList"/>
    <dgm:cxn modelId="{AC6C195A-F93E-4594-AA03-34FDEBA15BCE}" type="presParOf" srcId="{F91F7116-E573-432F-950A-F1B958B8889C}" destId="{15BC911D-F213-4321-8CDF-ADD3D8D541C9}" srcOrd="6" destOrd="0" presId="urn:microsoft.com/office/officeart/2018/2/layout/IconLabelList"/>
    <dgm:cxn modelId="{F53C6A10-9217-43BE-B3C2-8A93C3E519D1}" type="presParOf" srcId="{15BC911D-F213-4321-8CDF-ADD3D8D541C9}" destId="{5BF02413-7E45-4EA1-AE57-9886BF950F91}" srcOrd="0" destOrd="0" presId="urn:microsoft.com/office/officeart/2018/2/layout/IconLabelList"/>
    <dgm:cxn modelId="{C0E28906-4E7E-4E10-B047-DBBEAF296305}" type="presParOf" srcId="{15BC911D-F213-4321-8CDF-ADD3D8D541C9}" destId="{E1F10F5D-D0AB-4698-96C7-73421914319A}" srcOrd="1" destOrd="0" presId="urn:microsoft.com/office/officeart/2018/2/layout/IconLabelList"/>
    <dgm:cxn modelId="{54F02C26-AABA-48A2-86DF-3D1275F9D5C9}" type="presParOf" srcId="{15BC911D-F213-4321-8CDF-ADD3D8D541C9}" destId="{769F4DE2-ADB3-4A0B-88EC-038D0ED430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0915AA-687C-4493-BB60-AC837BF794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F5B4B41C-EDB5-49F9-81B5-0CBD679A0B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Baseline DB → AI-assisted code review → Automated testing</a:t>
          </a:r>
        </a:p>
      </dgm:t>
    </dgm:pt>
    <dgm:pt modelId="{06A193D0-738D-45F8-B905-9DBC0051F67B}" type="parTrans" cxnId="{4D0B3656-5E44-416C-9F81-724B1325C60E}">
      <dgm:prSet/>
      <dgm:spPr/>
      <dgm:t>
        <a:bodyPr/>
        <a:lstStyle/>
        <a:p>
          <a:endParaRPr lang="en-US"/>
        </a:p>
      </dgm:t>
    </dgm:pt>
    <dgm:pt modelId="{3990112E-57D3-4D67-97C6-CE8992F61949}" type="sibTrans" cxnId="{4D0B3656-5E44-416C-9F81-724B1325C60E}">
      <dgm:prSet/>
      <dgm:spPr/>
      <dgm:t>
        <a:bodyPr/>
        <a:lstStyle/>
        <a:p>
          <a:endParaRPr lang="en-US"/>
        </a:p>
      </dgm:t>
    </dgm:pt>
    <dgm:pt modelId="{1B42920A-DD9C-44EE-AB11-4D4AEFC36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anomaly detection → Smoke Test </a:t>
          </a:r>
          <a:r>
            <a:rPr lang="en-US" dirty="0">
              <a:sym typeface="Wingdings" panose="05000000000000000000" pitchFamily="2" charset="2"/>
            </a:rPr>
            <a:t> Review Code Review/Output</a:t>
          </a:r>
          <a:endParaRPr lang="en-US" dirty="0"/>
        </a:p>
      </dgm:t>
    </dgm:pt>
    <dgm:pt modelId="{53A56313-AC69-43BC-B86E-B6514D69D5F9}" type="parTrans" cxnId="{BD46BED3-5570-4F1D-8D6E-CD1A5952BD5C}">
      <dgm:prSet/>
      <dgm:spPr/>
      <dgm:t>
        <a:bodyPr/>
        <a:lstStyle/>
        <a:p>
          <a:endParaRPr lang="en-US"/>
        </a:p>
      </dgm:t>
    </dgm:pt>
    <dgm:pt modelId="{DC1ABF2D-D858-451B-82A8-75AFB6C8078B}" type="sibTrans" cxnId="{BD46BED3-5570-4F1D-8D6E-CD1A5952BD5C}">
      <dgm:prSet/>
      <dgm:spPr/>
      <dgm:t>
        <a:bodyPr/>
        <a:lstStyle/>
        <a:p>
          <a:endParaRPr lang="en-US"/>
        </a:p>
      </dgm:t>
    </dgm:pt>
    <dgm:pt modelId="{D9AEA629-07F3-4EF1-B7E3-AFD4885446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cloud, terraform, OpenAI but could be easily adapted.</a:t>
          </a:r>
        </a:p>
      </dgm:t>
    </dgm:pt>
    <dgm:pt modelId="{0E674896-81E1-4353-ACC2-00E9B00527F8}" type="parTrans" cxnId="{BE4100D6-6E1D-4E32-9D1C-5DB07F159FEB}">
      <dgm:prSet/>
      <dgm:spPr/>
      <dgm:t>
        <a:bodyPr/>
        <a:lstStyle/>
        <a:p>
          <a:endParaRPr lang="en-US"/>
        </a:p>
      </dgm:t>
    </dgm:pt>
    <dgm:pt modelId="{D936F07D-E389-4B5C-B0FC-D49DDF76FF63}" type="sibTrans" cxnId="{BE4100D6-6E1D-4E32-9D1C-5DB07F159FEB}">
      <dgm:prSet/>
      <dgm:spPr/>
      <dgm:t>
        <a:bodyPr/>
        <a:lstStyle/>
        <a:p>
          <a:endParaRPr lang="en-US"/>
        </a:p>
      </dgm:t>
    </dgm:pt>
    <dgm:pt modelId="{376ECFFE-3881-45A8-AD8E-31A878A7261C}" type="pres">
      <dgm:prSet presAssocID="{690915AA-687C-4493-BB60-AC837BF79407}" presName="root" presStyleCnt="0">
        <dgm:presLayoutVars>
          <dgm:dir/>
          <dgm:resizeHandles val="exact"/>
        </dgm:presLayoutVars>
      </dgm:prSet>
      <dgm:spPr/>
    </dgm:pt>
    <dgm:pt modelId="{DC6C6F89-80F6-48AE-957E-3EBD06E88B67}" type="pres">
      <dgm:prSet presAssocID="{F5B4B41C-EDB5-49F9-81B5-0CBD679A0B47}" presName="compNode" presStyleCnt="0"/>
      <dgm:spPr/>
    </dgm:pt>
    <dgm:pt modelId="{E565BD60-9397-4655-91DA-AB97004F93F2}" type="pres">
      <dgm:prSet presAssocID="{F5B4B41C-EDB5-49F9-81B5-0CBD679A0B47}" presName="bgRect" presStyleLbl="bgShp" presStyleIdx="0" presStyleCnt="3"/>
      <dgm:spPr/>
    </dgm:pt>
    <dgm:pt modelId="{AC13956C-9D52-4ED4-B36B-A1AC11A6D848}" type="pres">
      <dgm:prSet presAssocID="{F5B4B41C-EDB5-49F9-81B5-0CBD679A0B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A0EE1FE-E11A-40B6-96B5-F25041250D9B}" type="pres">
      <dgm:prSet presAssocID="{F5B4B41C-EDB5-49F9-81B5-0CBD679A0B47}" presName="spaceRect" presStyleCnt="0"/>
      <dgm:spPr/>
    </dgm:pt>
    <dgm:pt modelId="{E4161B17-1606-4CC7-92FC-2925467E0A7A}" type="pres">
      <dgm:prSet presAssocID="{F5B4B41C-EDB5-49F9-81B5-0CBD679A0B47}" presName="parTx" presStyleLbl="revTx" presStyleIdx="0" presStyleCnt="3">
        <dgm:presLayoutVars>
          <dgm:chMax val="0"/>
          <dgm:chPref val="0"/>
        </dgm:presLayoutVars>
      </dgm:prSet>
      <dgm:spPr/>
    </dgm:pt>
    <dgm:pt modelId="{C15F29A2-2EBD-4ACD-97FB-2F581C110A4A}" type="pres">
      <dgm:prSet presAssocID="{3990112E-57D3-4D67-97C6-CE8992F61949}" presName="sibTrans" presStyleCnt="0"/>
      <dgm:spPr/>
    </dgm:pt>
    <dgm:pt modelId="{66714620-A006-4261-88C4-C49EFF9C5DF7}" type="pres">
      <dgm:prSet presAssocID="{1B42920A-DD9C-44EE-AB11-4D4AEFC36C53}" presName="compNode" presStyleCnt="0"/>
      <dgm:spPr/>
    </dgm:pt>
    <dgm:pt modelId="{491281C1-6D8E-4162-9222-E932977F4A96}" type="pres">
      <dgm:prSet presAssocID="{1B42920A-DD9C-44EE-AB11-4D4AEFC36C53}" presName="bgRect" presStyleLbl="bgShp" presStyleIdx="1" presStyleCnt="3"/>
      <dgm:spPr/>
    </dgm:pt>
    <dgm:pt modelId="{EDA0B7F5-ADAE-4836-932B-15C19B7B90B0}" type="pres">
      <dgm:prSet presAssocID="{1B42920A-DD9C-44EE-AB11-4D4AEFC36C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98C7D499-D119-49D7-85B0-3084FDFDCE2A}" type="pres">
      <dgm:prSet presAssocID="{1B42920A-DD9C-44EE-AB11-4D4AEFC36C53}" presName="spaceRect" presStyleCnt="0"/>
      <dgm:spPr/>
    </dgm:pt>
    <dgm:pt modelId="{3438CDD5-99E3-476C-B098-EC12229F0217}" type="pres">
      <dgm:prSet presAssocID="{1B42920A-DD9C-44EE-AB11-4D4AEFC36C53}" presName="parTx" presStyleLbl="revTx" presStyleIdx="1" presStyleCnt="3">
        <dgm:presLayoutVars>
          <dgm:chMax val="0"/>
          <dgm:chPref val="0"/>
        </dgm:presLayoutVars>
      </dgm:prSet>
      <dgm:spPr/>
    </dgm:pt>
    <dgm:pt modelId="{751FD19B-ED4A-4A86-9715-3F1B40B35E8A}" type="pres">
      <dgm:prSet presAssocID="{DC1ABF2D-D858-451B-82A8-75AFB6C8078B}" presName="sibTrans" presStyleCnt="0"/>
      <dgm:spPr/>
    </dgm:pt>
    <dgm:pt modelId="{FD702B93-8378-4162-996C-D8692D027471}" type="pres">
      <dgm:prSet presAssocID="{D9AEA629-07F3-4EF1-B7E3-AFD4885446A7}" presName="compNode" presStyleCnt="0"/>
      <dgm:spPr/>
    </dgm:pt>
    <dgm:pt modelId="{1C4EAB05-117F-4010-8259-B11D4751BC37}" type="pres">
      <dgm:prSet presAssocID="{D9AEA629-07F3-4EF1-B7E3-AFD4885446A7}" presName="bgRect" presStyleLbl="bgShp" presStyleIdx="2" presStyleCnt="3"/>
      <dgm:spPr/>
    </dgm:pt>
    <dgm:pt modelId="{2BFAB865-9643-4844-B897-36A3E7022251}" type="pres">
      <dgm:prSet presAssocID="{D9AEA629-07F3-4EF1-B7E3-AFD4885446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51B8B5C-99DB-43BF-BEE0-A8BBB6316DD0}" type="pres">
      <dgm:prSet presAssocID="{D9AEA629-07F3-4EF1-B7E3-AFD4885446A7}" presName="spaceRect" presStyleCnt="0"/>
      <dgm:spPr/>
    </dgm:pt>
    <dgm:pt modelId="{D05F1A65-29FE-4FC6-AAF2-F150706F383A}" type="pres">
      <dgm:prSet presAssocID="{D9AEA629-07F3-4EF1-B7E3-AFD4885446A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542250F-158A-47AE-9916-EEBFBD4BCD20}" type="presOf" srcId="{1B42920A-DD9C-44EE-AB11-4D4AEFC36C53}" destId="{3438CDD5-99E3-476C-B098-EC12229F0217}" srcOrd="0" destOrd="0" presId="urn:microsoft.com/office/officeart/2018/2/layout/IconVerticalSolidList"/>
    <dgm:cxn modelId="{6CF54164-2C02-4669-9A60-A689C81A0FDB}" type="presOf" srcId="{F5B4B41C-EDB5-49F9-81B5-0CBD679A0B47}" destId="{E4161B17-1606-4CC7-92FC-2925467E0A7A}" srcOrd="0" destOrd="0" presId="urn:microsoft.com/office/officeart/2018/2/layout/IconVerticalSolidList"/>
    <dgm:cxn modelId="{40093053-8751-48FB-A29E-86D975812C8E}" type="presOf" srcId="{D9AEA629-07F3-4EF1-B7E3-AFD4885446A7}" destId="{D05F1A65-29FE-4FC6-AAF2-F150706F383A}" srcOrd="0" destOrd="0" presId="urn:microsoft.com/office/officeart/2018/2/layout/IconVerticalSolidList"/>
    <dgm:cxn modelId="{4D0B3656-5E44-416C-9F81-724B1325C60E}" srcId="{690915AA-687C-4493-BB60-AC837BF79407}" destId="{F5B4B41C-EDB5-49F9-81B5-0CBD679A0B47}" srcOrd="0" destOrd="0" parTransId="{06A193D0-738D-45F8-B905-9DBC0051F67B}" sibTransId="{3990112E-57D3-4D67-97C6-CE8992F61949}"/>
    <dgm:cxn modelId="{1F06E799-57FC-4023-9EEF-658A0C54A4BC}" type="presOf" srcId="{690915AA-687C-4493-BB60-AC837BF79407}" destId="{376ECFFE-3881-45A8-AD8E-31A878A7261C}" srcOrd="0" destOrd="0" presId="urn:microsoft.com/office/officeart/2018/2/layout/IconVerticalSolidList"/>
    <dgm:cxn modelId="{BD46BED3-5570-4F1D-8D6E-CD1A5952BD5C}" srcId="{690915AA-687C-4493-BB60-AC837BF79407}" destId="{1B42920A-DD9C-44EE-AB11-4D4AEFC36C53}" srcOrd="1" destOrd="0" parTransId="{53A56313-AC69-43BC-B86E-B6514D69D5F9}" sibTransId="{DC1ABF2D-D858-451B-82A8-75AFB6C8078B}"/>
    <dgm:cxn modelId="{BE4100D6-6E1D-4E32-9D1C-5DB07F159FEB}" srcId="{690915AA-687C-4493-BB60-AC837BF79407}" destId="{D9AEA629-07F3-4EF1-B7E3-AFD4885446A7}" srcOrd="2" destOrd="0" parTransId="{0E674896-81E1-4353-ACC2-00E9B00527F8}" sibTransId="{D936F07D-E389-4B5C-B0FC-D49DDF76FF63}"/>
    <dgm:cxn modelId="{CA4F3A7D-0054-4884-AF1A-00461A55DD56}" type="presParOf" srcId="{376ECFFE-3881-45A8-AD8E-31A878A7261C}" destId="{DC6C6F89-80F6-48AE-957E-3EBD06E88B67}" srcOrd="0" destOrd="0" presId="urn:microsoft.com/office/officeart/2018/2/layout/IconVerticalSolidList"/>
    <dgm:cxn modelId="{6539A3A8-CCC5-42A5-94A2-BCD60385C644}" type="presParOf" srcId="{DC6C6F89-80F6-48AE-957E-3EBD06E88B67}" destId="{E565BD60-9397-4655-91DA-AB97004F93F2}" srcOrd="0" destOrd="0" presId="urn:microsoft.com/office/officeart/2018/2/layout/IconVerticalSolidList"/>
    <dgm:cxn modelId="{3155B693-B8A8-4447-97C7-423E1CF4234A}" type="presParOf" srcId="{DC6C6F89-80F6-48AE-957E-3EBD06E88B67}" destId="{AC13956C-9D52-4ED4-B36B-A1AC11A6D848}" srcOrd="1" destOrd="0" presId="urn:microsoft.com/office/officeart/2018/2/layout/IconVerticalSolidList"/>
    <dgm:cxn modelId="{59388FDA-4743-421B-8F8F-788B34AF3331}" type="presParOf" srcId="{DC6C6F89-80F6-48AE-957E-3EBD06E88B67}" destId="{7A0EE1FE-E11A-40B6-96B5-F25041250D9B}" srcOrd="2" destOrd="0" presId="urn:microsoft.com/office/officeart/2018/2/layout/IconVerticalSolidList"/>
    <dgm:cxn modelId="{0B8E5076-2F5B-45C1-A2AE-EFD3B0CD11F9}" type="presParOf" srcId="{DC6C6F89-80F6-48AE-957E-3EBD06E88B67}" destId="{E4161B17-1606-4CC7-92FC-2925467E0A7A}" srcOrd="3" destOrd="0" presId="urn:microsoft.com/office/officeart/2018/2/layout/IconVerticalSolidList"/>
    <dgm:cxn modelId="{E85154D5-8E38-4C72-907D-DE6DB47EB2D4}" type="presParOf" srcId="{376ECFFE-3881-45A8-AD8E-31A878A7261C}" destId="{C15F29A2-2EBD-4ACD-97FB-2F581C110A4A}" srcOrd="1" destOrd="0" presId="urn:microsoft.com/office/officeart/2018/2/layout/IconVerticalSolidList"/>
    <dgm:cxn modelId="{23040EAF-0F53-45BA-9918-5F0C5ADDC0A9}" type="presParOf" srcId="{376ECFFE-3881-45A8-AD8E-31A878A7261C}" destId="{66714620-A006-4261-88C4-C49EFF9C5DF7}" srcOrd="2" destOrd="0" presId="urn:microsoft.com/office/officeart/2018/2/layout/IconVerticalSolidList"/>
    <dgm:cxn modelId="{AABA8860-5DAD-4638-9C5B-803FA2C2078D}" type="presParOf" srcId="{66714620-A006-4261-88C4-C49EFF9C5DF7}" destId="{491281C1-6D8E-4162-9222-E932977F4A96}" srcOrd="0" destOrd="0" presId="urn:microsoft.com/office/officeart/2018/2/layout/IconVerticalSolidList"/>
    <dgm:cxn modelId="{21C5E1E9-6863-4080-BF5B-EF5C08DB5962}" type="presParOf" srcId="{66714620-A006-4261-88C4-C49EFF9C5DF7}" destId="{EDA0B7F5-ADAE-4836-932B-15C19B7B90B0}" srcOrd="1" destOrd="0" presId="urn:microsoft.com/office/officeart/2018/2/layout/IconVerticalSolidList"/>
    <dgm:cxn modelId="{69DF17A8-BBE3-4444-A9DB-E33BBE0793A7}" type="presParOf" srcId="{66714620-A006-4261-88C4-C49EFF9C5DF7}" destId="{98C7D499-D119-49D7-85B0-3084FDFDCE2A}" srcOrd="2" destOrd="0" presId="urn:microsoft.com/office/officeart/2018/2/layout/IconVerticalSolidList"/>
    <dgm:cxn modelId="{3D6CA440-D2FA-4018-AAF7-8B353BB57436}" type="presParOf" srcId="{66714620-A006-4261-88C4-C49EFF9C5DF7}" destId="{3438CDD5-99E3-476C-B098-EC12229F0217}" srcOrd="3" destOrd="0" presId="urn:microsoft.com/office/officeart/2018/2/layout/IconVerticalSolidList"/>
    <dgm:cxn modelId="{3FB21BB4-836E-467D-BDA9-1AFCFF4F4E6E}" type="presParOf" srcId="{376ECFFE-3881-45A8-AD8E-31A878A7261C}" destId="{751FD19B-ED4A-4A86-9715-3F1B40B35E8A}" srcOrd="3" destOrd="0" presId="urn:microsoft.com/office/officeart/2018/2/layout/IconVerticalSolidList"/>
    <dgm:cxn modelId="{6262A839-2596-4B89-9F77-600992083B5D}" type="presParOf" srcId="{376ECFFE-3881-45A8-AD8E-31A878A7261C}" destId="{FD702B93-8378-4162-996C-D8692D027471}" srcOrd="4" destOrd="0" presId="urn:microsoft.com/office/officeart/2018/2/layout/IconVerticalSolidList"/>
    <dgm:cxn modelId="{F3F95803-4665-4CB5-B8E7-D619152F484D}" type="presParOf" srcId="{FD702B93-8378-4162-996C-D8692D027471}" destId="{1C4EAB05-117F-4010-8259-B11D4751BC37}" srcOrd="0" destOrd="0" presId="urn:microsoft.com/office/officeart/2018/2/layout/IconVerticalSolidList"/>
    <dgm:cxn modelId="{62CC8084-A91E-4BE9-8FB6-1BADF9B37AE1}" type="presParOf" srcId="{FD702B93-8378-4162-996C-D8692D027471}" destId="{2BFAB865-9643-4844-B897-36A3E7022251}" srcOrd="1" destOrd="0" presId="urn:microsoft.com/office/officeart/2018/2/layout/IconVerticalSolidList"/>
    <dgm:cxn modelId="{DF8AAAF9-C38B-438E-B3D0-1EC94607EE8C}" type="presParOf" srcId="{FD702B93-8378-4162-996C-D8692D027471}" destId="{051B8B5C-99DB-43BF-BEE0-A8BBB6316DD0}" srcOrd="2" destOrd="0" presId="urn:microsoft.com/office/officeart/2018/2/layout/IconVerticalSolidList"/>
    <dgm:cxn modelId="{5571C917-B556-406D-9A33-90C7A53A4F73}" type="presParOf" srcId="{FD702B93-8378-4162-996C-D8692D027471}" destId="{D05F1A65-29FE-4FC6-AAF2-F150706F38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C22A5B-8543-433E-A1F8-212448EBE6D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061F90-8236-4547-8DC3-B643104FABC7}">
      <dgm:prSet/>
      <dgm:spPr/>
      <dgm:t>
        <a:bodyPr/>
        <a:lstStyle/>
        <a:p>
          <a:r>
            <a:rPr lang="en-US"/>
            <a:t>Ollama on Windows 11 Laptop</a:t>
          </a:r>
        </a:p>
      </dgm:t>
    </dgm:pt>
    <dgm:pt modelId="{16D02D4F-0A27-4375-8604-78EC2E7D5746}" type="parTrans" cxnId="{0331EB3C-2FFA-4411-91C9-123FEC8C842D}">
      <dgm:prSet/>
      <dgm:spPr/>
      <dgm:t>
        <a:bodyPr/>
        <a:lstStyle/>
        <a:p>
          <a:endParaRPr lang="en-US"/>
        </a:p>
      </dgm:t>
    </dgm:pt>
    <dgm:pt modelId="{008C23F4-46EF-4AA6-BF1A-8AF432A70A9E}" type="sibTrans" cxnId="{0331EB3C-2FFA-4411-91C9-123FEC8C842D}">
      <dgm:prSet/>
      <dgm:spPr/>
      <dgm:t>
        <a:bodyPr/>
        <a:lstStyle/>
        <a:p>
          <a:endParaRPr lang="en-US"/>
        </a:p>
      </dgm:t>
    </dgm:pt>
    <dgm:pt modelId="{2E843AE2-7615-4C7F-A6AD-A3BCF94C7780}">
      <dgm:prSet/>
      <dgm:spPr/>
      <dgm:t>
        <a:bodyPr/>
        <a:lstStyle/>
        <a:p>
          <a:r>
            <a:rPr lang="en-US" dirty="0"/>
            <a:t>Qwen 2.5 Coder LLM</a:t>
          </a:r>
        </a:p>
      </dgm:t>
    </dgm:pt>
    <dgm:pt modelId="{35F172C1-3961-4E7C-A6F8-28E99434E873}" type="parTrans" cxnId="{6F5BA17B-C736-4C19-95DA-7D2D1BB700B4}">
      <dgm:prSet/>
      <dgm:spPr/>
      <dgm:t>
        <a:bodyPr/>
        <a:lstStyle/>
        <a:p>
          <a:endParaRPr lang="en-US"/>
        </a:p>
      </dgm:t>
    </dgm:pt>
    <dgm:pt modelId="{B10ACC71-24F6-406B-819D-A2C13A037D78}" type="sibTrans" cxnId="{6F5BA17B-C736-4C19-95DA-7D2D1BB700B4}">
      <dgm:prSet/>
      <dgm:spPr/>
      <dgm:t>
        <a:bodyPr/>
        <a:lstStyle/>
        <a:p>
          <a:endParaRPr lang="en-US"/>
        </a:p>
      </dgm:t>
    </dgm:pt>
    <dgm:pt modelId="{8C6DF4D8-9693-40E7-8F78-5B7F6CE9DBDD}">
      <dgm:prSet/>
      <dgm:spPr/>
      <dgm:t>
        <a:bodyPr/>
        <a:lstStyle/>
        <a:p>
          <a:r>
            <a:rPr lang="en-US"/>
            <a:t>Postgres 17.5 on laptop</a:t>
          </a:r>
        </a:p>
      </dgm:t>
    </dgm:pt>
    <dgm:pt modelId="{52D44ACF-4540-4818-891C-3637A12311AD}" type="parTrans" cxnId="{1B5D6056-4754-44A0-A5DA-4AF562D5EA53}">
      <dgm:prSet/>
      <dgm:spPr/>
      <dgm:t>
        <a:bodyPr/>
        <a:lstStyle/>
        <a:p>
          <a:endParaRPr lang="en-US"/>
        </a:p>
      </dgm:t>
    </dgm:pt>
    <dgm:pt modelId="{1EC54D64-9B44-4682-B375-040D904AC2E8}" type="sibTrans" cxnId="{1B5D6056-4754-44A0-A5DA-4AF562D5EA53}">
      <dgm:prSet/>
      <dgm:spPr/>
      <dgm:t>
        <a:bodyPr/>
        <a:lstStyle/>
        <a:p>
          <a:endParaRPr lang="en-US"/>
        </a:p>
      </dgm:t>
    </dgm:pt>
    <dgm:pt modelId="{28295005-E353-46DA-ABC4-D9E91AEAFE84}">
      <dgm:prSet/>
      <dgm:spPr/>
      <dgm:t>
        <a:bodyPr/>
        <a:lstStyle/>
        <a:p>
          <a:r>
            <a:rPr lang="en-US"/>
            <a:t>Flyway Teams and CLI</a:t>
          </a:r>
        </a:p>
      </dgm:t>
    </dgm:pt>
    <dgm:pt modelId="{CDBB77FA-09B0-4194-AFA2-20FD1FE7CA78}" type="parTrans" cxnId="{13DBA777-32D0-4B46-B57A-673888E74492}">
      <dgm:prSet/>
      <dgm:spPr/>
      <dgm:t>
        <a:bodyPr/>
        <a:lstStyle/>
        <a:p>
          <a:endParaRPr lang="en-US"/>
        </a:p>
      </dgm:t>
    </dgm:pt>
    <dgm:pt modelId="{059DD457-33CC-42E3-B7C9-9317897D2A1E}" type="sibTrans" cxnId="{13DBA777-32D0-4B46-B57A-673888E74492}">
      <dgm:prSet/>
      <dgm:spPr/>
      <dgm:t>
        <a:bodyPr/>
        <a:lstStyle/>
        <a:p>
          <a:endParaRPr lang="en-US"/>
        </a:p>
      </dgm:t>
    </dgm:pt>
    <dgm:pt modelId="{F5873EF9-B354-4124-9E30-2A4DD1A81545}">
      <dgm:prSet/>
      <dgm:spPr/>
      <dgm:t>
        <a:bodyPr/>
        <a:lstStyle/>
        <a:p>
          <a:r>
            <a:rPr lang="en-US"/>
            <a:t>Powershell and SQL scripts</a:t>
          </a:r>
        </a:p>
      </dgm:t>
    </dgm:pt>
    <dgm:pt modelId="{5CA20007-918E-448B-9F99-AAEE7FF40D36}" type="parTrans" cxnId="{A9209F1D-307C-401E-8C65-30A2FC0598F6}">
      <dgm:prSet/>
      <dgm:spPr/>
      <dgm:t>
        <a:bodyPr/>
        <a:lstStyle/>
        <a:p>
          <a:endParaRPr lang="en-US"/>
        </a:p>
      </dgm:t>
    </dgm:pt>
    <dgm:pt modelId="{6F3C0D25-5F2E-4425-97A6-C9EC4C83F873}" type="sibTrans" cxnId="{A9209F1D-307C-401E-8C65-30A2FC0598F6}">
      <dgm:prSet/>
      <dgm:spPr/>
      <dgm:t>
        <a:bodyPr/>
        <a:lstStyle/>
        <a:p>
          <a:endParaRPr lang="en-US"/>
        </a:p>
      </dgm:t>
    </dgm:pt>
    <dgm:pt modelId="{E923C57A-9F48-4E32-B3C8-536E0D0F218E}">
      <dgm:prSet/>
      <dgm:spPr/>
      <dgm:t>
        <a:bodyPr/>
        <a:lstStyle/>
        <a:p>
          <a:r>
            <a:rPr lang="en-US"/>
            <a:t>Only CPU laptop-  No GPU, tokens, etc.</a:t>
          </a:r>
        </a:p>
      </dgm:t>
    </dgm:pt>
    <dgm:pt modelId="{FBA4EC71-4697-4D6D-AB79-E972BAE2928D}" type="parTrans" cxnId="{75B3D9FA-6169-41FF-AFA7-D02E223B5963}">
      <dgm:prSet/>
      <dgm:spPr/>
      <dgm:t>
        <a:bodyPr/>
        <a:lstStyle/>
        <a:p>
          <a:endParaRPr lang="en-US"/>
        </a:p>
      </dgm:t>
    </dgm:pt>
    <dgm:pt modelId="{89D5E355-EA97-49DC-8057-7829944FF469}" type="sibTrans" cxnId="{75B3D9FA-6169-41FF-AFA7-D02E223B5963}">
      <dgm:prSet/>
      <dgm:spPr/>
      <dgm:t>
        <a:bodyPr/>
        <a:lstStyle/>
        <a:p>
          <a:endParaRPr lang="en-US"/>
        </a:p>
      </dgm:t>
    </dgm:pt>
    <dgm:pt modelId="{8C2D388A-708B-41BA-9AF0-6A3618398B6B}" type="pres">
      <dgm:prSet presAssocID="{A5C22A5B-8543-433E-A1F8-212448EBE6D7}" presName="vert0" presStyleCnt="0">
        <dgm:presLayoutVars>
          <dgm:dir/>
          <dgm:animOne val="branch"/>
          <dgm:animLvl val="lvl"/>
        </dgm:presLayoutVars>
      </dgm:prSet>
      <dgm:spPr/>
    </dgm:pt>
    <dgm:pt modelId="{4A72F3C3-5CA0-450F-9774-B976E2754283}" type="pres">
      <dgm:prSet presAssocID="{8D061F90-8236-4547-8DC3-B643104FABC7}" presName="thickLine" presStyleLbl="alignNode1" presStyleIdx="0" presStyleCnt="6"/>
      <dgm:spPr/>
    </dgm:pt>
    <dgm:pt modelId="{F178BA2A-245C-403B-BAC5-E510F8BD2CE8}" type="pres">
      <dgm:prSet presAssocID="{8D061F90-8236-4547-8DC3-B643104FABC7}" presName="horz1" presStyleCnt="0"/>
      <dgm:spPr/>
    </dgm:pt>
    <dgm:pt modelId="{14CE58B4-3AA5-45C6-B1AF-58E91521C478}" type="pres">
      <dgm:prSet presAssocID="{8D061F90-8236-4547-8DC3-B643104FABC7}" presName="tx1" presStyleLbl="revTx" presStyleIdx="0" presStyleCnt="6"/>
      <dgm:spPr/>
    </dgm:pt>
    <dgm:pt modelId="{3D157203-2219-4E7E-B0CA-F5F2A8A2EC8F}" type="pres">
      <dgm:prSet presAssocID="{8D061F90-8236-4547-8DC3-B643104FABC7}" presName="vert1" presStyleCnt="0"/>
      <dgm:spPr/>
    </dgm:pt>
    <dgm:pt modelId="{E20F61C9-B21B-4519-82C6-5228A4607797}" type="pres">
      <dgm:prSet presAssocID="{2E843AE2-7615-4C7F-A6AD-A3BCF94C7780}" presName="thickLine" presStyleLbl="alignNode1" presStyleIdx="1" presStyleCnt="6"/>
      <dgm:spPr/>
    </dgm:pt>
    <dgm:pt modelId="{23AE044F-8F34-4EFD-83E0-BD311023A346}" type="pres">
      <dgm:prSet presAssocID="{2E843AE2-7615-4C7F-A6AD-A3BCF94C7780}" presName="horz1" presStyleCnt="0"/>
      <dgm:spPr/>
    </dgm:pt>
    <dgm:pt modelId="{57B9ED94-6BC2-40D7-9232-FD83EE4D5738}" type="pres">
      <dgm:prSet presAssocID="{2E843AE2-7615-4C7F-A6AD-A3BCF94C7780}" presName="tx1" presStyleLbl="revTx" presStyleIdx="1" presStyleCnt="6"/>
      <dgm:spPr/>
    </dgm:pt>
    <dgm:pt modelId="{72E683C0-FA4C-41BF-8BCA-2A71911FAE5B}" type="pres">
      <dgm:prSet presAssocID="{2E843AE2-7615-4C7F-A6AD-A3BCF94C7780}" presName="vert1" presStyleCnt="0"/>
      <dgm:spPr/>
    </dgm:pt>
    <dgm:pt modelId="{8A0446CB-FD5C-4B7E-81FC-D5C27C450BF7}" type="pres">
      <dgm:prSet presAssocID="{8C6DF4D8-9693-40E7-8F78-5B7F6CE9DBDD}" presName="thickLine" presStyleLbl="alignNode1" presStyleIdx="2" presStyleCnt="6"/>
      <dgm:spPr/>
    </dgm:pt>
    <dgm:pt modelId="{28A988AF-1F07-4C8B-8A49-A15E875147C7}" type="pres">
      <dgm:prSet presAssocID="{8C6DF4D8-9693-40E7-8F78-5B7F6CE9DBDD}" presName="horz1" presStyleCnt="0"/>
      <dgm:spPr/>
    </dgm:pt>
    <dgm:pt modelId="{3F44B239-E8C1-4079-AE91-516256BF7D1F}" type="pres">
      <dgm:prSet presAssocID="{8C6DF4D8-9693-40E7-8F78-5B7F6CE9DBDD}" presName="tx1" presStyleLbl="revTx" presStyleIdx="2" presStyleCnt="6"/>
      <dgm:spPr/>
    </dgm:pt>
    <dgm:pt modelId="{54F4C773-7D01-4F1C-A3E0-891DA29A72F5}" type="pres">
      <dgm:prSet presAssocID="{8C6DF4D8-9693-40E7-8F78-5B7F6CE9DBDD}" presName="vert1" presStyleCnt="0"/>
      <dgm:spPr/>
    </dgm:pt>
    <dgm:pt modelId="{C7989C1F-F96F-4495-921F-2E4F3697A4A2}" type="pres">
      <dgm:prSet presAssocID="{28295005-E353-46DA-ABC4-D9E91AEAFE84}" presName="thickLine" presStyleLbl="alignNode1" presStyleIdx="3" presStyleCnt="6"/>
      <dgm:spPr/>
    </dgm:pt>
    <dgm:pt modelId="{A3907818-29FA-4E7E-A95E-E7B098917A2D}" type="pres">
      <dgm:prSet presAssocID="{28295005-E353-46DA-ABC4-D9E91AEAFE84}" presName="horz1" presStyleCnt="0"/>
      <dgm:spPr/>
    </dgm:pt>
    <dgm:pt modelId="{F779380E-A3F6-4986-AD04-82BF19237A77}" type="pres">
      <dgm:prSet presAssocID="{28295005-E353-46DA-ABC4-D9E91AEAFE84}" presName="tx1" presStyleLbl="revTx" presStyleIdx="3" presStyleCnt="6"/>
      <dgm:spPr/>
    </dgm:pt>
    <dgm:pt modelId="{624E9FE4-D634-4EFB-8DF1-4F1B370FACBE}" type="pres">
      <dgm:prSet presAssocID="{28295005-E353-46DA-ABC4-D9E91AEAFE84}" presName="vert1" presStyleCnt="0"/>
      <dgm:spPr/>
    </dgm:pt>
    <dgm:pt modelId="{0B379B35-CFF1-48B1-9A90-62EFAFF0ED94}" type="pres">
      <dgm:prSet presAssocID="{F5873EF9-B354-4124-9E30-2A4DD1A81545}" presName="thickLine" presStyleLbl="alignNode1" presStyleIdx="4" presStyleCnt="6"/>
      <dgm:spPr/>
    </dgm:pt>
    <dgm:pt modelId="{B2DA9E30-0C7B-425D-B2A0-142E09C1A89B}" type="pres">
      <dgm:prSet presAssocID="{F5873EF9-B354-4124-9E30-2A4DD1A81545}" presName="horz1" presStyleCnt="0"/>
      <dgm:spPr/>
    </dgm:pt>
    <dgm:pt modelId="{84A6A51B-6628-4A52-9FAF-9879C5F0392D}" type="pres">
      <dgm:prSet presAssocID="{F5873EF9-B354-4124-9E30-2A4DD1A81545}" presName="tx1" presStyleLbl="revTx" presStyleIdx="4" presStyleCnt="6"/>
      <dgm:spPr/>
    </dgm:pt>
    <dgm:pt modelId="{03BD9A2D-C1D4-49CF-92D6-79A78E972A58}" type="pres">
      <dgm:prSet presAssocID="{F5873EF9-B354-4124-9E30-2A4DD1A81545}" presName="vert1" presStyleCnt="0"/>
      <dgm:spPr/>
    </dgm:pt>
    <dgm:pt modelId="{8955B05C-DDD3-4694-8077-8FBBCDFB3097}" type="pres">
      <dgm:prSet presAssocID="{E923C57A-9F48-4E32-B3C8-536E0D0F218E}" presName="thickLine" presStyleLbl="alignNode1" presStyleIdx="5" presStyleCnt="6"/>
      <dgm:spPr/>
    </dgm:pt>
    <dgm:pt modelId="{6C82D790-A9F0-484B-985D-A4F1B1908380}" type="pres">
      <dgm:prSet presAssocID="{E923C57A-9F48-4E32-B3C8-536E0D0F218E}" presName="horz1" presStyleCnt="0"/>
      <dgm:spPr/>
    </dgm:pt>
    <dgm:pt modelId="{BAB6E3E6-84AF-4430-B0BD-2CB242ABB0E8}" type="pres">
      <dgm:prSet presAssocID="{E923C57A-9F48-4E32-B3C8-536E0D0F218E}" presName="tx1" presStyleLbl="revTx" presStyleIdx="5" presStyleCnt="6"/>
      <dgm:spPr/>
    </dgm:pt>
    <dgm:pt modelId="{84A95BEF-A238-4F1D-8B2C-1B80F0CA4F3C}" type="pres">
      <dgm:prSet presAssocID="{E923C57A-9F48-4E32-B3C8-536E0D0F218E}" presName="vert1" presStyleCnt="0"/>
      <dgm:spPr/>
    </dgm:pt>
  </dgm:ptLst>
  <dgm:cxnLst>
    <dgm:cxn modelId="{9C15421D-2D84-405F-AF40-13C3AF35E56C}" type="presOf" srcId="{F5873EF9-B354-4124-9E30-2A4DD1A81545}" destId="{84A6A51B-6628-4A52-9FAF-9879C5F0392D}" srcOrd="0" destOrd="0" presId="urn:microsoft.com/office/officeart/2008/layout/LinedList"/>
    <dgm:cxn modelId="{A9209F1D-307C-401E-8C65-30A2FC0598F6}" srcId="{A5C22A5B-8543-433E-A1F8-212448EBE6D7}" destId="{F5873EF9-B354-4124-9E30-2A4DD1A81545}" srcOrd="4" destOrd="0" parTransId="{5CA20007-918E-448B-9F99-AAEE7FF40D36}" sibTransId="{6F3C0D25-5F2E-4425-97A6-C9EC4C83F873}"/>
    <dgm:cxn modelId="{0331EB3C-2FFA-4411-91C9-123FEC8C842D}" srcId="{A5C22A5B-8543-433E-A1F8-212448EBE6D7}" destId="{8D061F90-8236-4547-8DC3-B643104FABC7}" srcOrd="0" destOrd="0" parTransId="{16D02D4F-0A27-4375-8604-78EC2E7D5746}" sibTransId="{008C23F4-46EF-4AA6-BF1A-8AF432A70A9E}"/>
    <dgm:cxn modelId="{50502D55-EFD1-4CB5-8910-A498C1BD1CFC}" type="presOf" srcId="{8C6DF4D8-9693-40E7-8F78-5B7F6CE9DBDD}" destId="{3F44B239-E8C1-4079-AE91-516256BF7D1F}" srcOrd="0" destOrd="0" presId="urn:microsoft.com/office/officeart/2008/layout/LinedList"/>
    <dgm:cxn modelId="{1B5D6056-4754-44A0-A5DA-4AF562D5EA53}" srcId="{A5C22A5B-8543-433E-A1F8-212448EBE6D7}" destId="{8C6DF4D8-9693-40E7-8F78-5B7F6CE9DBDD}" srcOrd="2" destOrd="0" parTransId="{52D44ACF-4540-4818-891C-3637A12311AD}" sibTransId="{1EC54D64-9B44-4682-B375-040D904AC2E8}"/>
    <dgm:cxn modelId="{13DBA777-32D0-4B46-B57A-673888E74492}" srcId="{A5C22A5B-8543-433E-A1F8-212448EBE6D7}" destId="{28295005-E353-46DA-ABC4-D9E91AEAFE84}" srcOrd="3" destOrd="0" parTransId="{CDBB77FA-09B0-4194-AFA2-20FD1FE7CA78}" sibTransId="{059DD457-33CC-42E3-B7C9-9317897D2A1E}"/>
    <dgm:cxn modelId="{6F5BA17B-C736-4C19-95DA-7D2D1BB700B4}" srcId="{A5C22A5B-8543-433E-A1F8-212448EBE6D7}" destId="{2E843AE2-7615-4C7F-A6AD-A3BCF94C7780}" srcOrd="1" destOrd="0" parTransId="{35F172C1-3961-4E7C-A6F8-28E99434E873}" sibTransId="{B10ACC71-24F6-406B-819D-A2C13A037D78}"/>
    <dgm:cxn modelId="{4A375593-07BB-4157-864D-7A96DDE26A79}" type="presOf" srcId="{2E843AE2-7615-4C7F-A6AD-A3BCF94C7780}" destId="{57B9ED94-6BC2-40D7-9232-FD83EE4D5738}" srcOrd="0" destOrd="0" presId="urn:microsoft.com/office/officeart/2008/layout/LinedList"/>
    <dgm:cxn modelId="{37A12EB9-BB1C-47EA-B735-CED14B8CB070}" type="presOf" srcId="{A5C22A5B-8543-433E-A1F8-212448EBE6D7}" destId="{8C2D388A-708B-41BA-9AF0-6A3618398B6B}" srcOrd="0" destOrd="0" presId="urn:microsoft.com/office/officeart/2008/layout/LinedList"/>
    <dgm:cxn modelId="{4C430CBD-9F6C-4651-B5C1-9781363728A4}" type="presOf" srcId="{28295005-E353-46DA-ABC4-D9E91AEAFE84}" destId="{F779380E-A3F6-4986-AD04-82BF19237A77}" srcOrd="0" destOrd="0" presId="urn:microsoft.com/office/officeart/2008/layout/LinedList"/>
    <dgm:cxn modelId="{EA4214C4-C046-473C-82BD-4A00C0949E04}" type="presOf" srcId="{8D061F90-8236-4547-8DC3-B643104FABC7}" destId="{14CE58B4-3AA5-45C6-B1AF-58E91521C478}" srcOrd="0" destOrd="0" presId="urn:microsoft.com/office/officeart/2008/layout/LinedList"/>
    <dgm:cxn modelId="{03480DD6-BF49-453B-A9C3-4DD90A77C9C9}" type="presOf" srcId="{E923C57A-9F48-4E32-B3C8-536E0D0F218E}" destId="{BAB6E3E6-84AF-4430-B0BD-2CB242ABB0E8}" srcOrd="0" destOrd="0" presId="urn:microsoft.com/office/officeart/2008/layout/LinedList"/>
    <dgm:cxn modelId="{75B3D9FA-6169-41FF-AFA7-D02E223B5963}" srcId="{A5C22A5B-8543-433E-A1F8-212448EBE6D7}" destId="{E923C57A-9F48-4E32-B3C8-536E0D0F218E}" srcOrd="5" destOrd="0" parTransId="{FBA4EC71-4697-4D6D-AB79-E972BAE2928D}" sibTransId="{89D5E355-EA97-49DC-8057-7829944FF469}"/>
    <dgm:cxn modelId="{6E1D022D-7121-4890-BF27-A03F96C931BD}" type="presParOf" srcId="{8C2D388A-708B-41BA-9AF0-6A3618398B6B}" destId="{4A72F3C3-5CA0-450F-9774-B976E2754283}" srcOrd="0" destOrd="0" presId="urn:microsoft.com/office/officeart/2008/layout/LinedList"/>
    <dgm:cxn modelId="{F2DFD68E-EE6B-49CE-BA28-A6839E5EB1DE}" type="presParOf" srcId="{8C2D388A-708B-41BA-9AF0-6A3618398B6B}" destId="{F178BA2A-245C-403B-BAC5-E510F8BD2CE8}" srcOrd="1" destOrd="0" presId="urn:microsoft.com/office/officeart/2008/layout/LinedList"/>
    <dgm:cxn modelId="{886E6ABD-5587-4765-A499-309441E9B1E7}" type="presParOf" srcId="{F178BA2A-245C-403B-BAC5-E510F8BD2CE8}" destId="{14CE58B4-3AA5-45C6-B1AF-58E91521C478}" srcOrd="0" destOrd="0" presId="urn:microsoft.com/office/officeart/2008/layout/LinedList"/>
    <dgm:cxn modelId="{0A6571A8-C8D0-45D6-AF1F-94F24AF2A7D9}" type="presParOf" srcId="{F178BA2A-245C-403B-BAC5-E510F8BD2CE8}" destId="{3D157203-2219-4E7E-B0CA-F5F2A8A2EC8F}" srcOrd="1" destOrd="0" presId="urn:microsoft.com/office/officeart/2008/layout/LinedList"/>
    <dgm:cxn modelId="{A9D78041-4502-418B-BEB9-AC0C3A87EBE6}" type="presParOf" srcId="{8C2D388A-708B-41BA-9AF0-6A3618398B6B}" destId="{E20F61C9-B21B-4519-82C6-5228A4607797}" srcOrd="2" destOrd="0" presId="urn:microsoft.com/office/officeart/2008/layout/LinedList"/>
    <dgm:cxn modelId="{A4841BE6-C9F0-49B3-BA4F-A12D831651D5}" type="presParOf" srcId="{8C2D388A-708B-41BA-9AF0-6A3618398B6B}" destId="{23AE044F-8F34-4EFD-83E0-BD311023A346}" srcOrd="3" destOrd="0" presId="urn:microsoft.com/office/officeart/2008/layout/LinedList"/>
    <dgm:cxn modelId="{857CC442-AEE1-4723-A7E3-0210D71AC739}" type="presParOf" srcId="{23AE044F-8F34-4EFD-83E0-BD311023A346}" destId="{57B9ED94-6BC2-40D7-9232-FD83EE4D5738}" srcOrd="0" destOrd="0" presId="urn:microsoft.com/office/officeart/2008/layout/LinedList"/>
    <dgm:cxn modelId="{941AD602-E7AD-456F-82ED-C0632DC0BF85}" type="presParOf" srcId="{23AE044F-8F34-4EFD-83E0-BD311023A346}" destId="{72E683C0-FA4C-41BF-8BCA-2A71911FAE5B}" srcOrd="1" destOrd="0" presId="urn:microsoft.com/office/officeart/2008/layout/LinedList"/>
    <dgm:cxn modelId="{27CA8187-6F71-4578-94D4-7674C7930661}" type="presParOf" srcId="{8C2D388A-708B-41BA-9AF0-6A3618398B6B}" destId="{8A0446CB-FD5C-4B7E-81FC-D5C27C450BF7}" srcOrd="4" destOrd="0" presId="urn:microsoft.com/office/officeart/2008/layout/LinedList"/>
    <dgm:cxn modelId="{AB883E7F-C918-4E9D-AFF7-4E0CD3258405}" type="presParOf" srcId="{8C2D388A-708B-41BA-9AF0-6A3618398B6B}" destId="{28A988AF-1F07-4C8B-8A49-A15E875147C7}" srcOrd="5" destOrd="0" presId="urn:microsoft.com/office/officeart/2008/layout/LinedList"/>
    <dgm:cxn modelId="{04FFD2D7-7DF7-488D-AFAA-B8F3A3096257}" type="presParOf" srcId="{28A988AF-1F07-4C8B-8A49-A15E875147C7}" destId="{3F44B239-E8C1-4079-AE91-516256BF7D1F}" srcOrd="0" destOrd="0" presId="urn:microsoft.com/office/officeart/2008/layout/LinedList"/>
    <dgm:cxn modelId="{2CF0447E-4575-4D25-89EA-D03F2A7C8A9A}" type="presParOf" srcId="{28A988AF-1F07-4C8B-8A49-A15E875147C7}" destId="{54F4C773-7D01-4F1C-A3E0-891DA29A72F5}" srcOrd="1" destOrd="0" presId="urn:microsoft.com/office/officeart/2008/layout/LinedList"/>
    <dgm:cxn modelId="{F9A4B23F-C2B4-4D97-BFC4-14E5CFFDA209}" type="presParOf" srcId="{8C2D388A-708B-41BA-9AF0-6A3618398B6B}" destId="{C7989C1F-F96F-4495-921F-2E4F3697A4A2}" srcOrd="6" destOrd="0" presId="urn:microsoft.com/office/officeart/2008/layout/LinedList"/>
    <dgm:cxn modelId="{14EBAD6A-BD78-4981-A165-48C1BDDA06F3}" type="presParOf" srcId="{8C2D388A-708B-41BA-9AF0-6A3618398B6B}" destId="{A3907818-29FA-4E7E-A95E-E7B098917A2D}" srcOrd="7" destOrd="0" presId="urn:microsoft.com/office/officeart/2008/layout/LinedList"/>
    <dgm:cxn modelId="{EE03B0BC-D499-430C-A464-F33FA24E58F8}" type="presParOf" srcId="{A3907818-29FA-4E7E-A95E-E7B098917A2D}" destId="{F779380E-A3F6-4986-AD04-82BF19237A77}" srcOrd="0" destOrd="0" presId="urn:microsoft.com/office/officeart/2008/layout/LinedList"/>
    <dgm:cxn modelId="{15C7CBD5-D817-4CD6-93FB-4E8A5862FE2E}" type="presParOf" srcId="{A3907818-29FA-4E7E-A95E-E7B098917A2D}" destId="{624E9FE4-D634-4EFB-8DF1-4F1B370FACBE}" srcOrd="1" destOrd="0" presId="urn:microsoft.com/office/officeart/2008/layout/LinedList"/>
    <dgm:cxn modelId="{FE1C178F-A740-41B3-859F-02ECFA611D0F}" type="presParOf" srcId="{8C2D388A-708B-41BA-9AF0-6A3618398B6B}" destId="{0B379B35-CFF1-48B1-9A90-62EFAFF0ED94}" srcOrd="8" destOrd="0" presId="urn:microsoft.com/office/officeart/2008/layout/LinedList"/>
    <dgm:cxn modelId="{3E427E4E-6444-4648-86F3-B87F595ACC33}" type="presParOf" srcId="{8C2D388A-708B-41BA-9AF0-6A3618398B6B}" destId="{B2DA9E30-0C7B-425D-B2A0-142E09C1A89B}" srcOrd="9" destOrd="0" presId="urn:microsoft.com/office/officeart/2008/layout/LinedList"/>
    <dgm:cxn modelId="{199A20DF-DC43-44A2-AA39-86384D579DB6}" type="presParOf" srcId="{B2DA9E30-0C7B-425D-B2A0-142E09C1A89B}" destId="{84A6A51B-6628-4A52-9FAF-9879C5F0392D}" srcOrd="0" destOrd="0" presId="urn:microsoft.com/office/officeart/2008/layout/LinedList"/>
    <dgm:cxn modelId="{D57C8849-0E03-4A17-ACAD-D8EFFA757D11}" type="presParOf" srcId="{B2DA9E30-0C7B-425D-B2A0-142E09C1A89B}" destId="{03BD9A2D-C1D4-49CF-92D6-79A78E972A58}" srcOrd="1" destOrd="0" presId="urn:microsoft.com/office/officeart/2008/layout/LinedList"/>
    <dgm:cxn modelId="{FC7D4446-BC7C-4FA9-818C-3662C935460A}" type="presParOf" srcId="{8C2D388A-708B-41BA-9AF0-6A3618398B6B}" destId="{8955B05C-DDD3-4694-8077-8FBBCDFB3097}" srcOrd="10" destOrd="0" presId="urn:microsoft.com/office/officeart/2008/layout/LinedList"/>
    <dgm:cxn modelId="{C1C8DF1A-6B1D-4CB2-988C-422DC9C6F9DF}" type="presParOf" srcId="{8C2D388A-708B-41BA-9AF0-6A3618398B6B}" destId="{6C82D790-A9F0-484B-985D-A4F1B1908380}" srcOrd="11" destOrd="0" presId="urn:microsoft.com/office/officeart/2008/layout/LinedList"/>
    <dgm:cxn modelId="{DA645E26-73D1-4C4A-892C-EC5ECB6012F3}" type="presParOf" srcId="{6C82D790-A9F0-484B-985D-A4F1B1908380}" destId="{BAB6E3E6-84AF-4430-B0BD-2CB242ABB0E8}" srcOrd="0" destOrd="0" presId="urn:microsoft.com/office/officeart/2008/layout/LinedList"/>
    <dgm:cxn modelId="{718918EA-09E8-4681-8D45-10A6945BAA53}" type="presParOf" srcId="{6C82D790-A9F0-484B-985D-A4F1B1908380}" destId="{84A95BEF-A238-4F1D-8B2C-1B80F0CA4F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B8E1D1-0EB6-4E8E-8571-0B5131EB1F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5CC68E-A154-4FA4-BBC1-40170A5A6655}">
      <dgm:prSet/>
      <dgm:spPr/>
      <dgm:t>
        <a:bodyPr/>
        <a:lstStyle/>
        <a:p>
          <a:r>
            <a:rPr lang="en-US"/>
            <a:t>This is stand alone-  The LLM is downloaded and once downloaded, it is being run “offline” mode.</a:t>
          </a:r>
        </a:p>
      </dgm:t>
    </dgm:pt>
    <dgm:pt modelId="{DE87E0C8-1E8E-4D9A-A2C5-48144B08B0C9}" type="parTrans" cxnId="{5330B61D-2388-4879-A145-F6FA43986329}">
      <dgm:prSet/>
      <dgm:spPr/>
      <dgm:t>
        <a:bodyPr/>
        <a:lstStyle/>
        <a:p>
          <a:endParaRPr lang="en-US"/>
        </a:p>
      </dgm:t>
    </dgm:pt>
    <dgm:pt modelId="{EE8B4D80-8487-4827-8E6B-3803B789956A}" type="sibTrans" cxnId="{5330B61D-2388-4879-A145-F6FA43986329}">
      <dgm:prSet/>
      <dgm:spPr/>
      <dgm:t>
        <a:bodyPr/>
        <a:lstStyle/>
        <a:p>
          <a:endParaRPr lang="en-US"/>
        </a:p>
      </dgm:t>
    </dgm:pt>
    <dgm:pt modelId="{20A9E309-520F-42BA-B0D8-42B2A3C7FF0A}">
      <dgm:prSet/>
      <dgm:spPr/>
      <dgm:t>
        <a:bodyPr/>
        <a:lstStyle/>
        <a:p>
          <a:r>
            <a:rPr lang="en-US"/>
            <a:t>Removes many concerns around risking critical data unintentionally.</a:t>
          </a:r>
        </a:p>
      </dgm:t>
    </dgm:pt>
    <dgm:pt modelId="{CF7EF399-8BD9-4414-B971-B99A3C1AD90D}" type="parTrans" cxnId="{AA20D13A-0A3C-4DC9-B228-A506D2A3488B}">
      <dgm:prSet/>
      <dgm:spPr/>
      <dgm:t>
        <a:bodyPr/>
        <a:lstStyle/>
        <a:p>
          <a:endParaRPr lang="en-US"/>
        </a:p>
      </dgm:t>
    </dgm:pt>
    <dgm:pt modelId="{3FCB3F21-EDFD-45AB-BBB7-CA3D02D33FB7}" type="sibTrans" cxnId="{AA20D13A-0A3C-4DC9-B228-A506D2A3488B}">
      <dgm:prSet/>
      <dgm:spPr/>
      <dgm:t>
        <a:bodyPr/>
        <a:lstStyle/>
        <a:p>
          <a:endParaRPr lang="en-US"/>
        </a:p>
      </dgm:t>
    </dgm:pt>
    <dgm:pt modelId="{3CA1268E-82C9-4D02-BDE0-B6F168EAD6A0}">
      <dgm:prSet/>
      <dgm:spPr/>
      <dgm:t>
        <a:bodyPr/>
        <a:lstStyle/>
        <a:p>
          <a:r>
            <a:rPr lang="en-US"/>
            <a:t>Demonstrates AI can be done quite efficiently and with little resources.</a:t>
          </a:r>
        </a:p>
      </dgm:t>
    </dgm:pt>
    <dgm:pt modelId="{73B6AA57-B901-4586-82D0-A7D59DF982C1}" type="parTrans" cxnId="{07965E01-8D7D-42C9-9257-C24D221A00CE}">
      <dgm:prSet/>
      <dgm:spPr/>
      <dgm:t>
        <a:bodyPr/>
        <a:lstStyle/>
        <a:p>
          <a:endParaRPr lang="en-US"/>
        </a:p>
      </dgm:t>
    </dgm:pt>
    <dgm:pt modelId="{8C42E5EE-42BD-4718-A2FF-B43B17BC1382}" type="sibTrans" cxnId="{07965E01-8D7D-42C9-9257-C24D221A00CE}">
      <dgm:prSet/>
      <dgm:spPr/>
      <dgm:t>
        <a:bodyPr/>
        <a:lstStyle/>
        <a:p>
          <a:endParaRPr lang="en-US"/>
        </a:p>
      </dgm:t>
    </dgm:pt>
    <dgm:pt modelId="{7046F69A-C1F3-41E1-9ADF-45D55C50977C}">
      <dgm:prSet/>
      <dgm:spPr/>
      <dgm:t>
        <a:bodyPr/>
        <a:lstStyle/>
        <a:p>
          <a:r>
            <a:rPr lang="en-US"/>
            <a:t>It addressed a problem that existed vs. trying to find a solution for AI.</a:t>
          </a:r>
        </a:p>
      </dgm:t>
    </dgm:pt>
    <dgm:pt modelId="{041D0BC8-59A4-4457-9FAB-D230FD4E49A8}" type="parTrans" cxnId="{41BA02AA-DA9E-41CF-949C-D41DE8B664AD}">
      <dgm:prSet/>
      <dgm:spPr/>
      <dgm:t>
        <a:bodyPr/>
        <a:lstStyle/>
        <a:p>
          <a:endParaRPr lang="en-US"/>
        </a:p>
      </dgm:t>
    </dgm:pt>
    <dgm:pt modelId="{7A31332B-CE83-4CBC-9863-9ECEED07203C}" type="sibTrans" cxnId="{41BA02AA-DA9E-41CF-949C-D41DE8B664AD}">
      <dgm:prSet/>
      <dgm:spPr/>
      <dgm:t>
        <a:bodyPr/>
        <a:lstStyle/>
        <a:p>
          <a:endParaRPr lang="en-US"/>
        </a:p>
      </dgm:t>
    </dgm:pt>
    <dgm:pt modelId="{373B8293-E173-497A-A00D-F2CC496CDABE}" type="pres">
      <dgm:prSet presAssocID="{B5B8E1D1-0EB6-4E8E-8571-0B5131EB1FA8}" presName="linear" presStyleCnt="0">
        <dgm:presLayoutVars>
          <dgm:animLvl val="lvl"/>
          <dgm:resizeHandles val="exact"/>
        </dgm:presLayoutVars>
      </dgm:prSet>
      <dgm:spPr/>
    </dgm:pt>
    <dgm:pt modelId="{5D1FA713-7BC9-40B2-8C6A-E0868CD5A8A9}" type="pres">
      <dgm:prSet presAssocID="{B65CC68E-A154-4FA4-BBC1-40170A5A66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24AB30A-10F2-4FD1-B481-AEA7E1E471BC}" type="pres">
      <dgm:prSet presAssocID="{EE8B4D80-8487-4827-8E6B-3803B789956A}" presName="spacer" presStyleCnt="0"/>
      <dgm:spPr/>
    </dgm:pt>
    <dgm:pt modelId="{8188E70D-73C2-4A7A-9BC0-31D4DB0E3BC6}" type="pres">
      <dgm:prSet presAssocID="{20A9E309-520F-42BA-B0D8-42B2A3C7FF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9588C4-FEAB-463E-9757-97A270023939}" type="pres">
      <dgm:prSet presAssocID="{3FCB3F21-EDFD-45AB-BBB7-CA3D02D33FB7}" presName="spacer" presStyleCnt="0"/>
      <dgm:spPr/>
    </dgm:pt>
    <dgm:pt modelId="{D12F1CE9-8511-492A-A5EA-EB79D28B0078}" type="pres">
      <dgm:prSet presAssocID="{3CA1268E-82C9-4D02-BDE0-B6F168EAD6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96386A-004A-40A7-BAA4-944643B94642}" type="pres">
      <dgm:prSet presAssocID="{8C42E5EE-42BD-4718-A2FF-B43B17BC1382}" presName="spacer" presStyleCnt="0"/>
      <dgm:spPr/>
    </dgm:pt>
    <dgm:pt modelId="{5D901934-4CC9-4085-8DCC-BCD1BF5A63A0}" type="pres">
      <dgm:prSet presAssocID="{7046F69A-C1F3-41E1-9ADF-45D55C50977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965E01-8D7D-42C9-9257-C24D221A00CE}" srcId="{B5B8E1D1-0EB6-4E8E-8571-0B5131EB1FA8}" destId="{3CA1268E-82C9-4D02-BDE0-B6F168EAD6A0}" srcOrd="2" destOrd="0" parTransId="{73B6AA57-B901-4586-82D0-A7D59DF982C1}" sibTransId="{8C42E5EE-42BD-4718-A2FF-B43B17BC1382}"/>
    <dgm:cxn modelId="{189E1A16-69AA-4ED6-9014-90D0F2181A71}" type="presOf" srcId="{7046F69A-C1F3-41E1-9ADF-45D55C50977C}" destId="{5D901934-4CC9-4085-8DCC-BCD1BF5A63A0}" srcOrd="0" destOrd="0" presId="urn:microsoft.com/office/officeart/2005/8/layout/vList2"/>
    <dgm:cxn modelId="{5330B61D-2388-4879-A145-F6FA43986329}" srcId="{B5B8E1D1-0EB6-4E8E-8571-0B5131EB1FA8}" destId="{B65CC68E-A154-4FA4-BBC1-40170A5A6655}" srcOrd="0" destOrd="0" parTransId="{DE87E0C8-1E8E-4D9A-A2C5-48144B08B0C9}" sibTransId="{EE8B4D80-8487-4827-8E6B-3803B789956A}"/>
    <dgm:cxn modelId="{C34A3026-681E-4C0C-ABBF-8EF0C38E6C22}" type="presOf" srcId="{B5B8E1D1-0EB6-4E8E-8571-0B5131EB1FA8}" destId="{373B8293-E173-497A-A00D-F2CC496CDABE}" srcOrd="0" destOrd="0" presId="urn:microsoft.com/office/officeart/2005/8/layout/vList2"/>
    <dgm:cxn modelId="{AA20D13A-0A3C-4DC9-B228-A506D2A3488B}" srcId="{B5B8E1D1-0EB6-4E8E-8571-0B5131EB1FA8}" destId="{20A9E309-520F-42BA-B0D8-42B2A3C7FF0A}" srcOrd="1" destOrd="0" parTransId="{CF7EF399-8BD9-4414-B971-B99A3C1AD90D}" sibTransId="{3FCB3F21-EDFD-45AB-BBB7-CA3D02D33FB7}"/>
    <dgm:cxn modelId="{D37E6F5C-BD71-4B75-8CB9-723711EBF982}" type="presOf" srcId="{B65CC68E-A154-4FA4-BBC1-40170A5A6655}" destId="{5D1FA713-7BC9-40B2-8C6A-E0868CD5A8A9}" srcOrd="0" destOrd="0" presId="urn:microsoft.com/office/officeart/2005/8/layout/vList2"/>
    <dgm:cxn modelId="{14FDD049-1CBF-4B74-89C4-E09BEDED7BED}" type="presOf" srcId="{3CA1268E-82C9-4D02-BDE0-B6F168EAD6A0}" destId="{D12F1CE9-8511-492A-A5EA-EB79D28B0078}" srcOrd="0" destOrd="0" presId="urn:microsoft.com/office/officeart/2005/8/layout/vList2"/>
    <dgm:cxn modelId="{EB39229B-297A-4443-958B-12E3B8E55715}" type="presOf" srcId="{20A9E309-520F-42BA-B0D8-42B2A3C7FF0A}" destId="{8188E70D-73C2-4A7A-9BC0-31D4DB0E3BC6}" srcOrd="0" destOrd="0" presId="urn:microsoft.com/office/officeart/2005/8/layout/vList2"/>
    <dgm:cxn modelId="{41BA02AA-DA9E-41CF-949C-D41DE8B664AD}" srcId="{B5B8E1D1-0EB6-4E8E-8571-0B5131EB1FA8}" destId="{7046F69A-C1F3-41E1-9ADF-45D55C50977C}" srcOrd="3" destOrd="0" parTransId="{041D0BC8-59A4-4457-9FAB-D230FD4E49A8}" sibTransId="{7A31332B-CE83-4CBC-9863-9ECEED07203C}"/>
    <dgm:cxn modelId="{D7658841-8AE1-473B-856D-0CAAECBA751C}" type="presParOf" srcId="{373B8293-E173-497A-A00D-F2CC496CDABE}" destId="{5D1FA713-7BC9-40B2-8C6A-E0868CD5A8A9}" srcOrd="0" destOrd="0" presId="urn:microsoft.com/office/officeart/2005/8/layout/vList2"/>
    <dgm:cxn modelId="{8F1354FF-BA2F-49F5-8A72-86B3B8AA39FA}" type="presParOf" srcId="{373B8293-E173-497A-A00D-F2CC496CDABE}" destId="{A24AB30A-10F2-4FD1-B481-AEA7E1E471BC}" srcOrd="1" destOrd="0" presId="urn:microsoft.com/office/officeart/2005/8/layout/vList2"/>
    <dgm:cxn modelId="{D87AC868-8D73-43F2-8175-A444738DDF71}" type="presParOf" srcId="{373B8293-E173-497A-A00D-F2CC496CDABE}" destId="{8188E70D-73C2-4A7A-9BC0-31D4DB0E3BC6}" srcOrd="2" destOrd="0" presId="urn:microsoft.com/office/officeart/2005/8/layout/vList2"/>
    <dgm:cxn modelId="{F2E466F5-8198-4577-8A4B-324A71763960}" type="presParOf" srcId="{373B8293-E173-497A-A00D-F2CC496CDABE}" destId="{369588C4-FEAB-463E-9757-97A270023939}" srcOrd="3" destOrd="0" presId="urn:microsoft.com/office/officeart/2005/8/layout/vList2"/>
    <dgm:cxn modelId="{F8B2BFED-08B5-4FD6-B6B6-B7EFA9D5B162}" type="presParOf" srcId="{373B8293-E173-497A-A00D-F2CC496CDABE}" destId="{D12F1CE9-8511-492A-A5EA-EB79D28B0078}" srcOrd="4" destOrd="0" presId="urn:microsoft.com/office/officeart/2005/8/layout/vList2"/>
    <dgm:cxn modelId="{7917C63B-78CC-42E4-A1DE-4D3597D8B374}" type="presParOf" srcId="{373B8293-E173-497A-A00D-F2CC496CDABE}" destId="{A196386A-004A-40A7-BAA4-944643B94642}" srcOrd="5" destOrd="0" presId="urn:microsoft.com/office/officeart/2005/8/layout/vList2"/>
    <dgm:cxn modelId="{1823CA2F-8084-4D05-9D41-1B43B6EE9626}" type="presParOf" srcId="{373B8293-E173-497A-A00D-F2CC496CDABE}" destId="{5D901934-4CC9-4085-8DCC-BCD1BF5A63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BA8176-0F32-4450-BA46-90AFED57C66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9997DF-E43A-47E4-B899-DC08683835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everything, with governance baked in</a:t>
          </a:r>
        </a:p>
      </dgm:t>
    </dgm:pt>
    <dgm:pt modelId="{FCF51111-8469-4479-89DF-DA7A61699974}" type="parTrans" cxnId="{86AE662D-5C50-44C4-9786-24C2FDF3DD0E}">
      <dgm:prSet/>
      <dgm:spPr/>
      <dgm:t>
        <a:bodyPr/>
        <a:lstStyle/>
        <a:p>
          <a:endParaRPr lang="en-US"/>
        </a:p>
      </dgm:t>
    </dgm:pt>
    <dgm:pt modelId="{E041F8E9-3F2B-4311-9DC0-8E29F46CB808}" type="sibTrans" cxnId="{86AE662D-5C50-44C4-9786-24C2FDF3DD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52FB9C-12AE-4CA4-9B71-DE1AB20840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Balance AI innovation with security and compliance</a:t>
          </a:r>
        </a:p>
      </dgm:t>
    </dgm:pt>
    <dgm:pt modelId="{311C090A-8F62-4EC1-873D-095978C34877}" type="parTrans" cxnId="{0763251F-001D-4BA7-8FB5-98B46D52CDA7}">
      <dgm:prSet/>
      <dgm:spPr/>
      <dgm:t>
        <a:bodyPr/>
        <a:lstStyle/>
        <a:p>
          <a:endParaRPr lang="en-US"/>
        </a:p>
      </dgm:t>
    </dgm:pt>
    <dgm:pt modelId="{3F87CC22-E1B7-46D3-BFE7-9D4C80CB4FE0}" type="sibTrans" cxnId="{0763251F-001D-4BA7-8FB5-98B46D52CD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326B02-A2E1-4293-AD36-F33D032394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observability for smarter, safer decisions</a:t>
          </a:r>
        </a:p>
      </dgm:t>
    </dgm:pt>
    <dgm:pt modelId="{64D0F055-26D4-4EA6-B630-48CD19BA7FCD}" type="parTrans" cxnId="{621174A2-B619-4693-9645-4386BEF64499}">
      <dgm:prSet/>
      <dgm:spPr/>
      <dgm:t>
        <a:bodyPr/>
        <a:lstStyle/>
        <a:p>
          <a:endParaRPr lang="en-US"/>
        </a:p>
      </dgm:t>
    </dgm:pt>
    <dgm:pt modelId="{3F7E3A6C-62B8-4CDA-AC1F-9677600E2876}" type="sibTrans" cxnId="{621174A2-B619-4693-9645-4386BEF644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8B4788-6230-4CFA-A6A3-79D5115FE0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Start small, scale responsibly</a:t>
          </a:r>
        </a:p>
      </dgm:t>
    </dgm:pt>
    <dgm:pt modelId="{323D0A0E-675E-4B97-BCA5-C0251C47AA2C}" type="parTrans" cxnId="{E68AE5C3-C7BE-49DF-A45D-4B05D15B84AE}">
      <dgm:prSet/>
      <dgm:spPr/>
      <dgm:t>
        <a:bodyPr/>
        <a:lstStyle/>
        <a:p>
          <a:endParaRPr lang="en-US"/>
        </a:p>
      </dgm:t>
    </dgm:pt>
    <dgm:pt modelId="{0592A7D9-AECB-41E6-AA87-4541F1BF9231}" type="sibTrans" cxnId="{E68AE5C3-C7BE-49DF-A45D-4B05D15B84AE}">
      <dgm:prSet/>
      <dgm:spPr/>
      <dgm:t>
        <a:bodyPr/>
        <a:lstStyle/>
        <a:p>
          <a:endParaRPr lang="en-US"/>
        </a:p>
      </dgm:t>
    </dgm:pt>
    <dgm:pt modelId="{7FD2E217-CC58-440C-8A4C-5C0286385E07}" type="pres">
      <dgm:prSet presAssocID="{86BA8176-0F32-4450-BA46-90AFED57C664}" presName="root" presStyleCnt="0">
        <dgm:presLayoutVars>
          <dgm:dir/>
          <dgm:resizeHandles val="exact"/>
        </dgm:presLayoutVars>
      </dgm:prSet>
      <dgm:spPr/>
    </dgm:pt>
    <dgm:pt modelId="{150C51CD-5676-480F-87F0-96C37078AEFC}" type="pres">
      <dgm:prSet presAssocID="{86BA8176-0F32-4450-BA46-90AFED57C664}" presName="container" presStyleCnt="0">
        <dgm:presLayoutVars>
          <dgm:dir/>
          <dgm:resizeHandles val="exact"/>
        </dgm:presLayoutVars>
      </dgm:prSet>
      <dgm:spPr/>
    </dgm:pt>
    <dgm:pt modelId="{E5EF83BB-1466-4C58-AB8F-87DFD6FAD2F0}" type="pres">
      <dgm:prSet presAssocID="{DD9997DF-E43A-47E4-B899-DC08683835A8}" presName="compNode" presStyleCnt="0"/>
      <dgm:spPr/>
    </dgm:pt>
    <dgm:pt modelId="{579D5DCB-B800-47F8-BE9A-713067A90A52}" type="pres">
      <dgm:prSet presAssocID="{DD9997DF-E43A-47E4-B899-DC08683835A8}" presName="iconBgRect" presStyleLbl="bgShp" presStyleIdx="0" presStyleCnt="4"/>
      <dgm:spPr/>
    </dgm:pt>
    <dgm:pt modelId="{92A6C179-5F85-4B66-8D05-7122E1FB6751}" type="pres">
      <dgm:prSet presAssocID="{DD9997DF-E43A-47E4-B899-DC08683835A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1E0B012B-B5F3-4214-A695-CEA79665545B}" type="pres">
      <dgm:prSet presAssocID="{DD9997DF-E43A-47E4-B899-DC08683835A8}" presName="spaceRect" presStyleCnt="0"/>
      <dgm:spPr/>
    </dgm:pt>
    <dgm:pt modelId="{638B4E95-DF66-4041-A309-F069233CA94B}" type="pres">
      <dgm:prSet presAssocID="{DD9997DF-E43A-47E4-B899-DC08683835A8}" presName="textRect" presStyleLbl="revTx" presStyleIdx="0" presStyleCnt="4">
        <dgm:presLayoutVars>
          <dgm:chMax val="1"/>
          <dgm:chPref val="1"/>
        </dgm:presLayoutVars>
      </dgm:prSet>
      <dgm:spPr/>
    </dgm:pt>
    <dgm:pt modelId="{C08126BB-BBFF-47D6-B8E1-E793063D8E91}" type="pres">
      <dgm:prSet presAssocID="{E041F8E9-3F2B-4311-9DC0-8E29F46CB808}" presName="sibTrans" presStyleLbl="sibTrans2D1" presStyleIdx="0" presStyleCnt="0"/>
      <dgm:spPr/>
    </dgm:pt>
    <dgm:pt modelId="{8F1524A6-5ABE-46C0-BA26-7F3AA61EEAF5}" type="pres">
      <dgm:prSet presAssocID="{0852FB9C-12AE-4CA4-9B71-DE1AB2084062}" presName="compNode" presStyleCnt="0"/>
      <dgm:spPr/>
    </dgm:pt>
    <dgm:pt modelId="{E9C83F72-4B28-4297-A352-18F3D6291045}" type="pres">
      <dgm:prSet presAssocID="{0852FB9C-12AE-4CA4-9B71-DE1AB2084062}" presName="iconBgRect" presStyleLbl="bgShp" presStyleIdx="1" presStyleCnt="4"/>
      <dgm:spPr/>
    </dgm:pt>
    <dgm:pt modelId="{F9FE5AFB-A729-4122-86D1-86BC184C320D}" type="pres">
      <dgm:prSet presAssocID="{0852FB9C-12AE-4CA4-9B71-DE1AB208406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539A997-0577-4B32-B254-011F6D7435D9}" type="pres">
      <dgm:prSet presAssocID="{0852FB9C-12AE-4CA4-9B71-DE1AB2084062}" presName="spaceRect" presStyleCnt="0"/>
      <dgm:spPr/>
    </dgm:pt>
    <dgm:pt modelId="{4143D6CC-3EFF-4AD7-84A6-A1B1214E72FE}" type="pres">
      <dgm:prSet presAssocID="{0852FB9C-12AE-4CA4-9B71-DE1AB2084062}" presName="textRect" presStyleLbl="revTx" presStyleIdx="1" presStyleCnt="4">
        <dgm:presLayoutVars>
          <dgm:chMax val="1"/>
          <dgm:chPref val="1"/>
        </dgm:presLayoutVars>
      </dgm:prSet>
      <dgm:spPr/>
    </dgm:pt>
    <dgm:pt modelId="{4053D59E-F55F-475D-83DA-0D2A459F1F5E}" type="pres">
      <dgm:prSet presAssocID="{3F87CC22-E1B7-46D3-BFE7-9D4C80CB4FE0}" presName="sibTrans" presStyleLbl="sibTrans2D1" presStyleIdx="0" presStyleCnt="0"/>
      <dgm:spPr/>
    </dgm:pt>
    <dgm:pt modelId="{7D7FD354-9969-4A0E-BD32-3E2ABE7AA3FE}" type="pres">
      <dgm:prSet presAssocID="{41326B02-A2E1-4293-AD36-F33D03239422}" presName="compNode" presStyleCnt="0"/>
      <dgm:spPr/>
    </dgm:pt>
    <dgm:pt modelId="{52F442E4-DFA4-42CA-9770-A82FB130DE4E}" type="pres">
      <dgm:prSet presAssocID="{41326B02-A2E1-4293-AD36-F33D03239422}" presName="iconBgRect" presStyleLbl="bgShp" presStyleIdx="2" presStyleCnt="4"/>
      <dgm:spPr/>
    </dgm:pt>
    <dgm:pt modelId="{315918D7-D583-4120-8DE9-797747EFD4B9}" type="pres">
      <dgm:prSet presAssocID="{41326B02-A2E1-4293-AD36-F33D0323942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117A00DF-37A1-4E21-8565-26732546AE84}" type="pres">
      <dgm:prSet presAssocID="{41326B02-A2E1-4293-AD36-F33D03239422}" presName="spaceRect" presStyleCnt="0"/>
      <dgm:spPr/>
    </dgm:pt>
    <dgm:pt modelId="{2BF2A426-9DD8-47A3-8771-42C06DD93141}" type="pres">
      <dgm:prSet presAssocID="{41326B02-A2E1-4293-AD36-F33D03239422}" presName="textRect" presStyleLbl="revTx" presStyleIdx="2" presStyleCnt="4">
        <dgm:presLayoutVars>
          <dgm:chMax val="1"/>
          <dgm:chPref val="1"/>
        </dgm:presLayoutVars>
      </dgm:prSet>
      <dgm:spPr/>
    </dgm:pt>
    <dgm:pt modelId="{18DBDB42-206E-47D4-96E6-384BD597908B}" type="pres">
      <dgm:prSet presAssocID="{3F7E3A6C-62B8-4CDA-AC1F-9677600E2876}" presName="sibTrans" presStyleLbl="sibTrans2D1" presStyleIdx="0" presStyleCnt="0"/>
      <dgm:spPr/>
    </dgm:pt>
    <dgm:pt modelId="{666CF1B7-2B80-4FD5-B09D-F3A817836305}" type="pres">
      <dgm:prSet presAssocID="{CA8B4788-6230-4CFA-A6A3-79D5115FE030}" presName="compNode" presStyleCnt="0"/>
      <dgm:spPr/>
    </dgm:pt>
    <dgm:pt modelId="{345457EB-07CD-4F75-834B-8CB6BE797734}" type="pres">
      <dgm:prSet presAssocID="{CA8B4788-6230-4CFA-A6A3-79D5115FE030}" presName="iconBgRect" presStyleLbl="bgShp" presStyleIdx="3" presStyleCnt="4"/>
      <dgm:spPr/>
    </dgm:pt>
    <dgm:pt modelId="{5B3654F1-E759-4F88-8C80-035FB20347AF}" type="pres">
      <dgm:prSet presAssocID="{CA8B4788-6230-4CFA-A6A3-79D5115FE0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ch ball"/>
        </a:ext>
      </dgm:extLst>
    </dgm:pt>
    <dgm:pt modelId="{5D51610F-6E48-4AC3-8504-CD761951871D}" type="pres">
      <dgm:prSet presAssocID="{CA8B4788-6230-4CFA-A6A3-79D5115FE030}" presName="spaceRect" presStyleCnt="0"/>
      <dgm:spPr/>
    </dgm:pt>
    <dgm:pt modelId="{4541C68D-A9F6-4E49-9E10-060348EBD1E4}" type="pres">
      <dgm:prSet presAssocID="{CA8B4788-6230-4CFA-A6A3-79D5115FE0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763251F-001D-4BA7-8FB5-98B46D52CDA7}" srcId="{86BA8176-0F32-4450-BA46-90AFED57C664}" destId="{0852FB9C-12AE-4CA4-9B71-DE1AB2084062}" srcOrd="1" destOrd="0" parTransId="{311C090A-8F62-4EC1-873D-095978C34877}" sibTransId="{3F87CC22-E1B7-46D3-BFE7-9D4C80CB4FE0}"/>
    <dgm:cxn modelId="{86AE662D-5C50-44C4-9786-24C2FDF3DD0E}" srcId="{86BA8176-0F32-4450-BA46-90AFED57C664}" destId="{DD9997DF-E43A-47E4-B899-DC08683835A8}" srcOrd="0" destOrd="0" parTransId="{FCF51111-8469-4479-89DF-DA7A61699974}" sibTransId="{E041F8E9-3F2B-4311-9DC0-8E29F46CB808}"/>
    <dgm:cxn modelId="{3F71A849-6809-4DF0-8950-D2446D44F821}" type="presOf" srcId="{0852FB9C-12AE-4CA4-9B71-DE1AB2084062}" destId="{4143D6CC-3EFF-4AD7-84A6-A1B1214E72FE}" srcOrd="0" destOrd="0" presId="urn:microsoft.com/office/officeart/2018/2/layout/IconCircleList"/>
    <dgm:cxn modelId="{F35F794B-C9FE-4F06-80EE-6F35875AC0F3}" type="presOf" srcId="{E041F8E9-3F2B-4311-9DC0-8E29F46CB808}" destId="{C08126BB-BBFF-47D6-B8E1-E793063D8E91}" srcOrd="0" destOrd="0" presId="urn:microsoft.com/office/officeart/2018/2/layout/IconCircleList"/>
    <dgm:cxn modelId="{3255386D-0DB2-47B4-9616-31496DFE4482}" type="presOf" srcId="{3F87CC22-E1B7-46D3-BFE7-9D4C80CB4FE0}" destId="{4053D59E-F55F-475D-83DA-0D2A459F1F5E}" srcOrd="0" destOrd="0" presId="urn:microsoft.com/office/officeart/2018/2/layout/IconCircleList"/>
    <dgm:cxn modelId="{CA46E68D-39CB-43AC-9A78-90F2D7BDFE17}" type="presOf" srcId="{CA8B4788-6230-4CFA-A6A3-79D5115FE030}" destId="{4541C68D-A9F6-4E49-9E10-060348EBD1E4}" srcOrd="0" destOrd="0" presId="urn:microsoft.com/office/officeart/2018/2/layout/IconCircleList"/>
    <dgm:cxn modelId="{09996E91-0DFC-457B-ABA2-3C871720CBEC}" type="presOf" srcId="{41326B02-A2E1-4293-AD36-F33D03239422}" destId="{2BF2A426-9DD8-47A3-8771-42C06DD93141}" srcOrd="0" destOrd="0" presId="urn:microsoft.com/office/officeart/2018/2/layout/IconCircleList"/>
    <dgm:cxn modelId="{621174A2-B619-4693-9645-4386BEF64499}" srcId="{86BA8176-0F32-4450-BA46-90AFED57C664}" destId="{41326B02-A2E1-4293-AD36-F33D03239422}" srcOrd="2" destOrd="0" parTransId="{64D0F055-26D4-4EA6-B630-48CD19BA7FCD}" sibTransId="{3F7E3A6C-62B8-4CDA-AC1F-9677600E2876}"/>
    <dgm:cxn modelId="{327E38A4-F276-4D0E-B643-AB760EA47DAF}" type="presOf" srcId="{86BA8176-0F32-4450-BA46-90AFED57C664}" destId="{7FD2E217-CC58-440C-8A4C-5C0286385E07}" srcOrd="0" destOrd="0" presId="urn:microsoft.com/office/officeart/2018/2/layout/IconCircleList"/>
    <dgm:cxn modelId="{E68AE5C3-C7BE-49DF-A45D-4B05D15B84AE}" srcId="{86BA8176-0F32-4450-BA46-90AFED57C664}" destId="{CA8B4788-6230-4CFA-A6A3-79D5115FE030}" srcOrd="3" destOrd="0" parTransId="{323D0A0E-675E-4B97-BCA5-C0251C47AA2C}" sibTransId="{0592A7D9-AECB-41E6-AA87-4541F1BF9231}"/>
    <dgm:cxn modelId="{1FFD58EC-ECC1-4F69-B33E-374A5C36CF62}" type="presOf" srcId="{DD9997DF-E43A-47E4-B899-DC08683835A8}" destId="{638B4E95-DF66-4041-A309-F069233CA94B}" srcOrd="0" destOrd="0" presId="urn:microsoft.com/office/officeart/2018/2/layout/IconCircleList"/>
    <dgm:cxn modelId="{C792F4FE-A88C-4122-9DC5-0FB71178305D}" type="presOf" srcId="{3F7E3A6C-62B8-4CDA-AC1F-9677600E2876}" destId="{18DBDB42-206E-47D4-96E6-384BD597908B}" srcOrd="0" destOrd="0" presId="urn:microsoft.com/office/officeart/2018/2/layout/IconCircleList"/>
    <dgm:cxn modelId="{0D4F1A65-4064-4D96-A84F-0D6922B4A4CC}" type="presParOf" srcId="{7FD2E217-CC58-440C-8A4C-5C0286385E07}" destId="{150C51CD-5676-480F-87F0-96C37078AEFC}" srcOrd="0" destOrd="0" presId="urn:microsoft.com/office/officeart/2018/2/layout/IconCircleList"/>
    <dgm:cxn modelId="{775F3ABD-5711-43DA-89B4-3F002844943E}" type="presParOf" srcId="{150C51CD-5676-480F-87F0-96C37078AEFC}" destId="{E5EF83BB-1466-4C58-AB8F-87DFD6FAD2F0}" srcOrd="0" destOrd="0" presId="urn:microsoft.com/office/officeart/2018/2/layout/IconCircleList"/>
    <dgm:cxn modelId="{96DC9C29-2E3B-43EB-9CE7-594781F5C6A9}" type="presParOf" srcId="{E5EF83BB-1466-4C58-AB8F-87DFD6FAD2F0}" destId="{579D5DCB-B800-47F8-BE9A-713067A90A52}" srcOrd="0" destOrd="0" presId="urn:microsoft.com/office/officeart/2018/2/layout/IconCircleList"/>
    <dgm:cxn modelId="{53F2F981-B610-4B1B-9069-DA5921E5FE38}" type="presParOf" srcId="{E5EF83BB-1466-4C58-AB8F-87DFD6FAD2F0}" destId="{92A6C179-5F85-4B66-8D05-7122E1FB6751}" srcOrd="1" destOrd="0" presId="urn:microsoft.com/office/officeart/2018/2/layout/IconCircleList"/>
    <dgm:cxn modelId="{474B0264-2EBB-4F50-99E2-C9AA9B872C78}" type="presParOf" srcId="{E5EF83BB-1466-4C58-AB8F-87DFD6FAD2F0}" destId="{1E0B012B-B5F3-4214-A695-CEA79665545B}" srcOrd="2" destOrd="0" presId="urn:microsoft.com/office/officeart/2018/2/layout/IconCircleList"/>
    <dgm:cxn modelId="{ADEE63B6-3666-4FF0-885A-5C4E3B968AC5}" type="presParOf" srcId="{E5EF83BB-1466-4C58-AB8F-87DFD6FAD2F0}" destId="{638B4E95-DF66-4041-A309-F069233CA94B}" srcOrd="3" destOrd="0" presId="urn:microsoft.com/office/officeart/2018/2/layout/IconCircleList"/>
    <dgm:cxn modelId="{1F2C0968-F84B-40D4-8561-0BE453BCDBA8}" type="presParOf" srcId="{150C51CD-5676-480F-87F0-96C37078AEFC}" destId="{C08126BB-BBFF-47D6-B8E1-E793063D8E91}" srcOrd="1" destOrd="0" presId="urn:microsoft.com/office/officeart/2018/2/layout/IconCircleList"/>
    <dgm:cxn modelId="{4A1B0FED-8CB7-446E-8683-ACA1FF5360BD}" type="presParOf" srcId="{150C51CD-5676-480F-87F0-96C37078AEFC}" destId="{8F1524A6-5ABE-46C0-BA26-7F3AA61EEAF5}" srcOrd="2" destOrd="0" presId="urn:microsoft.com/office/officeart/2018/2/layout/IconCircleList"/>
    <dgm:cxn modelId="{B0B2F2E4-09AE-49C1-9ADE-5C36045DB16D}" type="presParOf" srcId="{8F1524A6-5ABE-46C0-BA26-7F3AA61EEAF5}" destId="{E9C83F72-4B28-4297-A352-18F3D6291045}" srcOrd="0" destOrd="0" presId="urn:microsoft.com/office/officeart/2018/2/layout/IconCircleList"/>
    <dgm:cxn modelId="{E62B0E7C-6DE9-4326-B1CF-BF11E5F9563F}" type="presParOf" srcId="{8F1524A6-5ABE-46C0-BA26-7F3AA61EEAF5}" destId="{F9FE5AFB-A729-4122-86D1-86BC184C320D}" srcOrd="1" destOrd="0" presId="urn:microsoft.com/office/officeart/2018/2/layout/IconCircleList"/>
    <dgm:cxn modelId="{88D614D3-AA8D-417E-8AB0-FB7186978B0C}" type="presParOf" srcId="{8F1524A6-5ABE-46C0-BA26-7F3AA61EEAF5}" destId="{C539A997-0577-4B32-B254-011F6D7435D9}" srcOrd="2" destOrd="0" presId="urn:microsoft.com/office/officeart/2018/2/layout/IconCircleList"/>
    <dgm:cxn modelId="{9436C279-9E5F-46C4-AD50-B506BD8C5796}" type="presParOf" srcId="{8F1524A6-5ABE-46C0-BA26-7F3AA61EEAF5}" destId="{4143D6CC-3EFF-4AD7-84A6-A1B1214E72FE}" srcOrd="3" destOrd="0" presId="urn:microsoft.com/office/officeart/2018/2/layout/IconCircleList"/>
    <dgm:cxn modelId="{FA1B4EE5-74FD-4182-A23A-9E11E58A0CA5}" type="presParOf" srcId="{150C51CD-5676-480F-87F0-96C37078AEFC}" destId="{4053D59E-F55F-475D-83DA-0D2A459F1F5E}" srcOrd="3" destOrd="0" presId="urn:microsoft.com/office/officeart/2018/2/layout/IconCircleList"/>
    <dgm:cxn modelId="{F77CFE73-68BA-47C4-AB4E-2BF378ED7C09}" type="presParOf" srcId="{150C51CD-5676-480F-87F0-96C37078AEFC}" destId="{7D7FD354-9969-4A0E-BD32-3E2ABE7AA3FE}" srcOrd="4" destOrd="0" presId="urn:microsoft.com/office/officeart/2018/2/layout/IconCircleList"/>
    <dgm:cxn modelId="{8F34062B-A35B-4750-8D87-5B88CEEA36FF}" type="presParOf" srcId="{7D7FD354-9969-4A0E-BD32-3E2ABE7AA3FE}" destId="{52F442E4-DFA4-42CA-9770-A82FB130DE4E}" srcOrd="0" destOrd="0" presId="urn:microsoft.com/office/officeart/2018/2/layout/IconCircleList"/>
    <dgm:cxn modelId="{5FF7656A-D25F-4FB8-8D73-402A6E6762C6}" type="presParOf" srcId="{7D7FD354-9969-4A0E-BD32-3E2ABE7AA3FE}" destId="{315918D7-D583-4120-8DE9-797747EFD4B9}" srcOrd="1" destOrd="0" presId="urn:microsoft.com/office/officeart/2018/2/layout/IconCircleList"/>
    <dgm:cxn modelId="{82A1C9D7-27D1-4A97-816A-CBA4DF74C2BE}" type="presParOf" srcId="{7D7FD354-9969-4A0E-BD32-3E2ABE7AA3FE}" destId="{117A00DF-37A1-4E21-8565-26732546AE84}" srcOrd="2" destOrd="0" presId="urn:microsoft.com/office/officeart/2018/2/layout/IconCircleList"/>
    <dgm:cxn modelId="{2D4CBA3F-C3A8-4335-A367-F2905CF71911}" type="presParOf" srcId="{7D7FD354-9969-4A0E-BD32-3E2ABE7AA3FE}" destId="{2BF2A426-9DD8-47A3-8771-42C06DD93141}" srcOrd="3" destOrd="0" presId="urn:microsoft.com/office/officeart/2018/2/layout/IconCircleList"/>
    <dgm:cxn modelId="{D6F7588D-0924-4459-B3BD-14DAD9E4E5F9}" type="presParOf" srcId="{150C51CD-5676-480F-87F0-96C37078AEFC}" destId="{18DBDB42-206E-47D4-96E6-384BD597908B}" srcOrd="5" destOrd="0" presId="urn:microsoft.com/office/officeart/2018/2/layout/IconCircleList"/>
    <dgm:cxn modelId="{E3AC1351-21DC-403D-BC99-40DA6BF80917}" type="presParOf" srcId="{150C51CD-5676-480F-87F0-96C37078AEFC}" destId="{666CF1B7-2B80-4FD5-B09D-F3A817836305}" srcOrd="6" destOrd="0" presId="urn:microsoft.com/office/officeart/2018/2/layout/IconCircleList"/>
    <dgm:cxn modelId="{FA03C65D-2FFF-420A-AFE0-B135135D4290}" type="presParOf" srcId="{666CF1B7-2B80-4FD5-B09D-F3A817836305}" destId="{345457EB-07CD-4F75-834B-8CB6BE797734}" srcOrd="0" destOrd="0" presId="urn:microsoft.com/office/officeart/2018/2/layout/IconCircleList"/>
    <dgm:cxn modelId="{7C996318-D688-43C3-90EE-7CEE8EF628A1}" type="presParOf" srcId="{666CF1B7-2B80-4FD5-B09D-F3A817836305}" destId="{5B3654F1-E759-4F88-8C80-035FB20347AF}" srcOrd="1" destOrd="0" presId="urn:microsoft.com/office/officeart/2018/2/layout/IconCircleList"/>
    <dgm:cxn modelId="{52719664-057E-4A1C-B4CE-9C9E870D1FAF}" type="presParOf" srcId="{666CF1B7-2B80-4FD5-B09D-F3A817836305}" destId="{5D51610F-6E48-4AC3-8504-CD761951871D}" srcOrd="2" destOrd="0" presId="urn:microsoft.com/office/officeart/2018/2/layout/IconCircleList"/>
    <dgm:cxn modelId="{EC4CECCC-C568-4FB3-BCF8-8ACCA7BB8DF5}" type="presParOf" srcId="{666CF1B7-2B80-4FD5-B09D-F3A817836305}" destId="{4541C68D-A9F6-4E49-9E10-060348EBD1E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E74AC-8028-4D75-BE18-0544F969B817}">
      <dsp:nvSpPr>
        <dsp:cNvPr id="0" name=""/>
        <dsp:cNvSpPr/>
      </dsp:nvSpPr>
      <dsp:spPr>
        <a:xfrm>
          <a:off x="0" y="1332"/>
          <a:ext cx="423825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0A68D6-A467-434B-9155-E41C95A0C6CB}">
      <dsp:nvSpPr>
        <dsp:cNvPr id="0" name=""/>
        <dsp:cNvSpPr/>
      </dsp:nvSpPr>
      <dsp:spPr>
        <a:xfrm>
          <a:off x="0" y="1332"/>
          <a:ext cx="4238257" cy="45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Foundations of Modern CI/CD</a:t>
          </a:r>
        </a:p>
      </dsp:txBody>
      <dsp:txXfrm>
        <a:off x="0" y="1332"/>
        <a:ext cx="4238257" cy="454255"/>
      </dsp:txXfrm>
    </dsp:sp>
    <dsp:sp modelId="{8F4491EB-F8AB-416F-AFC5-E6BE9CB19DC5}">
      <dsp:nvSpPr>
        <dsp:cNvPr id="0" name=""/>
        <dsp:cNvSpPr/>
      </dsp:nvSpPr>
      <dsp:spPr>
        <a:xfrm>
          <a:off x="0" y="455587"/>
          <a:ext cx="423825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DD7314-33A5-44EC-9E1B-AB20018BEB48}">
      <dsp:nvSpPr>
        <dsp:cNvPr id="0" name=""/>
        <dsp:cNvSpPr/>
      </dsp:nvSpPr>
      <dsp:spPr>
        <a:xfrm>
          <a:off x="0" y="455587"/>
          <a:ext cx="4238257" cy="45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Leveraging AI in CI/CD Pipelines</a:t>
          </a:r>
        </a:p>
      </dsp:txBody>
      <dsp:txXfrm>
        <a:off x="0" y="455587"/>
        <a:ext cx="4238257" cy="454255"/>
      </dsp:txXfrm>
    </dsp:sp>
    <dsp:sp modelId="{F06F6D4A-A1C4-40EC-8AB9-FFC0A76E3E7C}">
      <dsp:nvSpPr>
        <dsp:cNvPr id="0" name=""/>
        <dsp:cNvSpPr/>
      </dsp:nvSpPr>
      <dsp:spPr>
        <a:xfrm>
          <a:off x="0" y="909843"/>
          <a:ext cx="4238257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CB649EE-14DB-4B0C-B56C-BC4E11DBF72D}">
      <dsp:nvSpPr>
        <dsp:cNvPr id="0" name=""/>
        <dsp:cNvSpPr/>
      </dsp:nvSpPr>
      <dsp:spPr>
        <a:xfrm>
          <a:off x="0" y="909843"/>
          <a:ext cx="4238257" cy="45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Security and Governance</a:t>
          </a:r>
        </a:p>
      </dsp:txBody>
      <dsp:txXfrm>
        <a:off x="0" y="909843"/>
        <a:ext cx="4238257" cy="454255"/>
      </dsp:txXfrm>
    </dsp:sp>
    <dsp:sp modelId="{E8415623-D8AF-4EEA-8703-7500C80F6984}">
      <dsp:nvSpPr>
        <dsp:cNvPr id="0" name=""/>
        <dsp:cNvSpPr/>
      </dsp:nvSpPr>
      <dsp:spPr>
        <a:xfrm>
          <a:off x="0" y="1364099"/>
          <a:ext cx="4238257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64FA7E-EB4D-4DF4-834D-07FD89A1D327}">
      <dsp:nvSpPr>
        <dsp:cNvPr id="0" name=""/>
        <dsp:cNvSpPr/>
      </dsp:nvSpPr>
      <dsp:spPr>
        <a:xfrm>
          <a:off x="0" y="1364099"/>
          <a:ext cx="4238257" cy="45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Key Practices and Patterns</a:t>
          </a:r>
        </a:p>
      </dsp:txBody>
      <dsp:txXfrm>
        <a:off x="0" y="1364099"/>
        <a:ext cx="4238257" cy="454255"/>
      </dsp:txXfrm>
    </dsp:sp>
    <dsp:sp modelId="{A6EB4F37-3EEC-4A3D-83ED-587BDF644C25}">
      <dsp:nvSpPr>
        <dsp:cNvPr id="0" name=""/>
        <dsp:cNvSpPr/>
      </dsp:nvSpPr>
      <dsp:spPr>
        <a:xfrm>
          <a:off x="0" y="1818354"/>
          <a:ext cx="4238257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D47E46F-C8DE-4821-AA23-BFBD6A1A65DC}">
      <dsp:nvSpPr>
        <dsp:cNvPr id="0" name=""/>
        <dsp:cNvSpPr/>
      </dsp:nvSpPr>
      <dsp:spPr>
        <a:xfrm>
          <a:off x="0" y="1818354"/>
          <a:ext cx="4238257" cy="45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Demo and Walkthrough</a:t>
          </a:r>
        </a:p>
      </dsp:txBody>
      <dsp:txXfrm>
        <a:off x="0" y="1818354"/>
        <a:ext cx="4238257" cy="454255"/>
      </dsp:txXfrm>
    </dsp:sp>
    <dsp:sp modelId="{E02F5095-830B-4CF6-9974-4129A595EEA3}">
      <dsp:nvSpPr>
        <dsp:cNvPr id="0" name=""/>
        <dsp:cNvSpPr/>
      </dsp:nvSpPr>
      <dsp:spPr>
        <a:xfrm>
          <a:off x="0" y="2272610"/>
          <a:ext cx="423825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789BF7-D87E-4A80-A627-9D3A3241390B}">
      <dsp:nvSpPr>
        <dsp:cNvPr id="0" name=""/>
        <dsp:cNvSpPr/>
      </dsp:nvSpPr>
      <dsp:spPr>
        <a:xfrm>
          <a:off x="0" y="2272610"/>
          <a:ext cx="4238257" cy="45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Q&amp;A and Takeaways</a:t>
          </a:r>
        </a:p>
      </dsp:txBody>
      <dsp:txXfrm>
        <a:off x="0" y="2272610"/>
        <a:ext cx="4238257" cy="454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BC600-0204-4D16-A80B-B08E5AA1A082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DBFFC-A6BB-449E-ACE5-B9B72385F75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1D9DF-D1EB-4583-AA32-6A6B511BCDF9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Enterprise is EXPECTED</a:t>
          </a:r>
        </a:p>
      </dsp:txBody>
      <dsp:txXfrm>
        <a:off x="1339618" y="2288"/>
        <a:ext cx="5024605" cy="1159843"/>
      </dsp:txXfrm>
    </dsp:sp>
    <dsp:sp modelId="{E6E32CED-2746-4C2C-A06C-BB03435F20FF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04E9E-E207-40FF-8C43-15720890A1D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B9C0A-C14E-4AFF-BD1B-A6B3D48691C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Policy and governance first, solutions and tools later</a:t>
          </a:r>
        </a:p>
      </dsp:txBody>
      <dsp:txXfrm>
        <a:off x="1339618" y="1452092"/>
        <a:ext cx="5024605" cy="1159843"/>
      </dsp:txXfrm>
    </dsp:sp>
    <dsp:sp modelId="{F1A4F3D4-797A-49E8-A39E-C573EAB6D752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E44BF-07F7-4243-9532-8A5FE97D4850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1C703-9C55-461B-8D48-867E76A21F2A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Cost is what I hear about most often, so…</a:t>
          </a:r>
        </a:p>
      </dsp:txBody>
      <dsp:txXfrm>
        <a:off x="1339618" y="2901896"/>
        <a:ext cx="5024605" cy="1159843"/>
      </dsp:txXfrm>
    </dsp:sp>
    <dsp:sp modelId="{499A5CCA-980B-45D1-A68B-F1A3A1127C6F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D342D-4F48-44E3-996D-8174C5FBA73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30CD7-7B75-4D23-9BE5-F92945FDA6D2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is a VIBE CODE – seriously…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761101-2CFB-44E3-9BEE-21BE159C62FD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Principles: Continuous Integration and Delivery</a:t>
          </a:r>
        </a:p>
      </dsp:txBody>
      <dsp:txXfrm>
        <a:off x="36841" y="36841"/>
        <a:ext cx="7931345" cy="1184159"/>
      </dsp:txXfrm>
    </dsp:sp>
    <dsp:sp modelId="{A0F7A8BA-AB5D-4017-A758-44768F33DFF4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Key tools for SCM, CI/CD, Testing, and Observability</a:t>
          </a:r>
        </a:p>
      </dsp:txBody>
      <dsp:txXfrm>
        <a:off x="856428" y="1504322"/>
        <a:ext cx="7577788" cy="1184159"/>
      </dsp:txXfrm>
    </dsp:sp>
    <dsp:sp modelId="{A14B4126-13D7-46AF-AD33-F4C5BC289E9A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Automation as the backbone of modern pipelines</a:t>
          </a:r>
        </a:p>
      </dsp:txBody>
      <dsp:txXfrm>
        <a:off x="1676015" y="2971804"/>
        <a:ext cx="7577788" cy="1184159"/>
      </dsp:txXfrm>
    </dsp:sp>
    <dsp:sp modelId="{2D31B1C9-14A9-4EAA-AE02-6F2E48DFF50E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F732A480-7B59-46F5-8632-F7784B1A0068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D52A3-5C4B-458D-9991-F994B859E791}">
      <dsp:nvSpPr>
        <dsp:cNvPr id="0" name=""/>
        <dsp:cNvSpPr/>
      </dsp:nvSpPr>
      <dsp:spPr>
        <a:xfrm>
          <a:off x="0" y="357028"/>
          <a:ext cx="10972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Cloud services are not alike (Infra vs. Services)</a:t>
          </a:r>
        </a:p>
      </dsp:txBody>
      <dsp:txXfrm>
        <a:off x="33955" y="390983"/>
        <a:ext cx="10904890" cy="627655"/>
      </dsp:txXfrm>
    </dsp:sp>
    <dsp:sp modelId="{C2DB0E95-6D51-4B3B-AB9A-4302BF61C8B9}">
      <dsp:nvSpPr>
        <dsp:cNvPr id="0" name=""/>
        <dsp:cNvSpPr/>
      </dsp:nvSpPr>
      <dsp:spPr>
        <a:xfrm>
          <a:off x="0" y="1136113"/>
          <a:ext cx="10972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One solution may not be possible</a:t>
          </a:r>
        </a:p>
      </dsp:txBody>
      <dsp:txXfrm>
        <a:off x="33955" y="1170068"/>
        <a:ext cx="10904890" cy="627655"/>
      </dsp:txXfrm>
    </dsp:sp>
    <dsp:sp modelId="{E9C39467-0064-4324-8E8B-72C8E37CB2CC}">
      <dsp:nvSpPr>
        <dsp:cNvPr id="0" name=""/>
        <dsp:cNvSpPr/>
      </dsp:nvSpPr>
      <dsp:spPr>
        <a:xfrm>
          <a:off x="0" y="1915198"/>
          <a:ext cx="10972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Take network latency and cloud limitations into consideration</a:t>
          </a:r>
        </a:p>
      </dsp:txBody>
      <dsp:txXfrm>
        <a:off x="33955" y="1949153"/>
        <a:ext cx="10904890" cy="627655"/>
      </dsp:txXfrm>
    </dsp:sp>
    <dsp:sp modelId="{C24C8B8E-5C0D-4D27-A935-5D116C45D51C}">
      <dsp:nvSpPr>
        <dsp:cNvPr id="0" name=""/>
        <dsp:cNvSpPr/>
      </dsp:nvSpPr>
      <dsp:spPr>
        <a:xfrm>
          <a:off x="0" y="2694284"/>
          <a:ext cx="10972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Track additional cloud costs (egress/ingress, scaling) into consideration.</a:t>
          </a:r>
        </a:p>
      </dsp:txBody>
      <dsp:txXfrm>
        <a:off x="33955" y="2728239"/>
        <a:ext cx="10904890" cy="627655"/>
      </dsp:txXfrm>
    </dsp:sp>
    <dsp:sp modelId="{5E08BCD6-2C62-407E-971D-55851AEDAC3B}">
      <dsp:nvSpPr>
        <dsp:cNvPr id="0" name=""/>
        <dsp:cNvSpPr/>
      </dsp:nvSpPr>
      <dsp:spPr>
        <a:xfrm>
          <a:off x="0" y="3473369"/>
          <a:ext cx="10972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Services will add simplicity and UI solutions for easier innovation.</a:t>
          </a:r>
        </a:p>
      </dsp:txBody>
      <dsp:txXfrm>
        <a:off x="33955" y="3507324"/>
        <a:ext cx="10904890" cy="6276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34D75-2675-4310-B2C4-82A61848EEBE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92E59-AB8E-49A5-A4C7-EDB5A6819514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Capability Understanding</a:t>
          </a:r>
        </a:p>
      </dsp:txBody>
      <dsp:txXfrm>
        <a:off x="510197" y="1855936"/>
        <a:ext cx="2068076" cy="720000"/>
      </dsp:txXfrm>
    </dsp:sp>
    <dsp:sp modelId="{B25C0BF1-04D9-40FB-A1FC-6FFC785D8756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3EE9C-FA38-4675-89D5-5E76AB717A61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Goals</a:t>
          </a:r>
        </a:p>
      </dsp:txBody>
      <dsp:txXfrm>
        <a:off x="2940187" y="1855936"/>
        <a:ext cx="2068076" cy="720000"/>
      </dsp:txXfrm>
    </dsp:sp>
    <dsp:sp modelId="{842DB336-BB90-4D18-B9F1-3B15826CFB2C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D7CBA-1B9D-41D0-B5B4-49BFD3C235A8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Cost</a:t>
          </a:r>
        </a:p>
      </dsp:txBody>
      <dsp:txXfrm>
        <a:off x="5370176" y="1855936"/>
        <a:ext cx="2068076" cy="720000"/>
      </dsp:txXfrm>
    </dsp:sp>
    <dsp:sp modelId="{5BF02413-7E45-4EA1-AE57-9886BF950F91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F4DE2-ADB3-4A0B-88EC-038D0ED4305F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Trust</a:t>
          </a:r>
        </a:p>
      </dsp:txBody>
      <dsp:txXfrm>
        <a:off x="7800166" y="1855936"/>
        <a:ext cx="2068076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5BD60-9397-4655-91DA-AB97004F93F2}">
      <dsp:nvSpPr>
        <dsp:cNvPr id="0" name=""/>
        <dsp:cNvSpPr/>
      </dsp:nvSpPr>
      <dsp:spPr>
        <a:xfrm>
          <a:off x="0" y="671"/>
          <a:ext cx="6630174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3956C-9D52-4ED4-B36B-A1AC11A6D848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61B17-1606-4CC7-92FC-2925467E0A7A}">
      <dsp:nvSpPr>
        <dsp:cNvPr id="0" name=""/>
        <dsp:cNvSpPr/>
      </dsp:nvSpPr>
      <dsp:spPr>
        <a:xfrm>
          <a:off x="1816103" y="671"/>
          <a:ext cx="4814070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Baseline DB → AI-assisted code review → Automated testing</a:t>
          </a:r>
        </a:p>
      </dsp:txBody>
      <dsp:txXfrm>
        <a:off x="1816103" y="671"/>
        <a:ext cx="4814070" cy="1572384"/>
      </dsp:txXfrm>
    </dsp:sp>
    <dsp:sp modelId="{491281C1-6D8E-4162-9222-E932977F4A96}">
      <dsp:nvSpPr>
        <dsp:cNvPr id="0" name=""/>
        <dsp:cNvSpPr/>
      </dsp:nvSpPr>
      <dsp:spPr>
        <a:xfrm>
          <a:off x="0" y="1966151"/>
          <a:ext cx="6630174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0B7F5-ADAE-4836-932B-15C19B7B90B0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8CDD5-99E3-476C-B098-EC12229F0217}">
      <dsp:nvSpPr>
        <dsp:cNvPr id="0" name=""/>
        <dsp:cNvSpPr/>
      </dsp:nvSpPr>
      <dsp:spPr>
        <a:xfrm>
          <a:off x="1816103" y="1966151"/>
          <a:ext cx="4814070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AI anomaly detection → Smoke Test </a:t>
          </a:r>
          <a:r>
            <a:rPr lang="en-US" sz="2500" kern="1200" dirty="0">
              <a:sym typeface="Wingdings" panose="05000000000000000000" pitchFamily="2" charset="2"/>
            </a:rPr>
            <a:t> Review Code Review/Output</a:t>
          </a:r>
          <a:endParaRPr lang="en-US" sz="2500" kern="1200" dirty="0"/>
        </a:p>
      </dsp:txBody>
      <dsp:txXfrm>
        <a:off x="1816103" y="1966151"/>
        <a:ext cx="4814070" cy="1572384"/>
      </dsp:txXfrm>
    </dsp:sp>
    <dsp:sp modelId="{1C4EAB05-117F-4010-8259-B11D4751BC37}">
      <dsp:nvSpPr>
        <dsp:cNvPr id="0" name=""/>
        <dsp:cNvSpPr/>
      </dsp:nvSpPr>
      <dsp:spPr>
        <a:xfrm>
          <a:off x="0" y="3931632"/>
          <a:ext cx="6630174" cy="157238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AB865-9643-4844-B897-36A3E7022251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F1A65-29FE-4FC6-AAF2-F150706F383A}">
      <dsp:nvSpPr>
        <dsp:cNvPr id="0" name=""/>
        <dsp:cNvSpPr/>
      </dsp:nvSpPr>
      <dsp:spPr>
        <a:xfrm>
          <a:off x="1816103" y="3931632"/>
          <a:ext cx="4814070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No cloud, terraform, OpenAI but could be easily adapted.</a:t>
          </a:r>
        </a:p>
      </dsp:txBody>
      <dsp:txXfrm>
        <a:off x="1816103" y="3931632"/>
        <a:ext cx="4814070" cy="15723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2F3C3-5CA0-450F-9774-B976E2754283}">
      <dsp:nvSpPr>
        <dsp:cNvPr id="0" name=""/>
        <dsp:cNvSpPr/>
      </dsp:nvSpPr>
      <dsp:spPr>
        <a:xfrm>
          <a:off x="0" y="2209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CE58B4-3AA5-45C6-B1AF-58E91521C478}">
      <dsp:nvSpPr>
        <dsp:cNvPr id="0" name=""/>
        <dsp:cNvSpPr/>
      </dsp:nvSpPr>
      <dsp:spPr>
        <a:xfrm>
          <a:off x="0" y="2209"/>
          <a:ext cx="109728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Ollama on Windows 11 Laptop</a:t>
          </a:r>
        </a:p>
      </dsp:txBody>
      <dsp:txXfrm>
        <a:off x="0" y="2209"/>
        <a:ext cx="10972800" cy="753590"/>
      </dsp:txXfrm>
    </dsp:sp>
    <dsp:sp modelId="{E20F61C9-B21B-4519-82C6-5228A4607797}">
      <dsp:nvSpPr>
        <dsp:cNvPr id="0" name=""/>
        <dsp:cNvSpPr/>
      </dsp:nvSpPr>
      <dsp:spPr>
        <a:xfrm>
          <a:off x="0" y="755800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9ED94-6BC2-40D7-9232-FD83EE4D5738}">
      <dsp:nvSpPr>
        <dsp:cNvPr id="0" name=""/>
        <dsp:cNvSpPr/>
      </dsp:nvSpPr>
      <dsp:spPr>
        <a:xfrm>
          <a:off x="0" y="755800"/>
          <a:ext cx="109728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Qwen 2.5 Coder LLM</a:t>
          </a:r>
        </a:p>
      </dsp:txBody>
      <dsp:txXfrm>
        <a:off x="0" y="755800"/>
        <a:ext cx="10972800" cy="753590"/>
      </dsp:txXfrm>
    </dsp:sp>
    <dsp:sp modelId="{8A0446CB-FD5C-4B7E-81FC-D5C27C450BF7}">
      <dsp:nvSpPr>
        <dsp:cNvPr id="0" name=""/>
        <dsp:cNvSpPr/>
      </dsp:nvSpPr>
      <dsp:spPr>
        <a:xfrm>
          <a:off x="0" y="1509390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4B239-E8C1-4079-AE91-516256BF7D1F}">
      <dsp:nvSpPr>
        <dsp:cNvPr id="0" name=""/>
        <dsp:cNvSpPr/>
      </dsp:nvSpPr>
      <dsp:spPr>
        <a:xfrm>
          <a:off x="0" y="1509390"/>
          <a:ext cx="109728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Postgres 17.5 on laptop</a:t>
          </a:r>
        </a:p>
      </dsp:txBody>
      <dsp:txXfrm>
        <a:off x="0" y="1509390"/>
        <a:ext cx="10972800" cy="753590"/>
      </dsp:txXfrm>
    </dsp:sp>
    <dsp:sp modelId="{C7989C1F-F96F-4495-921F-2E4F3697A4A2}">
      <dsp:nvSpPr>
        <dsp:cNvPr id="0" name=""/>
        <dsp:cNvSpPr/>
      </dsp:nvSpPr>
      <dsp:spPr>
        <a:xfrm>
          <a:off x="0" y="2262981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9380E-A3F6-4986-AD04-82BF19237A77}">
      <dsp:nvSpPr>
        <dsp:cNvPr id="0" name=""/>
        <dsp:cNvSpPr/>
      </dsp:nvSpPr>
      <dsp:spPr>
        <a:xfrm>
          <a:off x="0" y="2262981"/>
          <a:ext cx="109728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Flyway Teams and CLI</a:t>
          </a:r>
        </a:p>
      </dsp:txBody>
      <dsp:txXfrm>
        <a:off x="0" y="2262981"/>
        <a:ext cx="10972800" cy="753590"/>
      </dsp:txXfrm>
    </dsp:sp>
    <dsp:sp modelId="{0B379B35-CFF1-48B1-9A90-62EFAFF0ED94}">
      <dsp:nvSpPr>
        <dsp:cNvPr id="0" name=""/>
        <dsp:cNvSpPr/>
      </dsp:nvSpPr>
      <dsp:spPr>
        <a:xfrm>
          <a:off x="0" y="301657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6A51B-6628-4A52-9FAF-9879C5F0392D}">
      <dsp:nvSpPr>
        <dsp:cNvPr id="0" name=""/>
        <dsp:cNvSpPr/>
      </dsp:nvSpPr>
      <dsp:spPr>
        <a:xfrm>
          <a:off x="0" y="3016572"/>
          <a:ext cx="109728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Powershell and SQL scripts</a:t>
          </a:r>
        </a:p>
      </dsp:txBody>
      <dsp:txXfrm>
        <a:off x="0" y="3016572"/>
        <a:ext cx="10972800" cy="753590"/>
      </dsp:txXfrm>
    </dsp:sp>
    <dsp:sp modelId="{8955B05C-DDD3-4694-8077-8FBBCDFB3097}">
      <dsp:nvSpPr>
        <dsp:cNvPr id="0" name=""/>
        <dsp:cNvSpPr/>
      </dsp:nvSpPr>
      <dsp:spPr>
        <a:xfrm>
          <a:off x="0" y="3770162"/>
          <a:ext cx="10972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6E3E6-84AF-4430-B0BD-2CB242ABB0E8}">
      <dsp:nvSpPr>
        <dsp:cNvPr id="0" name=""/>
        <dsp:cNvSpPr/>
      </dsp:nvSpPr>
      <dsp:spPr>
        <a:xfrm>
          <a:off x="0" y="3770162"/>
          <a:ext cx="109728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Only CPU laptop-  No GPU, tokens, etc.</a:t>
          </a:r>
        </a:p>
      </dsp:txBody>
      <dsp:txXfrm>
        <a:off x="0" y="3770162"/>
        <a:ext cx="10972800" cy="7535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FA713-7BC9-40B2-8C6A-E0868CD5A8A9}">
      <dsp:nvSpPr>
        <dsp:cNvPr id="0" name=""/>
        <dsp:cNvSpPr/>
      </dsp:nvSpPr>
      <dsp:spPr>
        <a:xfrm>
          <a:off x="0" y="82101"/>
          <a:ext cx="109728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This is stand alone-  The LLM is downloaded and once downloaded, it is being run “offline” mode.</a:t>
          </a:r>
        </a:p>
      </dsp:txBody>
      <dsp:txXfrm>
        <a:off x="50489" y="132590"/>
        <a:ext cx="10871822" cy="933302"/>
      </dsp:txXfrm>
    </dsp:sp>
    <dsp:sp modelId="{8188E70D-73C2-4A7A-9BC0-31D4DB0E3BC6}">
      <dsp:nvSpPr>
        <dsp:cNvPr id="0" name=""/>
        <dsp:cNvSpPr/>
      </dsp:nvSpPr>
      <dsp:spPr>
        <a:xfrm>
          <a:off x="0" y="1191261"/>
          <a:ext cx="109728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Removes many concerns around risking critical data unintentionally.</a:t>
          </a:r>
        </a:p>
      </dsp:txBody>
      <dsp:txXfrm>
        <a:off x="50489" y="1241750"/>
        <a:ext cx="10871822" cy="933302"/>
      </dsp:txXfrm>
    </dsp:sp>
    <dsp:sp modelId="{D12F1CE9-8511-492A-A5EA-EB79D28B0078}">
      <dsp:nvSpPr>
        <dsp:cNvPr id="0" name=""/>
        <dsp:cNvSpPr/>
      </dsp:nvSpPr>
      <dsp:spPr>
        <a:xfrm>
          <a:off x="0" y="2300421"/>
          <a:ext cx="109728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Demonstrates AI can be done quite efficiently and with little resources.</a:t>
          </a:r>
        </a:p>
      </dsp:txBody>
      <dsp:txXfrm>
        <a:off x="50489" y="2350910"/>
        <a:ext cx="10871822" cy="933302"/>
      </dsp:txXfrm>
    </dsp:sp>
    <dsp:sp modelId="{5D901934-4CC9-4085-8DCC-BCD1BF5A63A0}">
      <dsp:nvSpPr>
        <dsp:cNvPr id="0" name=""/>
        <dsp:cNvSpPr/>
      </dsp:nvSpPr>
      <dsp:spPr>
        <a:xfrm>
          <a:off x="0" y="3409581"/>
          <a:ext cx="109728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 addressed a problem that existed vs. trying to find a solution for AI.</a:t>
          </a:r>
        </a:p>
      </dsp:txBody>
      <dsp:txXfrm>
        <a:off x="50489" y="3460070"/>
        <a:ext cx="10871822" cy="9333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D5DCB-B800-47F8-BE9A-713067A90A52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6C179-5F85-4B66-8D05-7122E1FB6751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B4E95-DF66-4041-A309-F069233CA94B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Automate everything, with governance baked in</a:t>
          </a:r>
        </a:p>
      </dsp:txBody>
      <dsp:txXfrm>
        <a:off x="1796691" y="8195"/>
        <a:ext cx="3120653" cy="1323913"/>
      </dsp:txXfrm>
    </dsp:sp>
    <dsp:sp modelId="{E9C83F72-4B28-4297-A352-18F3D6291045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FE5AFB-A729-4122-86D1-86BC184C320D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3D6CC-3EFF-4AD7-84A6-A1B1214E72FE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Balance AI innovation with security and compliance</a:t>
          </a:r>
        </a:p>
      </dsp:txBody>
      <dsp:txXfrm>
        <a:off x="7068704" y="8195"/>
        <a:ext cx="3120653" cy="1323913"/>
      </dsp:txXfrm>
    </dsp:sp>
    <dsp:sp modelId="{52F442E4-DFA4-42CA-9770-A82FB130DE4E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918D7-D583-4120-8DE9-797747EFD4B9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2A426-9DD8-47A3-8771-42C06DD93141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 observability for smarter, safer decisions</a:t>
          </a:r>
        </a:p>
      </dsp:txBody>
      <dsp:txXfrm>
        <a:off x="1796691" y="1877792"/>
        <a:ext cx="3120653" cy="1323913"/>
      </dsp:txXfrm>
    </dsp:sp>
    <dsp:sp modelId="{345457EB-07CD-4F75-834B-8CB6BE797734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654F1-E759-4F88-8C80-035FB20347AF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1C68D-A9F6-4E49-9E10-060348EBD1E4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Start small, scale responsibly</a:t>
          </a:r>
        </a:p>
      </dsp:txBody>
      <dsp:txXfrm>
        <a:off x="7068704" y="1877792"/>
        <a:ext cx="3120653" cy="1323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507BB-B770-4F5A-AB91-BB656CA96D36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E52CB-51DC-41EE-904D-8E4E0434B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7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9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Foundations of Modern CI/CD</a:t>
            </a:r>
          </a:p>
          <a:p>
            <a:r>
              <a:rPr lang="en-US" b="1" dirty="0"/>
              <a:t>Continuous Integration (CI)</a:t>
            </a:r>
            <a:r>
              <a:rPr lang="en-US" dirty="0"/>
              <a:t>: Frequent integration of code changes to a shared repository, enabling early detection of issues.</a:t>
            </a:r>
          </a:p>
          <a:p>
            <a:r>
              <a:rPr lang="en-US" b="1" dirty="0"/>
              <a:t>Continuous Delivery/Deployment (CD)</a:t>
            </a:r>
            <a:r>
              <a:rPr lang="en-US" dirty="0"/>
              <a:t>: Automated build, test, and release pipelines ensure rapid, reliable deployments to staging or production.</a:t>
            </a:r>
          </a:p>
          <a:p>
            <a:r>
              <a:rPr lang="en-US" b="1" dirty="0"/>
              <a:t>Shift-Left Mindset</a:t>
            </a:r>
            <a:r>
              <a:rPr lang="en-US" dirty="0"/>
              <a:t>: Testing, security, and compliance integrated earlier in the development lifecycle.</a:t>
            </a:r>
          </a:p>
          <a:p>
            <a:r>
              <a:rPr lang="en-US" b="1" dirty="0"/>
              <a:t>Feedback Loops</a:t>
            </a:r>
            <a:r>
              <a:rPr lang="en-US" dirty="0"/>
              <a:t>: Fast feedback to developers for quick remediation and improvement.</a:t>
            </a:r>
          </a:p>
          <a:p>
            <a:r>
              <a:rPr lang="en-US" b="1" dirty="0"/>
              <a:t>Key Tools Across the Pipeline</a:t>
            </a:r>
          </a:p>
          <a:p>
            <a:r>
              <a:rPr lang="en-US" b="1" dirty="0"/>
              <a:t>Source Code Management (SCM)</a:t>
            </a:r>
            <a:endParaRPr lang="en-US" dirty="0"/>
          </a:p>
          <a:p>
            <a:r>
              <a:rPr lang="en-US" dirty="0"/>
              <a:t>Git-based platforms: </a:t>
            </a:r>
            <a:r>
              <a:rPr lang="en-US" b="1" dirty="0"/>
              <a:t>GitHub, GitLab, Bitbucket, Azure Repos</a:t>
            </a:r>
            <a:endParaRPr lang="en-US" dirty="0"/>
          </a:p>
          <a:p>
            <a:r>
              <a:rPr lang="en-US" b="1" dirty="0"/>
              <a:t>CI/CD Orchestration</a:t>
            </a:r>
            <a:endParaRPr lang="en-US" dirty="0"/>
          </a:p>
          <a:p>
            <a:r>
              <a:rPr lang="en-US" b="1" dirty="0"/>
              <a:t>Jenkins</a:t>
            </a:r>
            <a:r>
              <a:rPr lang="en-US" dirty="0"/>
              <a:t>, </a:t>
            </a:r>
            <a:r>
              <a:rPr lang="en-US" b="1" dirty="0"/>
              <a:t>GitHub Actions</a:t>
            </a:r>
            <a:r>
              <a:rPr lang="en-US" dirty="0"/>
              <a:t>, </a:t>
            </a:r>
            <a:r>
              <a:rPr lang="en-US" b="1" dirty="0"/>
              <a:t>GitLab CI/CD</a:t>
            </a:r>
            <a:r>
              <a:rPr lang="en-US" dirty="0"/>
              <a:t>, </a:t>
            </a:r>
            <a:r>
              <a:rPr lang="en-US" b="1" dirty="0"/>
              <a:t>Azure DevOps Pipelines</a:t>
            </a:r>
            <a:r>
              <a:rPr lang="en-US" dirty="0"/>
              <a:t>, </a:t>
            </a:r>
            <a:r>
              <a:rPr lang="en-US" b="1" dirty="0" err="1"/>
              <a:t>CircleCI</a:t>
            </a:r>
            <a:r>
              <a:rPr lang="en-US" dirty="0"/>
              <a:t>, </a:t>
            </a:r>
            <a:r>
              <a:rPr lang="en-US" b="1" dirty="0"/>
              <a:t>Argo CD</a:t>
            </a:r>
            <a:r>
              <a:rPr lang="en-US" dirty="0"/>
              <a:t>, </a:t>
            </a:r>
            <a:r>
              <a:rPr lang="en-US" b="1" dirty="0" err="1"/>
              <a:t>Tekton</a:t>
            </a:r>
            <a:endParaRPr lang="en-US" dirty="0"/>
          </a:p>
          <a:p>
            <a:r>
              <a:rPr lang="en-US" b="1" dirty="0"/>
              <a:t>Testing &amp; Quality</a:t>
            </a:r>
            <a:endParaRPr lang="en-US" dirty="0"/>
          </a:p>
          <a:p>
            <a:r>
              <a:rPr lang="en-US" dirty="0"/>
              <a:t>Unit &amp; Integration: </a:t>
            </a:r>
            <a:r>
              <a:rPr lang="en-US" b="1" dirty="0"/>
              <a:t>JUnit, </a:t>
            </a:r>
            <a:r>
              <a:rPr lang="en-US" b="1" dirty="0" err="1"/>
              <a:t>NUnit</a:t>
            </a:r>
            <a:r>
              <a:rPr lang="en-US" b="1" dirty="0"/>
              <a:t>, </a:t>
            </a:r>
            <a:r>
              <a:rPr lang="en-US" b="1" dirty="0" err="1"/>
              <a:t>PyTest</a:t>
            </a:r>
            <a:endParaRPr lang="en-US" dirty="0"/>
          </a:p>
          <a:p>
            <a:r>
              <a:rPr lang="en-US" dirty="0"/>
              <a:t>API Testing: </a:t>
            </a:r>
            <a:r>
              <a:rPr lang="en-US" b="1" dirty="0"/>
              <a:t>Postman, Karate, </a:t>
            </a:r>
            <a:r>
              <a:rPr lang="en-US" b="1" dirty="0" err="1"/>
              <a:t>RestAssured</a:t>
            </a:r>
            <a:endParaRPr lang="en-US" dirty="0"/>
          </a:p>
          <a:p>
            <a:r>
              <a:rPr lang="en-US" dirty="0"/>
              <a:t>Security &amp; Compliance: </a:t>
            </a:r>
            <a:r>
              <a:rPr lang="en-US" b="1" dirty="0" err="1"/>
              <a:t>Snyk</a:t>
            </a:r>
            <a:r>
              <a:rPr lang="en-US" b="1" dirty="0"/>
              <a:t>, SonarQube, </a:t>
            </a:r>
            <a:r>
              <a:rPr lang="en-US" b="1" dirty="0" err="1"/>
              <a:t>Checkmarx</a:t>
            </a:r>
            <a:endParaRPr lang="en-US" dirty="0"/>
          </a:p>
          <a:p>
            <a:r>
              <a:rPr lang="en-US" dirty="0"/>
              <a:t>Load &amp; Performance: </a:t>
            </a:r>
            <a:r>
              <a:rPr lang="en-US" b="1" dirty="0"/>
              <a:t>JMeter, Locust</a:t>
            </a:r>
            <a:endParaRPr lang="en-US" dirty="0"/>
          </a:p>
          <a:p>
            <a:r>
              <a:rPr lang="en-US" b="1" dirty="0"/>
              <a:t>Observability &amp; Monitoring</a:t>
            </a:r>
            <a:endParaRPr lang="en-US" dirty="0"/>
          </a:p>
          <a:p>
            <a:r>
              <a:rPr lang="en-US" b="1" dirty="0"/>
              <a:t>Prometheus + Grafana</a:t>
            </a:r>
            <a:r>
              <a:rPr lang="en-US" dirty="0"/>
              <a:t>, </a:t>
            </a:r>
            <a:r>
              <a:rPr lang="en-US" b="1" dirty="0"/>
              <a:t>Datadog</a:t>
            </a:r>
            <a:r>
              <a:rPr lang="en-US" dirty="0"/>
              <a:t>, </a:t>
            </a:r>
            <a:r>
              <a:rPr lang="en-US" b="1" dirty="0" err="1"/>
              <a:t>PGNow</a:t>
            </a:r>
            <a:r>
              <a:rPr lang="en-US" b="1" dirty="0"/>
              <a:t>, New Relic, Splunk, Redgate Monitor</a:t>
            </a:r>
          </a:p>
          <a:p>
            <a:r>
              <a:rPr lang="en-US" dirty="0"/>
              <a:t>Tracing &amp; Metrics: </a:t>
            </a:r>
            <a:r>
              <a:rPr lang="en-US" b="1" dirty="0" err="1"/>
              <a:t>OpenTelemetry</a:t>
            </a:r>
            <a:r>
              <a:rPr lang="en-US" b="1" dirty="0"/>
              <a:t>, Jaeger</a:t>
            </a:r>
            <a:endParaRPr lang="en-US" dirty="0"/>
          </a:p>
          <a:p>
            <a:r>
              <a:rPr lang="en-US" b="1" dirty="0"/>
              <a:t>Automation as the Backbone</a:t>
            </a:r>
          </a:p>
          <a:p>
            <a:r>
              <a:rPr lang="en-US" dirty="0"/>
              <a:t>Automated builds, tests, and deployments minimize human error.</a:t>
            </a:r>
          </a:p>
          <a:p>
            <a:r>
              <a:rPr lang="en-US" dirty="0"/>
              <a:t>Infrastructure as Code (</a:t>
            </a:r>
            <a:r>
              <a:rPr lang="en-US" dirty="0" err="1"/>
              <a:t>IaC</a:t>
            </a:r>
            <a:r>
              <a:rPr lang="en-US" dirty="0"/>
              <a:t>) with </a:t>
            </a:r>
            <a:r>
              <a:rPr lang="en-US" b="1" dirty="0"/>
              <a:t>Terraform, </a:t>
            </a:r>
            <a:r>
              <a:rPr lang="en-US" b="1" dirty="0" err="1"/>
              <a:t>Pulumi</a:t>
            </a:r>
            <a:r>
              <a:rPr lang="en-US" b="1" dirty="0"/>
              <a:t>, Ansible</a:t>
            </a:r>
            <a:r>
              <a:rPr lang="en-US" dirty="0"/>
              <a:t> standardizes environments.</a:t>
            </a:r>
          </a:p>
          <a:p>
            <a:r>
              <a:rPr lang="en-US" dirty="0"/>
              <a:t>Policy-as-Code ensures compliance guardrails are embedded in pipelines.</a:t>
            </a:r>
          </a:p>
          <a:p>
            <a:r>
              <a:rPr lang="en-US" dirty="0"/>
              <a:t>AI-driven anomaly detection enhances proactive monitoring and pipeline optimization.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88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Predictive Build &amp; Test Optimization</a:t>
            </a:r>
            <a:endParaRPr lang="en-US" dirty="0"/>
          </a:p>
          <a:p>
            <a:r>
              <a:rPr lang="en-US" dirty="0"/>
              <a:t>Use AI to </a:t>
            </a:r>
            <a:r>
              <a:rPr lang="en-US" b="1" dirty="0"/>
              <a:t>analyze historical build/test data</a:t>
            </a:r>
            <a:r>
              <a:rPr lang="en-US" dirty="0"/>
              <a:t> and predict which components need testing.</a:t>
            </a:r>
          </a:p>
          <a:p>
            <a:r>
              <a:rPr lang="en-US" dirty="0"/>
              <a:t>Reduce pipeline time by </a:t>
            </a:r>
            <a:r>
              <a:rPr lang="en-US" b="1" dirty="0"/>
              <a:t>prioritizing high-risk changes</a:t>
            </a:r>
            <a:r>
              <a:rPr lang="en-US" dirty="0"/>
              <a:t> instead of full-suite testing.</a:t>
            </a:r>
          </a:p>
          <a:p>
            <a:r>
              <a:rPr lang="en-US" dirty="0"/>
              <a:t>Enable </a:t>
            </a:r>
            <a:r>
              <a:rPr lang="en-US" b="1" dirty="0"/>
              <a:t>parallelization and resource optimization</a:t>
            </a:r>
            <a:r>
              <a:rPr lang="en-US" dirty="0"/>
              <a:t> to speed up delivery cycles.</a:t>
            </a:r>
          </a:p>
          <a:p>
            <a:r>
              <a:rPr lang="en-US" b="1" dirty="0"/>
              <a:t>AI-Assisted Code Review &amp; Recommendations</a:t>
            </a:r>
            <a:endParaRPr lang="en-US" dirty="0"/>
          </a:p>
          <a:p>
            <a:r>
              <a:rPr lang="en-US" dirty="0"/>
              <a:t>Automated </a:t>
            </a:r>
            <a:r>
              <a:rPr lang="en-US" b="1" dirty="0"/>
              <a:t>static analysis and code quality suggestions</a:t>
            </a:r>
            <a:r>
              <a:rPr lang="en-US" dirty="0"/>
              <a:t> using AI models. ******</a:t>
            </a:r>
          </a:p>
          <a:p>
            <a:r>
              <a:rPr lang="en-US" dirty="0"/>
              <a:t>Context-aware </a:t>
            </a:r>
            <a:r>
              <a:rPr lang="en-US" b="1" dirty="0"/>
              <a:t>recommendations for refactoring, security, or performance</a:t>
            </a:r>
            <a:r>
              <a:rPr lang="en-US" dirty="0"/>
              <a:t> improvements. ****</a:t>
            </a:r>
          </a:p>
          <a:p>
            <a:r>
              <a:rPr lang="en-US" b="1" dirty="0"/>
              <a:t>Adaptive learning</a:t>
            </a:r>
            <a:r>
              <a:rPr lang="en-US" dirty="0"/>
              <a:t> from past reviews to align with team-specific coding standards.</a:t>
            </a:r>
          </a:p>
          <a:p>
            <a:r>
              <a:rPr lang="en-US" b="1" dirty="0"/>
              <a:t>Anomaly Detection in Pipelines &amp; Deployments</a:t>
            </a:r>
            <a:endParaRPr lang="en-US" dirty="0"/>
          </a:p>
          <a:p>
            <a:r>
              <a:rPr lang="en-US" dirty="0"/>
              <a:t>AI-driven monitoring to </a:t>
            </a:r>
            <a:r>
              <a:rPr lang="en-US" b="1" dirty="0"/>
              <a:t>detect unusual patterns</a:t>
            </a:r>
            <a:r>
              <a:rPr lang="en-US" dirty="0"/>
              <a:t> in build, test, or deployment metrics.</a:t>
            </a:r>
          </a:p>
          <a:p>
            <a:r>
              <a:rPr lang="en-US" b="1" dirty="0"/>
              <a:t>Real-time alerts</a:t>
            </a:r>
            <a:r>
              <a:rPr lang="en-US" dirty="0"/>
              <a:t> for performance regressions, security risks, or pipeline failures.</a:t>
            </a:r>
          </a:p>
          <a:p>
            <a:r>
              <a:rPr lang="en-US" dirty="0"/>
              <a:t>Predictive failure analysis to </a:t>
            </a:r>
            <a:r>
              <a:rPr lang="en-US" b="1" dirty="0"/>
              <a:t>proactively prevent production incidents</a:t>
            </a:r>
            <a:r>
              <a:rPr lang="en-US" dirty="0"/>
              <a:t>.</a:t>
            </a:r>
          </a:p>
          <a:p>
            <a:r>
              <a:rPr lang="en-US" b="1" dirty="0"/>
              <a:t>Smarter Rollbacks &amp; Deployment Decisions</a:t>
            </a:r>
            <a:endParaRPr lang="en-US" dirty="0"/>
          </a:p>
          <a:p>
            <a:r>
              <a:rPr lang="en-US" b="1" dirty="0"/>
              <a:t>Risk scoring</a:t>
            </a:r>
            <a:r>
              <a:rPr lang="en-US" dirty="0"/>
              <a:t> based on historical failure patterns and telemetry data.</a:t>
            </a:r>
          </a:p>
          <a:p>
            <a:r>
              <a:rPr lang="en-US" dirty="0">
                <a:solidFill>
                  <a:srgbClr val="FF0000"/>
                </a:solidFill>
              </a:rPr>
              <a:t>AI-driven </a:t>
            </a:r>
            <a:r>
              <a:rPr lang="en-US" b="1" dirty="0">
                <a:solidFill>
                  <a:srgbClr val="FF0000"/>
                </a:solidFill>
              </a:rPr>
              <a:t>canary or blue/green deployment recommendations</a:t>
            </a:r>
            <a:r>
              <a:rPr lang="en-US" dirty="0">
                <a:solidFill>
                  <a:srgbClr val="FF0000"/>
                </a:solidFill>
              </a:rPr>
              <a:t> for safer rollouts. ******</a:t>
            </a:r>
          </a:p>
          <a:p>
            <a:r>
              <a:rPr lang="en-US" dirty="0"/>
              <a:t>Automated </a:t>
            </a:r>
            <a:r>
              <a:rPr lang="en-US" b="1" dirty="0"/>
              <a:t>rollback triggers</a:t>
            </a:r>
            <a:r>
              <a:rPr lang="en-US" dirty="0"/>
              <a:t> when KPIs or error rates exceed learned thresholds. *****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5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Mitigating AI-Related Vulnerabilities</a:t>
            </a:r>
            <a:endParaRPr lang="en-US" dirty="0"/>
          </a:p>
          <a:p>
            <a:r>
              <a:rPr lang="en-US" dirty="0"/>
              <a:t>Scan AI models and dependencies for </a:t>
            </a:r>
            <a:r>
              <a:rPr lang="en-US" b="1" dirty="0"/>
              <a:t>known vulnerabilities</a:t>
            </a:r>
            <a:r>
              <a:rPr lang="en-US" dirty="0"/>
              <a:t> and malicious code.</a:t>
            </a:r>
          </a:p>
          <a:p>
            <a:r>
              <a:rPr lang="en-US" dirty="0"/>
              <a:t>Secure training data to </a:t>
            </a:r>
            <a:r>
              <a:rPr lang="en-US" b="1" dirty="0"/>
              <a:t>prevent poisoning attacks</a:t>
            </a:r>
            <a:r>
              <a:rPr lang="en-US" dirty="0"/>
              <a:t> or leakage of sensitive information.</a:t>
            </a:r>
          </a:p>
          <a:p>
            <a:r>
              <a:rPr lang="en-US" dirty="0"/>
              <a:t>Monitor AI pipelines for </a:t>
            </a:r>
            <a:r>
              <a:rPr lang="en-US" b="1" dirty="0"/>
              <a:t>shadow AI</a:t>
            </a:r>
            <a:r>
              <a:rPr lang="en-US" dirty="0"/>
              <a:t> or unauthorized model usage.</a:t>
            </a:r>
          </a:p>
          <a:p>
            <a:r>
              <a:rPr lang="en-US" b="1" dirty="0"/>
              <a:t>Ensuring Model Integrity &amp; Compliance</a:t>
            </a:r>
            <a:endParaRPr lang="en-US" dirty="0"/>
          </a:p>
          <a:p>
            <a:r>
              <a:rPr lang="en-US" dirty="0"/>
              <a:t>Implement </a:t>
            </a:r>
            <a:r>
              <a:rPr lang="en-US" b="1" dirty="0"/>
              <a:t>version control for models and datasets</a:t>
            </a:r>
            <a:r>
              <a:rPr lang="en-US" dirty="0"/>
              <a:t> to track changes and provenance.</a:t>
            </a:r>
          </a:p>
          <a:p>
            <a:r>
              <a:rPr lang="en-US" dirty="0"/>
              <a:t>Use </a:t>
            </a:r>
            <a:r>
              <a:rPr lang="en-US" b="1" dirty="0"/>
              <a:t>checksums, signatures, and attestation</a:t>
            </a:r>
            <a:r>
              <a:rPr lang="en-US" dirty="0"/>
              <a:t> for model artifacts to ensure authenticity. ****this is more workflow, current capabilities, not so much AI</a:t>
            </a:r>
          </a:p>
          <a:p>
            <a:r>
              <a:rPr lang="en-US" dirty="0"/>
              <a:t>Maintain </a:t>
            </a:r>
            <a:r>
              <a:rPr lang="en-US" b="1" dirty="0"/>
              <a:t>auditable logs</a:t>
            </a:r>
            <a:r>
              <a:rPr lang="en-US" dirty="0"/>
              <a:t> for training, validation, and deployment events to meet regulatory requirements.</a:t>
            </a:r>
          </a:p>
          <a:p>
            <a:r>
              <a:rPr lang="en-US" b="1" dirty="0"/>
              <a:t>Zero-Trust Pipelines</a:t>
            </a:r>
            <a:endParaRPr lang="en-US" dirty="0"/>
          </a:p>
          <a:p>
            <a:r>
              <a:rPr lang="en-US" dirty="0"/>
              <a:t>Enforce </a:t>
            </a:r>
            <a:r>
              <a:rPr lang="en-US" b="1" dirty="0"/>
              <a:t>strict identity and access controls</a:t>
            </a:r>
            <a:r>
              <a:rPr lang="en-US" dirty="0"/>
              <a:t> for every step in the pipeline.  ***this is a hard one</a:t>
            </a:r>
          </a:p>
          <a:p>
            <a:r>
              <a:rPr lang="en-US" dirty="0"/>
              <a:t>Require </a:t>
            </a:r>
            <a:r>
              <a:rPr lang="en-US" b="1" dirty="0"/>
              <a:t>multi-factor authentication (MFA)</a:t>
            </a:r>
            <a:r>
              <a:rPr lang="en-US" dirty="0"/>
              <a:t> and least-privilege roles for CI/CD access.</a:t>
            </a:r>
          </a:p>
          <a:p>
            <a:r>
              <a:rPr lang="en-US" dirty="0"/>
              <a:t>Isolate workloads and secrets using </a:t>
            </a:r>
            <a:r>
              <a:rPr lang="en-US" b="1" dirty="0"/>
              <a:t>vaults and secure service mesh frameworks</a:t>
            </a:r>
            <a:r>
              <a:rPr lang="en-US" dirty="0"/>
              <a:t>.</a:t>
            </a:r>
          </a:p>
          <a:p>
            <a:r>
              <a:rPr lang="en-US" b="1" dirty="0"/>
              <a:t>Policy as Code &amp; Automated Compliance</a:t>
            </a:r>
            <a:endParaRPr lang="en-US" dirty="0"/>
          </a:p>
          <a:p>
            <a:r>
              <a:rPr lang="en-US" dirty="0"/>
              <a:t>Codify security and governance rules with tools like </a:t>
            </a:r>
            <a:r>
              <a:rPr lang="en-US" b="1" dirty="0"/>
              <a:t>OPA (Open Policy Agent)</a:t>
            </a:r>
            <a:r>
              <a:rPr lang="en-US" dirty="0"/>
              <a:t> or </a:t>
            </a:r>
            <a:r>
              <a:rPr lang="en-US" b="1" dirty="0" err="1"/>
              <a:t>Conftest</a:t>
            </a:r>
            <a:r>
              <a:rPr lang="en-US" dirty="0"/>
              <a:t>.</a:t>
            </a:r>
          </a:p>
          <a:p>
            <a:r>
              <a:rPr lang="en-US" dirty="0"/>
              <a:t>Run </a:t>
            </a:r>
            <a:r>
              <a:rPr lang="en-US" b="1" dirty="0"/>
              <a:t>automated compliance checks</a:t>
            </a:r>
            <a:r>
              <a:rPr lang="en-US" dirty="0"/>
              <a:t> during builds and deployments to enforce policies in real time.</a:t>
            </a:r>
          </a:p>
          <a:p>
            <a:r>
              <a:rPr lang="en-US" dirty="0"/>
              <a:t>Continuously validate </a:t>
            </a:r>
            <a:r>
              <a:rPr lang="en-US" b="1" dirty="0"/>
              <a:t>regulatory adherence</a:t>
            </a:r>
            <a:r>
              <a:rPr lang="en-US" dirty="0"/>
              <a:t> (GDPR, SOX, HIPAA, etc.) through automated audits and reports.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33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GitOps</a:t>
            </a:r>
            <a:r>
              <a:rPr lang="en-US" b="1" dirty="0"/>
              <a:t> Foundations</a:t>
            </a:r>
            <a:endParaRPr lang="en-US" dirty="0"/>
          </a:p>
          <a:p>
            <a:r>
              <a:rPr lang="en-US" b="1" dirty="0"/>
              <a:t>Single Source of Truth:</a:t>
            </a:r>
            <a:r>
              <a:rPr lang="en-US" dirty="0"/>
              <a:t> Store application code, pipeline definitions, and infrastructure configs in Git.</a:t>
            </a:r>
          </a:p>
          <a:p>
            <a:r>
              <a:rPr lang="en-US" b="1" dirty="0"/>
              <a:t>Declarative Pipelines:</a:t>
            </a:r>
            <a:r>
              <a:rPr lang="en-US" dirty="0"/>
              <a:t> Ensure every environment state is </a:t>
            </a:r>
            <a:r>
              <a:rPr lang="en-US" b="1" dirty="0"/>
              <a:t>described in version-controlled manifests</a:t>
            </a:r>
            <a:r>
              <a:rPr lang="en-US" dirty="0"/>
              <a:t>.</a:t>
            </a:r>
          </a:p>
          <a:p>
            <a:r>
              <a:rPr lang="en-US" b="1" dirty="0"/>
              <a:t>Automated Reconciliation:</a:t>
            </a:r>
            <a:r>
              <a:rPr lang="en-US" dirty="0"/>
              <a:t> Use tools like </a:t>
            </a:r>
            <a:r>
              <a:rPr lang="en-US" b="1" dirty="0"/>
              <a:t>Argo CD</a:t>
            </a:r>
            <a:r>
              <a:rPr lang="en-US" dirty="0"/>
              <a:t> or </a:t>
            </a:r>
            <a:r>
              <a:rPr lang="en-US" b="1" dirty="0"/>
              <a:t>Flux</a:t>
            </a:r>
            <a:r>
              <a:rPr lang="en-US" dirty="0"/>
              <a:t> to continuously sync the desired state.</a:t>
            </a:r>
          </a:p>
          <a:p>
            <a:r>
              <a:rPr lang="en-US" b="1" dirty="0"/>
              <a:t>Auditability:</a:t>
            </a:r>
            <a:r>
              <a:rPr lang="en-US" dirty="0"/>
              <a:t> Every change is tracked via commits, enabling </a:t>
            </a:r>
            <a:r>
              <a:rPr lang="en-US" b="1" dirty="0"/>
              <a:t>full traceability and rollback</a:t>
            </a:r>
            <a:r>
              <a:rPr lang="en-US" dirty="0"/>
              <a:t>.</a:t>
            </a:r>
          </a:p>
          <a:p>
            <a:r>
              <a:rPr lang="en-US" b="1" dirty="0"/>
              <a:t>Infrastructure as Code (</a:t>
            </a:r>
            <a:r>
              <a:rPr lang="en-US" b="1" dirty="0" err="1"/>
              <a:t>IaC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IaC</a:t>
            </a:r>
            <a:r>
              <a:rPr lang="en-US" dirty="0"/>
              <a:t> frameworks like </a:t>
            </a:r>
            <a:r>
              <a:rPr lang="en-US" b="1" dirty="0"/>
              <a:t>Terraform, </a:t>
            </a:r>
            <a:r>
              <a:rPr lang="en-US" b="1" dirty="0" err="1"/>
              <a:t>Pulumi</a:t>
            </a:r>
            <a:r>
              <a:rPr lang="en-US" b="1" dirty="0"/>
              <a:t>, or Bicep</a:t>
            </a:r>
            <a:r>
              <a:rPr lang="en-US" dirty="0"/>
              <a:t> to provision </a:t>
            </a:r>
            <a:r>
              <a:rPr lang="en-US" b="1" dirty="0"/>
              <a:t>cloud, hybrid, or on-prem</a:t>
            </a:r>
            <a:r>
              <a:rPr lang="en-US" dirty="0"/>
              <a:t> environments.</a:t>
            </a:r>
          </a:p>
          <a:p>
            <a:r>
              <a:rPr lang="en-US" b="1" dirty="0"/>
              <a:t>Modular templates</a:t>
            </a:r>
            <a:r>
              <a:rPr lang="en-US" dirty="0"/>
              <a:t> allow consistent, reusable infrastructure deployments.</a:t>
            </a:r>
          </a:p>
          <a:p>
            <a:r>
              <a:rPr lang="en-US" b="1" dirty="0"/>
              <a:t>Validation and linting</a:t>
            </a:r>
            <a:r>
              <a:rPr lang="en-US" dirty="0"/>
              <a:t> integrated into pipelines to catch misconfigurations early.</a:t>
            </a:r>
          </a:p>
          <a:p>
            <a:r>
              <a:rPr lang="en-US" dirty="0"/>
              <a:t>Apply </a:t>
            </a:r>
            <a:r>
              <a:rPr lang="en-US" b="1" dirty="0"/>
              <a:t>policy-as-code</a:t>
            </a:r>
            <a:r>
              <a:rPr lang="en-US" dirty="0"/>
              <a:t> to enforce compliance and security guardrails.</a:t>
            </a:r>
          </a:p>
          <a:p>
            <a:r>
              <a:rPr lang="en-US" b="1" dirty="0"/>
              <a:t>Progressive Delivery Strategies</a:t>
            </a:r>
            <a:endParaRPr lang="en-US" dirty="0"/>
          </a:p>
          <a:p>
            <a:r>
              <a:rPr lang="en-US" b="1" dirty="0"/>
              <a:t>Canary Deployments:</a:t>
            </a:r>
            <a:r>
              <a:rPr lang="en-US" dirty="0"/>
              <a:t> Gradually release changes to a </a:t>
            </a:r>
            <a:r>
              <a:rPr lang="en-US" b="1" dirty="0"/>
              <a:t>small percentage of users</a:t>
            </a:r>
            <a:r>
              <a:rPr lang="en-US" dirty="0"/>
              <a:t> to validate stability.</a:t>
            </a:r>
          </a:p>
          <a:p>
            <a:r>
              <a:rPr lang="en-US" b="1" dirty="0"/>
              <a:t>Blue-Green Deployments:</a:t>
            </a:r>
            <a:r>
              <a:rPr lang="en-US" dirty="0"/>
              <a:t> Maintain </a:t>
            </a:r>
            <a:r>
              <a:rPr lang="en-US" b="1" dirty="0"/>
              <a:t>parallel production environments</a:t>
            </a:r>
            <a:r>
              <a:rPr lang="en-US" dirty="0"/>
              <a:t> for seamless rollbacks.</a:t>
            </a:r>
          </a:p>
          <a:p>
            <a:r>
              <a:rPr lang="en-US" dirty="0"/>
              <a:t>Use </a:t>
            </a:r>
            <a:r>
              <a:rPr lang="en-US" b="1" dirty="0"/>
              <a:t>automated metrics monitoring</a:t>
            </a:r>
            <a:r>
              <a:rPr lang="en-US" dirty="0"/>
              <a:t> (via Prometheus, Datadog, etc.) to decide when to promote or roll back releases.</a:t>
            </a:r>
          </a:p>
          <a:p>
            <a:r>
              <a:rPr lang="en-US" b="1" dirty="0"/>
              <a:t>Feature Flag Strategies</a:t>
            </a:r>
            <a:endParaRPr lang="en-US" dirty="0"/>
          </a:p>
          <a:p>
            <a:r>
              <a:rPr lang="en-US" dirty="0"/>
              <a:t>Implement </a:t>
            </a:r>
            <a:r>
              <a:rPr lang="en-US" b="1" dirty="0"/>
              <a:t>feature toggles</a:t>
            </a:r>
            <a:r>
              <a:rPr lang="en-US" dirty="0"/>
              <a:t> for controlled, incremental releases without redeploying.</a:t>
            </a:r>
          </a:p>
          <a:p>
            <a:r>
              <a:rPr lang="en-US" dirty="0"/>
              <a:t>Enable </a:t>
            </a:r>
            <a:r>
              <a:rPr lang="en-US" b="1" dirty="0"/>
              <a:t>A/B testing and dark launches</a:t>
            </a:r>
            <a:r>
              <a:rPr lang="en-US" dirty="0"/>
              <a:t> to validate functionality before full rollout.</a:t>
            </a:r>
          </a:p>
          <a:p>
            <a:r>
              <a:rPr lang="en-US" dirty="0"/>
              <a:t>Integrate feature flags with CI/CD pipelines to </a:t>
            </a:r>
            <a:r>
              <a:rPr lang="en-US" b="1" dirty="0"/>
              <a:t>decouple feature deployment from code release</a:t>
            </a:r>
            <a:r>
              <a:rPr lang="en-US" dirty="0"/>
              <a:t>.</a:t>
            </a:r>
          </a:p>
          <a:p>
            <a:r>
              <a:rPr lang="en-US" dirty="0"/>
              <a:t>Use platforms like </a:t>
            </a:r>
            <a:r>
              <a:rPr lang="en-US" b="1" dirty="0" err="1"/>
              <a:t>LaunchDarkly</a:t>
            </a:r>
            <a:r>
              <a:rPr lang="en-US" b="1" dirty="0"/>
              <a:t>, Unleash, or </a:t>
            </a:r>
            <a:r>
              <a:rPr lang="en-US" b="1" dirty="0" err="1"/>
              <a:t>Flipt</a:t>
            </a:r>
            <a:r>
              <a:rPr lang="en-US" dirty="0"/>
              <a:t> for governance and analytics.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5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has an AI option</a:t>
            </a:r>
          </a:p>
          <a:p>
            <a:r>
              <a:rPr lang="en-US" dirty="0"/>
              <a:t>Is it the right one?</a:t>
            </a:r>
          </a:p>
          <a:p>
            <a:r>
              <a:rPr lang="en-US" dirty="0"/>
              <a:t>Foundation of AI governance and policy</a:t>
            </a:r>
          </a:p>
          <a:p>
            <a:r>
              <a:rPr lang="en-US" dirty="0"/>
              <a:t>Differences between shadow AI and authorized AI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79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code retained in </a:t>
            </a:r>
            <a:r>
              <a:rPr lang="en-US" dirty="0" err="1"/>
              <a:t>Github</a:t>
            </a:r>
            <a:r>
              <a:rPr lang="en-US" dirty="0"/>
              <a:t> or other Git repository.</a:t>
            </a:r>
          </a:p>
          <a:p>
            <a:r>
              <a:rPr lang="en-US" dirty="0"/>
              <a:t>AI checks code and reviews, only promoting those to build &amp; test which meet requirements.</a:t>
            </a:r>
          </a:p>
          <a:p>
            <a:endParaRPr lang="en-US" dirty="0"/>
          </a:p>
          <a:p>
            <a:r>
              <a:rPr lang="en-US" dirty="0"/>
              <a:t>From the build and test, anomaly detection, if detected, will alert and release will fail and rollback.</a:t>
            </a:r>
          </a:p>
          <a:p>
            <a:endParaRPr lang="en-US" dirty="0"/>
          </a:p>
          <a:p>
            <a:r>
              <a:rPr lang="en-US" dirty="0"/>
              <a:t>For my demo, I did all scripting in </a:t>
            </a:r>
            <a:r>
              <a:rPr lang="en-US" dirty="0" err="1"/>
              <a:t>Powershell</a:t>
            </a:r>
            <a:r>
              <a:rPr lang="en-US" dirty="0"/>
              <a:t> and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09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33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68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0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E52CB-51DC-41EE-904D-8E4E0434BA4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4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F1E5A0-D425-C347-B9BD-EB00F8D14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4200" y="1825625"/>
            <a:ext cx="6210300" cy="4351338"/>
          </a:xfrm>
        </p:spPr>
        <p:txBody>
          <a:bodyPr/>
          <a:lstStyle/>
          <a:p>
            <a:pPr lvl="0"/>
            <a:r>
              <a:rPr lang="en-GB"/>
              <a:t>Click to edit Master text styles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B2CC6-CE85-DA43-8D4F-7A9B810C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65125"/>
            <a:ext cx="6210300" cy="1325563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30DD0B5-7F5A-6E41-9195-D528F18E2D7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auto">
          <a:xfrm>
            <a:off x="6721195" y="0"/>
            <a:ext cx="5470805" cy="6858000"/>
          </a:xfrm>
          <a:custGeom>
            <a:avLst/>
            <a:gdLst>
              <a:gd name="connsiteX0" fmla="*/ 2273191 w 5470805"/>
              <a:gd name="connsiteY0" fmla="*/ 0 h 6858000"/>
              <a:gd name="connsiteX1" fmla="*/ 3552358 w 5470805"/>
              <a:gd name="connsiteY1" fmla="*/ 0 h 6858000"/>
              <a:gd name="connsiteX2" fmla="*/ 5419407 w 5470805"/>
              <a:gd name="connsiteY2" fmla="*/ 0 h 6858000"/>
              <a:gd name="connsiteX3" fmla="*/ 5470805 w 5470805"/>
              <a:gd name="connsiteY3" fmla="*/ 0 h 6858000"/>
              <a:gd name="connsiteX4" fmla="*/ 5470805 w 5470805"/>
              <a:gd name="connsiteY4" fmla="*/ 14733 h 6858000"/>
              <a:gd name="connsiteX5" fmla="*/ 5470805 w 5470805"/>
              <a:gd name="connsiteY5" fmla="*/ 1846729 h 6858000"/>
              <a:gd name="connsiteX6" fmla="*/ 5470805 w 5470805"/>
              <a:gd name="connsiteY6" fmla="*/ 6858000 h 6858000"/>
              <a:gd name="connsiteX7" fmla="*/ 1166884 w 5470805"/>
              <a:gd name="connsiteY7" fmla="*/ 6858000 h 6858000"/>
              <a:gd name="connsiteX8" fmla="*/ 0 w 5470805"/>
              <a:gd name="connsiteY8" fmla="*/ 1181100 h 6858000"/>
              <a:gd name="connsiteX9" fmla="*/ 2067599 w 5470805"/>
              <a:gd name="connsiteY9" fmla="*/ 582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0805" h="6858000">
                <a:moveTo>
                  <a:pt x="2273191" y="0"/>
                </a:moveTo>
                <a:lnTo>
                  <a:pt x="3552358" y="0"/>
                </a:lnTo>
                <a:lnTo>
                  <a:pt x="5419407" y="0"/>
                </a:lnTo>
                <a:lnTo>
                  <a:pt x="5470805" y="0"/>
                </a:lnTo>
                <a:lnTo>
                  <a:pt x="5470805" y="14733"/>
                </a:lnTo>
                <a:lnTo>
                  <a:pt x="5470805" y="1846729"/>
                </a:lnTo>
                <a:lnTo>
                  <a:pt x="5470805" y="6858000"/>
                </a:lnTo>
                <a:lnTo>
                  <a:pt x="1166884" y="6858000"/>
                </a:lnTo>
                <a:lnTo>
                  <a:pt x="0" y="1181100"/>
                </a:lnTo>
                <a:cubicBezTo>
                  <a:pt x="565117" y="722336"/>
                  <a:pt x="1263460" y="313206"/>
                  <a:pt x="2067599" y="5828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>
                <a:highlight>
                  <a:srgbClr val="FFFF00"/>
                </a:highlight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>
                <a:srgbClr val="CC0000"/>
              </a:buClr>
              <a:buSzPct val="100000"/>
              <a:buFont typeface="Arial"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4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tylerauerbeck/using-open-policy-agent-and-conftest-to-validate-your-openshift-4-ipi-configuration-3n6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whitepapers/latest/overview-deployment-options/canary-deployment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devops/deliver/what-is-infrastructure-as-code" TargetMode="External"/><Relationship Id="rId4" Type="http://schemas.openxmlformats.org/officeDocument/2006/relationships/hyperlink" Target="https://docs.aws.amazon.com/whitepapers/latest/blue-green-deployments/welcome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github.com/Dbakevlar/Presentations2025/" TargetMode="External"/><Relationship Id="rId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bakevlar.com/" TargetMode="External"/><Relationship Id="rId2" Type="http://schemas.openxmlformats.org/officeDocument/2006/relationships/hyperlink" Target="mailto:Kellyn.Gorman@redgate.com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bakevlar/Presentations2025" TargetMode="External"/><Relationship Id="rId3" Type="http://schemas.openxmlformats.org/officeDocument/2006/relationships/hyperlink" Target="https://ollama.com/download/windows" TargetMode="External"/><Relationship Id="rId7" Type="http://schemas.openxmlformats.org/officeDocument/2006/relationships/hyperlink" Target="https://www.sqlservercentral.com/editorials/using-ollama-on-windows-11-as-an-alternative-to-public-llm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Qwen" TargetMode="External"/><Relationship Id="rId5" Type="http://schemas.openxmlformats.org/officeDocument/2006/relationships/hyperlink" Target="https://www.postgresql.org/download/windows/" TargetMode="External"/><Relationship Id="rId4" Type="http://schemas.openxmlformats.org/officeDocument/2006/relationships/hyperlink" Target="https://www.red-gate.com/hub/product-learning/flyway/automating-flyway-desktop-develop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300"/>
              <a:t>Optimizing CI/CD for Hybrid and Cloud Environments with DevOps and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/>
              <a:t>Building scalable, secure, and AI-enhanced CI/CD pipelines</a:t>
            </a:r>
          </a:p>
        </p:txBody>
      </p:sp>
      <p:pic>
        <p:nvPicPr>
          <p:cNvPr id="7" name="Graphic 6" descr="Syncing Cloud">
            <a:extLst>
              <a:ext uri="{FF2B5EF4-FFF2-40B4-BE49-F238E27FC236}">
                <a16:creationId xmlns:a16="http://schemas.microsoft.com/office/drawing/2014/main" id="{354B6225-16CC-F347-945D-AE22EAC2E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724AF6-DE11-5EA3-2D4F-D9510708826C}"/>
              </a:ext>
            </a:extLst>
          </p:cNvPr>
          <p:cNvSpPr txBox="1"/>
          <p:nvPr/>
        </p:nvSpPr>
        <p:spPr>
          <a:xfrm>
            <a:off x="572140" y="2035999"/>
            <a:ext cx="6194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atebase Medium" panose="00000500000000000000" pitchFamily="50" charset="0"/>
                <a:ea typeface="Roboto" charset="0"/>
                <a:cs typeface="Roboto" charset="0"/>
              </a:rPr>
              <a:t>Kellyn Gorman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17B4AE-E3C4-D9DC-E73F-743C51F3485D}"/>
              </a:ext>
            </a:extLst>
          </p:cNvPr>
          <p:cNvSpPr txBox="1"/>
          <p:nvPr/>
        </p:nvSpPr>
        <p:spPr>
          <a:xfrm>
            <a:off x="572140" y="2866996"/>
            <a:ext cx="479022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 Medium"/>
                <a:ea typeface="Roboto Medium"/>
                <a:cs typeface="Arial"/>
              </a:rPr>
              <a:t>Multiplatform and AI Advocate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3CC61-B2F5-EFEA-395E-038D09D5E29E}"/>
              </a:ext>
            </a:extLst>
          </p:cNvPr>
          <p:cNvSpPr/>
          <p:nvPr/>
        </p:nvSpPr>
        <p:spPr>
          <a:xfrm>
            <a:off x="572140" y="4398358"/>
            <a:ext cx="5138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Roboto" charset="0"/>
                <a:ea typeface="Roboto" charset="0"/>
                <a:cs typeface="Roboto" charset="0"/>
              </a:rPr>
              <a:t>https:dbakevlar.com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E0977-F539-45B4-9C25-3CB62220BA40}"/>
              </a:ext>
            </a:extLst>
          </p:cNvPr>
          <p:cNvSpPr txBox="1"/>
          <p:nvPr/>
        </p:nvSpPr>
        <p:spPr>
          <a:xfrm>
            <a:off x="2342792" y="478935"/>
            <a:ext cx="84970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gatebase Medium" panose="00000500000000000000" pitchFamily="50" charset="0"/>
                <a:ea typeface="Roboto Medium" pitchFamily="2" charset="0"/>
                <a:cs typeface="Arial" panose="020B0604020202020204" pitchFamily="34" charset="0"/>
              </a:rPr>
              <a:t>About me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4C8ECFB-9EF0-E0F9-E1CE-1B02975FF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140" y="548397"/>
            <a:ext cx="1693732" cy="361584"/>
          </a:xfrm>
          <a:prstGeom prst="rect">
            <a:avLst/>
          </a:prstGeom>
        </p:spPr>
      </p:pic>
      <p:pic>
        <p:nvPicPr>
          <p:cNvPr id="2" name="Picture Placeholder 9">
            <a:extLst>
              <a:ext uri="{FF2B5EF4-FFF2-40B4-BE49-F238E27FC236}">
                <a16:creationId xmlns:a16="http://schemas.microsoft.com/office/drawing/2014/main" id="{F7CD3CCD-7D93-C934-EA29-C4FB92C3AE2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/>
          <a:srcRect l="10116" r="10116"/>
          <a:stretch/>
        </p:blipFill>
        <p:spPr>
          <a:xfrm>
            <a:off x="6721475" y="0"/>
            <a:ext cx="5470525" cy="6858000"/>
          </a:xfrm>
        </p:spPr>
      </p:pic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FAC735DA-257D-1C28-3408-61BE8A0133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760" y="4583024"/>
            <a:ext cx="2191541" cy="219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8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/>
              <a:t>Agenda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1A21F-F72A-271F-49EA-9FD3937602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09" b="37341"/>
          <a:stretch>
            <a:fillRect/>
          </a:stretch>
        </p:blipFill>
        <p:spPr>
          <a:xfrm>
            <a:off x="1123357" y="3388493"/>
            <a:ext cx="3533985" cy="1987866"/>
          </a:xfrm>
          <a:prstGeom prst="rect">
            <a:avLst/>
          </a:prstGeom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6A082A4-E4B1-2E8B-22AC-60F915D74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254227"/>
              </p:ext>
            </p:extLst>
          </p:nvPr>
        </p:nvGraphicFramePr>
        <p:xfrm>
          <a:off x="5255260" y="2998278"/>
          <a:ext cx="4238257" cy="272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EDDAB-41E9-BC27-EF57-B74DFA8E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Discussion vs. Demo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5FDD6F-0856-751F-5A66-626BD81A2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119741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338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Foundations of Modern CI/CD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D59083F-60A1-5F38-5314-5CBCE85FD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9585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7EB4-FD48-288C-262B-2436970A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On-premises / Hybrid / Cloud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A64529-5C38-70CA-DEAB-A077A44B8C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611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it-IT" sz="4600"/>
              <a:t>Leveraging AI in CI/CD Pipelines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Predictive build and test optimization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AI-assisted code review and recommendations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Anomaly detection in pipelines and deployments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Smarter rollbacks and deployment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100"/>
              <a:t>Security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409569"/>
            <a:ext cx="8074815" cy="3360296"/>
          </a:xfrm>
        </p:spPr>
        <p:txBody>
          <a:bodyPr anchor="t"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Ensure that AI governance and policy is in place BEFORE integration of AI into platforms/software.</a:t>
            </a:r>
          </a:p>
          <a:p>
            <a:r>
              <a:rPr lang="en-US" sz="2400" dirty="0"/>
              <a:t>Mitigating AI-related vulnerabilities</a:t>
            </a:r>
          </a:p>
          <a:p>
            <a:r>
              <a:rPr lang="en-US" sz="2400" dirty="0"/>
              <a:t>Ensuring model integrity and compliance</a:t>
            </a:r>
          </a:p>
          <a:p>
            <a:r>
              <a:rPr lang="en-US" sz="2400" dirty="0"/>
              <a:t>Zero Trust pipelines</a:t>
            </a:r>
          </a:p>
          <a:p>
            <a:r>
              <a:rPr lang="en-US" sz="2400" dirty="0"/>
              <a:t>Policy-as-Code and automated compliance checks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D448E-6129-4768-E1DD-94BE354BE013}"/>
              </a:ext>
            </a:extLst>
          </p:cNvPr>
          <p:cNvSpPr txBox="1"/>
          <p:nvPr/>
        </p:nvSpPr>
        <p:spPr>
          <a:xfrm>
            <a:off x="898893" y="6363755"/>
            <a:ext cx="8664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3"/>
              </a:rPr>
              <a:t>https://dev.to/tylerauerbeck/using-open-policy-agent-and-conftest-to-validate-your-openshift-4-ipi-configuration-3n6o</a:t>
            </a:r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/>
              <a:t>Key Practices and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372497"/>
            <a:ext cx="8074815" cy="3397367"/>
          </a:xfrm>
        </p:spPr>
        <p:txBody>
          <a:bodyPr anchor="t">
            <a:normAutofit/>
          </a:bodyPr>
          <a:lstStyle/>
          <a:p>
            <a:endParaRPr lang="en-US" sz="2400" dirty="0"/>
          </a:p>
          <a:p>
            <a:r>
              <a:rPr lang="en-US" sz="2400" dirty="0" err="1"/>
              <a:t>GitOps</a:t>
            </a:r>
            <a:r>
              <a:rPr lang="en-US" sz="2400" dirty="0"/>
              <a:t> for declarative pipelines</a:t>
            </a:r>
          </a:p>
          <a:p>
            <a:r>
              <a:rPr lang="en-US" sz="2400" dirty="0"/>
              <a:t>Infrastructure as Code with Terraform, </a:t>
            </a:r>
            <a:r>
              <a:rPr lang="en-US" sz="2400" dirty="0" err="1"/>
              <a:t>Pulumi</a:t>
            </a:r>
            <a:r>
              <a:rPr lang="en-US" sz="2400" dirty="0"/>
              <a:t>, Bicep or scripting solutions.</a:t>
            </a:r>
          </a:p>
          <a:p>
            <a:r>
              <a:rPr lang="en-US" sz="2400" dirty="0"/>
              <a:t>Progressive delivery: </a:t>
            </a:r>
            <a:r>
              <a:rPr lang="en-US" sz="2400" dirty="0">
                <a:hlinkClick r:id="rId3"/>
              </a:rPr>
              <a:t>Canary</a:t>
            </a:r>
            <a:r>
              <a:rPr lang="en-US" sz="2400" dirty="0"/>
              <a:t> and </a:t>
            </a:r>
            <a:r>
              <a:rPr lang="en-US" sz="2400" dirty="0">
                <a:hlinkClick r:id="rId4"/>
              </a:rPr>
              <a:t>blue-green</a:t>
            </a:r>
            <a:r>
              <a:rPr lang="en-US" sz="2400" dirty="0"/>
              <a:t> deployments</a:t>
            </a:r>
          </a:p>
          <a:p>
            <a:r>
              <a:rPr lang="en-US" sz="2400" dirty="0"/>
              <a:t>Feature flag strategies are beneficial.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8CF2B-4C1D-2533-511C-BC5B66EB358B}"/>
              </a:ext>
            </a:extLst>
          </p:cNvPr>
          <p:cNvSpPr txBox="1"/>
          <p:nvPr/>
        </p:nvSpPr>
        <p:spPr>
          <a:xfrm>
            <a:off x="641774" y="6354461"/>
            <a:ext cx="6093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5"/>
              </a:rPr>
              <a:t>https://learn.microsoft.com/en-us/devops/deliver/what-is-infrastructure-as-code</a:t>
            </a:r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A0858-1684-F97E-BE74-1950601B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The Challenges of Incorporating AI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1F3722-4771-749B-6C46-42E855C2D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9982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9900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BE1FB-7419-8506-6136-BBAC32CBF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200" dirty="0"/>
              <a:t>New </a:t>
            </a:r>
            <a:r>
              <a:rPr lang="en-US" sz="7200"/>
              <a:t>AI POV</a:t>
            </a: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…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51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47A04EA8-2309-6BDD-87AD-EEE6C048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59" r="23010" b="59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37C3C-5225-9BD5-4961-D9AF85A5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/>
              <a:t>Example Workflow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07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D144591-E9E9-4209-8701-3BB48A91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084" y="547712"/>
            <a:ext cx="3337715" cy="5577367"/>
          </a:xfrm>
        </p:spPr>
        <p:txBody>
          <a:bodyPr>
            <a:normAutofit/>
          </a:bodyPr>
          <a:lstStyle/>
          <a:p>
            <a:r>
              <a:rPr lang="en-US"/>
              <a:t>Demo Walkthrough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E4783F1-5A56-D091-FCE7-22AA7284B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926188"/>
              </p:ext>
            </p:extLst>
          </p:nvPr>
        </p:nvGraphicFramePr>
        <p:xfrm>
          <a:off x="838200" y="620392"/>
          <a:ext cx="6630174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13B6D-BEDF-7811-1B11-DA820D90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Environment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7D4A66-386E-9217-4338-C2E60D9AFE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3698284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38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Play">
            <a:extLst>
              <a:ext uri="{FF2B5EF4-FFF2-40B4-BE49-F238E27FC236}">
                <a16:creationId xmlns:a16="http://schemas.microsoft.com/office/drawing/2014/main" id="{65F3CDBF-18AD-CDBB-CDA6-3853074B3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2DFF7A-303E-566C-FA2C-21B2FAD2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09" y="2960716"/>
            <a:ext cx="5303521" cy="2387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800" dirty="0"/>
            </a:br>
            <a:br>
              <a:rPr lang="en-US" sz="1800" dirty="0"/>
            </a:b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D17FF-369D-5E92-8277-D4447157817A}"/>
              </a:ext>
            </a:extLst>
          </p:cNvPr>
          <p:cNvSpPr txBox="1"/>
          <p:nvPr/>
        </p:nvSpPr>
        <p:spPr>
          <a:xfrm>
            <a:off x="6466591" y="5696571"/>
            <a:ext cx="5364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Scripts and Demo Sheet Available at:</a:t>
            </a:r>
            <a:br>
              <a:rPr lang="en-US" dirty="0"/>
            </a:br>
            <a:r>
              <a:rPr lang="en-US" dirty="0">
                <a:hlinkClick r:id="rId5"/>
              </a:rPr>
              <a:t>http://github.com/Dbakevlar/Presentations2025/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10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9BA2-0EF2-BC1D-0B82-5F9AC230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What Did I Do for the Demo?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D76080-DE4E-DB05-CFEE-A69628F8CD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240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Key Takeaways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AF77B66-3EB7-FF41-88DD-52DDFDDE3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98982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B7A943-7120-E63E-BD60-514113C0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/>
              <a:t>Q&amp;A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D35B0-3A6E-B0B5-5274-64FFEEC4C0AF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Kellyn Gorman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Engineer and Advocate, Redgate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hlinkClick r:id="rId2"/>
              </a:rPr>
              <a:t>Kellyn.Gorman@redgate.com</a:t>
            </a: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hlinkClick r:id="rId3"/>
              </a:rPr>
              <a:t>https://dbakevlar.com</a:t>
            </a:r>
            <a:endParaRPr lang="en-US" sz="20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qr code with a dinosaur&#10;&#10;AI-generated content may be incorrect.">
            <a:extLst>
              <a:ext uri="{FF2B5EF4-FFF2-40B4-BE49-F238E27FC236}">
                <a16:creationId xmlns:a16="http://schemas.microsoft.com/office/drawing/2014/main" id="{5C847EDD-8BED-40E6-BE75-1C445747E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058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7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F380C-BBF3-41A8-BB00-32E2D07C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References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49D7-1C20-679F-4103-3C3B3C953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984778"/>
            <a:ext cx="10143668" cy="3050262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dirty="0" err="1"/>
              <a:t>Ollama</a:t>
            </a:r>
            <a:r>
              <a:rPr lang="en-US" sz="2400" dirty="0"/>
              <a:t> for Windows: </a:t>
            </a:r>
            <a:r>
              <a:rPr lang="en-US" sz="2400" dirty="0">
                <a:hlinkClick r:id="rId3"/>
              </a:rPr>
              <a:t>https://ollama.com/download/windows</a:t>
            </a:r>
            <a:endParaRPr lang="en-US" sz="2400" dirty="0"/>
          </a:p>
          <a:p>
            <a:r>
              <a:rPr lang="en-US" sz="2400" dirty="0"/>
              <a:t>Flyway Teams and CLI: </a:t>
            </a:r>
            <a:r>
              <a:rPr lang="en-US" sz="2400" dirty="0">
                <a:hlinkClick r:id="rId4"/>
              </a:rPr>
              <a:t>https://www.red-gate.com/hub/product-learning/flyway/automating-flyway-desktop-development</a:t>
            </a:r>
            <a:endParaRPr lang="en-US" sz="2400" dirty="0"/>
          </a:p>
          <a:p>
            <a:r>
              <a:rPr lang="en-US" sz="2400" dirty="0"/>
              <a:t>Postgres on Windows: </a:t>
            </a:r>
            <a:r>
              <a:rPr lang="en-US" sz="2400" dirty="0">
                <a:hlinkClick r:id="rId5"/>
              </a:rPr>
              <a:t>https://www.postgresql.org/download/windows/</a:t>
            </a:r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dirty="0" err="1"/>
              <a:t>qwen</a:t>
            </a:r>
            <a:r>
              <a:rPr lang="en-US" sz="2400" dirty="0"/>
              <a:t> LLM (I use 2.5 to keep it very lightweight): </a:t>
            </a:r>
            <a:r>
              <a:rPr lang="en-US" sz="2400" dirty="0">
                <a:hlinkClick r:id="rId6"/>
              </a:rPr>
              <a:t>https://huggingface.co/Qwen</a:t>
            </a:r>
            <a:endParaRPr lang="en-US" sz="2400" dirty="0"/>
          </a:p>
          <a:p>
            <a:r>
              <a:rPr lang="en-US" sz="2400" dirty="0"/>
              <a:t>Optimizing </a:t>
            </a:r>
            <a:r>
              <a:rPr lang="en-US" sz="2400" dirty="0" err="1"/>
              <a:t>Ollama</a:t>
            </a:r>
            <a:r>
              <a:rPr lang="en-US" sz="2400" dirty="0"/>
              <a:t> with Windows 11: </a:t>
            </a:r>
            <a:r>
              <a:rPr lang="en-US" sz="2400" dirty="0">
                <a:hlinkClick r:id="rId7"/>
              </a:rPr>
              <a:t>https://www.sqlservercentral.com/editorials/using-ollama-on-windows-11-as-an-alternative-to-public-llms</a:t>
            </a:r>
            <a:endParaRPr lang="en-US" sz="2400" dirty="0"/>
          </a:p>
          <a:p>
            <a:r>
              <a:rPr lang="en-US" sz="2400" dirty="0"/>
              <a:t>All code can be found here:  </a:t>
            </a:r>
            <a:r>
              <a:rPr lang="en-US" sz="2400" dirty="0">
                <a:hlinkClick r:id="rId8"/>
              </a:rPr>
              <a:t>https://github.com/Dbakevlar/Presentations2025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786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4032</TotalTime>
  <Words>1577</Words>
  <Application>Microsoft Office PowerPoint</Application>
  <PresentationFormat>Widescreen</PresentationFormat>
  <Paragraphs>186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gatebase Medium</vt:lpstr>
      <vt:lpstr>Roboto</vt:lpstr>
      <vt:lpstr>Roboto Medium</vt:lpstr>
      <vt:lpstr>Wingdings</vt:lpstr>
      <vt:lpstr>Office Theme</vt:lpstr>
      <vt:lpstr>Optimizing CI/CD for Hybrid and Cloud Environments with DevOps and AI</vt:lpstr>
      <vt:lpstr>PowerPoint Presentation</vt:lpstr>
      <vt:lpstr>Agenda</vt:lpstr>
      <vt:lpstr>Discussion vs. Demo</vt:lpstr>
      <vt:lpstr>Foundations of Modern CI/CD</vt:lpstr>
      <vt:lpstr>On-premises / Hybrid / Cloud</vt:lpstr>
      <vt:lpstr>Leveraging AI in CI/CD Pipelines</vt:lpstr>
      <vt:lpstr>Security and Governance</vt:lpstr>
      <vt:lpstr>Key Practices and Patterns</vt:lpstr>
      <vt:lpstr>The Challenges of Incorporating AI</vt:lpstr>
      <vt:lpstr>New AI POV…</vt:lpstr>
      <vt:lpstr>Example Workflow</vt:lpstr>
      <vt:lpstr>Demo Walkthrough</vt:lpstr>
      <vt:lpstr>Demo Environment</vt:lpstr>
      <vt:lpstr>Demo    </vt:lpstr>
      <vt:lpstr>So What Did I Do for the Demo?</vt:lpstr>
      <vt:lpstr>Key Takeaways</vt:lpstr>
      <vt:lpstr>Q&amp;A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Kellyn Gorman</dc:creator>
  <cp:keywords/>
  <dc:description>generated using python-pptx</dc:description>
  <cp:lastModifiedBy>Kellyn Gorman</cp:lastModifiedBy>
  <cp:revision>15</cp:revision>
  <dcterms:created xsi:type="dcterms:W3CDTF">2013-01-27T09:14:16Z</dcterms:created>
  <dcterms:modified xsi:type="dcterms:W3CDTF">2025-11-05T18:06:58Z</dcterms:modified>
  <cp:category/>
</cp:coreProperties>
</file>