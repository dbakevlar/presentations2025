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39" r:id="rId4"/>
    <p:sldMasterId id="2147483810" r:id="rId5"/>
  </p:sldMasterIdLst>
  <p:notesMasterIdLst>
    <p:notesMasterId r:id="rId71"/>
  </p:notesMasterIdLst>
  <p:handoutMasterIdLst>
    <p:handoutMasterId r:id="rId72"/>
  </p:handoutMasterIdLst>
  <p:sldIdLst>
    <p:sldId id="794" r:id="rId6"/>
    <p:sldId id="2145704072" r:id="rId7"/>
    <p:sldId id="257" r:id="rId8"/>
    <p:sldId id="258" r:id="rId9"/>
    <p:sldId id="259" r:id="rId10"/>
    <p:sldId id="263" r:id="rId11"/>
    <p:sldId id="798" r:id="rId12"/>
    <p:sldId id="260" r:id="rId13"/>
    <p:sldId id="791" r:id="rId14"/>
    <p:sldId id="2145704073" r:id="rId15"/>
    <p:sldId id="2145704074" r:id="rId16"/>
    <p:sldId id="796" r:id="rId17"/>
    <p:sldId id="264" r:id="rId18"/>
    <p:sldId id="2145704075" r:id="rId19"/>
    <p:sldId id="2145704076" r:id="rId20"/>
    <p:sldId id="797" r:id="rId21"/>
    <p:sldId id="261" r:id="rId22"/>
    <p:sldId id="800" r:id="rId23"/>
    <p:sldId id="801" r:id="rId24"/>
    <p:sldId id="806" r:id="rId25"/>
    <p:sldId id="265" r:id="rId26"/>
    <p:sldId id="802" r:id="rId27"/>
    <p:sldId id="803" r:id="rId28"/>
    <p:sldId id="805" r:id="rId29"/>
    <p:sldId id="804" r:id="rId30"/>
    <p:sldId id="799" r:id="rId31"/>
    <p:sldId id="262" r:id="rId32"/>
    <p:sldId id="807" r:id="rId33"/>
    <p:sldId id="808" r:id="rId34"/>
    <p:sldId id="809" r:id="rId35"/>
    <p:sldId id="810" r:id="rId36"/>
    <p:sldId id="816" r:id="rId37"/>
    <p:sldId id="266" r:id="rId38"/>
    <p:sldId id="811" r:id="rId39"/>
    <p:sldId id="812" r:id="rId40"/>
    <p:sldId id="813" r:id="rId41"/>
    <p:sldId id="814" r:id="rId42"/>
    <p:sldId id="815" r:id="rId43"/>
    <p:sldId id="818" r:id="rId44"/>
    <p:sldId id="267" r:id="rId45"/>
    <p:sldId id="268" r:id="rId46"/>
    <p:sldId id="269" r:id="rId47"/>
    <p:sldId id="270" r:id="rId48"/>
    <p:sldId id="819" r:id="rId49"/>
    <p:sldId id="2145704090" r:id="rId50"/>
    <p:sldId id="821" r:id="rId51"/>
    <p:sldId id="820" r:id="rId52"/>
    <p:sldId id="822" r:id="rId53"/>
    <p:sldId id="823" r:id="rId54"/>
    <p:sldId id="824" r:id="rId55"/>
    <p:sldId id="826" r:id="rId56"/>
    <p:sldId id="828" r:id="rId57"/>
    <p:sldId id="829" r:id="rId58"/>
    <p:sldId id="830" r:id="rId59"/>
    <p:sldId id="831" r:id="rId60"/>
    <p:sldId id="827" r:id="rId61"/>
    <p:sldId id="833" r:id="rId62"/>
    <p:sldId id="834" r:id="rId63"/>
    <p:sldId id="835" r:id="rId64"/>
    <p:sldId id="836" r:id="rId65"/>
    <p:sldId id="832" r:id="rId66"/>
    <p:sldId id="271" r:id="rId67"/>
    <p:sldId id="273" r:id="rId68"/>
    <p:sldId id="274" r:id="rId69"/>
    <p:sldId id="1730" r:id="rId70"/>
  </p:sldIdLst>
  <p:sldSz cx="12192000" cy="6858000"/>
  <p:notesSz cx="6797675" cy="9926638"/>
  <p:embeddedFontLst>
    <p:embeddedFont>
      <p:font typeface="gatebase Medium" panose="00000500000000000000" charset="0"/>
      <p:regular r:id="rId73"/>
    </p:embeddedFont>
    <p:embeddedFont>
      <p:font typeface="Roboto" panose="02000000000000000000" pitchFamily="2" charset="0"/>
      <p:regular r:id="rId74"/>
      <p:bold r:id="rId75"/>
      <p:italic r:id="rId76"/>
      <p:boldItalic r:id="rId77"/>
    </p:embeddedFont>
    <p:embeddedFont>
      <p:font typeface="Roboto Bold" panose="020B0604020202020204" charset="0"/>
      <p:bold r:id="rId78"/>
      <p:italic r:id="rId79"/>
      <p:boldItalic r:id="rId80"/>
    </p:embeddedFont>
    <p:embeddedFont>
      <p:font typeface="Roboto Medium" panose="02000000000000000000" pitchFamily="2" charset="0"/>
      <p:regular r:id="rId81"/>
      <p:italic r:id="rId82"/>
    </p:embeddedFont>
    <p:embeddedFont>
      <p:font typeface="Roboto Regular" panose="020B0604020202020204" charset="0"/>
      <p:regular r:id="rId83"/>
      <p:bold r:id="rId84"/>
      <p:italic r:id="rId85"/>
      <p:boldItalic r:id="rId86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Session Introduction Slides" id="{F0F73671-3FA4-724F-8566-04E3B0D3E1BB}">
          <p14:sldIdLst>
            <p14:sldId id="794"/>
          </p14:sldIdLst>
        </p14:section>
        <p14:section name="Content Slides" id="{AC2BF53A-ED41-4FC8-A5F6-5A2A091945A8}">
          <p14:sldIdLst>
            <p14:sldId id="2145704072"/>
            <p14:sldId id="257"/>
            <p14:sldId id="258"/>
            <p14:sldId id="259"/>
            <p14:sldId id="263"/>
            <p14:sldId id="798"/>
            <p14:sldId id="260"/>
            <p14:sldId id="791"/>
            <p14:sldId id="2145704073"/>
            <p14:sldId id="2145704074"/>
            <p14:sldId id="796"/>
            <p14:sldId id="264"/>
            <p14:sldId id="2145704075"/>
            <p14:sldId id="2145704076"/>
            <p14:sldId id="797"/>
            <p14:sldId id="261"/>
            <p14:sldId id="800"/>
            <p14:sldId id="801"/>
            <p14:sldId id="806"/>
            <p14:sldId id="265"/>
            <p14:sldId id="802"/>
            <p14:sldId id="803"/>
            <p14:sldId id="805"/>
            <p14:sldId id="804"/>
            <p14:sldId id="799"/>
            <p14:sldId id="262"/>
            <p14:sldId id="807"/>
            <p14:sldId id="808"/>
            <p14:sldId id="809"/>
            <p14:sldId id="810"/>
            <p14:sldId id="816"/>
            <p14:sldId id="266"/>
            <p14:sldId id="811"/>
            <p14:sldId id="812"/>
            <p14:sldId id="813"/>
            <p14:sldId id="814"/>
            <p14:sldId id="815"/>
            <p14:sldId id="818"/>
            <p14:sldId id="267"/>
            <p14:sldId id="268"/>
            <p14:sldId id="269"/>
            <p14:sldId id="270"/>
            <p14:sldId id="819"/>
            <p14:sldId id="2145704090"/>
            <p14:sldId id="821"/>
            <p14:sldId id="820"/>
            <p14:sldId id="822"/>
            <p14:sldId id="823"/>
            <p14:sldId id="824"/>
            <p14:sldId id="826"/>
            <p14:sldId id="828"/>
            <p14:sldId id="829"/>
            <p14:sldId id="830"/>
            <p14:sldId id="831"/>
            <p14:sldId id="827"/>
            <p14:sldId id="833"/>
            <p14:sldId id="834"/>
            <p14:sldId id="835"/>
            <p14:sldId id="836"/>
            <p14:sldId id="832"/>
            <p14:sldId id="271"/>
            <p14:sldId id="273"/>
            <p14:sldId id="274"/>
            <p14:sldId id="1730"/>
          </p14:sldIdLst>
        </p14:section>
        <p14:section name="Section Breaker Slides" id="{352D49E5-280C-4E55-B69A-8ABDEBC031AC}">
          <p14:sldIdLst/>
        </p14:section>
        <p14:section name="Wrap Up Slides" id="{D0F46B1A-3930-4E4E-AE2B-35B4FBD37CC3}">
          <p14:sldIdLst/>
        </p14:section>
        <p14:section name="Optional" id="{3F43AA34-A3F6-45A0-813C-2B385CE79EB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6063348-729E-4E53-1647-FCA97C59F23B}" name="Bryony Ford" initials="BF" userId="S::bryony.ford@red-gate.com::44d91d7b-8be4-4164-8d29-cf7de17c7f2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F2F2F2"/>
    <a:srgbClr val="E6E6E6"/>
    <a:srgbClr val="373737"/>
    <a:srgbClr val="2F6ED7"/>
    <a:srgbClr val="8AB6EC"/>
    <a:srgbClr val="B1CEF2"/>
    <a:srgbClr val="D8E7F9"/>
    <a:srgbClr val="7BA5D9"/>
    <a:srgbClr val="008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0F688C-0953-4950-BD0C-5E45FA012082}" v="24" dt="2025-11-05T14:39:01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4" y="2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font" Target="fonts/font12.fntdata"/><Relationship Id="rId89" Type="http://schemas.openxmlformats.org/officeDocument/2006/relationships/theme" Target="theme/theme1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font" Target="fonts/font2.fntdata"/><Relationship Id="rId79" Type="http://schemas.openxmlformats.org/officeDocument/2006/relationships/font" Target="fonts/font7.fntdata"/><Relationship Id="rId5" Type="http://schemas.openxmlformats.org/officeDocument/2006/relationships/slideMaster" Target="slideMasters/slideMaster2.xml"/><Relationship Id="rId90" Type="http://schemas.openxmlformats.org/officeDocument/2006/relationships/tableStyles" Target="tableStyles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handoutMaster" Target="handoutMasters/handoutMaster1.xml"/><Relationship Id="rId80" Type="http://schemas.openxmlformats.org/officeDocument/2006/relationships/font" Target="fonts/font8.fntdata"/><Relationship Id="rId85" Type="http://schemas.openxmlformats.org/officeDocument/2006/relationships/font" Target="fonts/font13.fntdata"/><Relationship Id="rId93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font" Target="fonts/font3.fntdata"/><Relationship Id="rId83" Type="http://schemas.openxmlformats.org/officeDocument/2006/relationships/font" Target="fonts/font11.fntdata"/><Relationship Id="rId88" Type="http://schemas.openxmlformats.org/officeDocument/2006/relationships/viewProps" Target="viewProps.xml"/><Relationship Id="rId9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font" Target="fonts/font1.fntdata"/><Relationship Id="rId78" Type="http://schemas.openxmlformats.org/officeDocument/2006/relationships/font" Target="fonts/font6.fntdata"/><Relationship Id="rId81" Type="http://schemas.openxmlformats.org/officeDocument/2006/relationships/font" Target="fonts/font9.fntdata"/><Relationship Id="rId86" Type="http://schemas.openxmlformats.org/officeDocument/2006/relationships/font" Target="fonts/font1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font" Target="fonts/font4.fntdata"/><Relationship Id="rId7" Type="http://schemas.openxmlformats.org/officeDocument/2006/relationships/slide" Target="slides/slide2.xml"/><Relationship Id="rId71" Type="http://schemas.openxmlformats.org/officeDocument/2006/relationships/notesMaster" Target="notesMasters/notesMaster1.xml"/><Relationship Id="rId92" Type="http://schemas.microsoft.com/office/2015/10/relationships/revisionInfo" Target="revisionInfo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presProps" Target="presProps.xml"/><Relationship Id="rId61" Type="http://schemas.openxmlformats.org/officeDocument/2006/relationships/slide" Target="slides/slide56.xml"/><Relationship Id="rId82" Type="http://schemas.openxmlformats.org/officeDocument/2006/relationships/font" Target="fonts/font10.fntdata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lyn Gorman" userId="e23a768f-2613-433c-8868-7d00ab8a4972" providerId="ADAL" clId="{C393EDAA-CBB4-435C-BAD1-515289D435C6}"/>
    <pc:docChg chg="custSel modSld modMainMaster">
      <pc:chgData name="Kellyn Gorman" userId="e23a768f-2613-433c-8868-7d00ab8a4972" providerId="ADAL" clId="{C393EDAA-CBB4-435C-BAD1-515289D435C6}" dt="2025-11-05T14:39:01.404" v="72"/>
      <pc:docMkLst>
        <pc:docMk/>
      </pc:docMkLst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0" sldId="257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0" sldId="257"/>
            <ac:spMk id="2" creationId="{00000000-0000-0000-0000-000000000000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0" sldId="258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0" sldId="258"/>
            <ac:spMk id="2" creationId="{00000000-0000-0000-0000-000000000000}"/>
          </ac:spMkLst>
        </pc:spChg>
        <pc:graphicFrameChg chg="mod">
          <ac:chgData name="Kellyn Gorman" userId="e23a768f-2613-433c-8868-7d00ab8a4972" providerId="ADAL" clId="{C393EDAA-CBB4-435C-BAD1-515289D435C6}" dt="2025-11-05T14:34:41.912" v="0"/>
          <ac:graphicFrameMkLst>
            <pc:docMk/>
            <pc:sldMk cId="0" sldId="258"/>
            <ac:graphicFrameMk id="5" creationId="{9452CCD1-1F4F-5108-CDDA-EBA650066CBE}"/>
          </ac:graphicFrameMkLst>
        </pc:graphicFrameChg>
        <pc:picChg chg="mod">
          <ac:chgData name="Kellyn Gorman" userId="e23a768f-2613-433c-8868-7d00ab8a4972" providerId="ADAL" clId="{C393EDAA-CBB4-435C-BAD1-515289D435C6}" dt="2025-11-05T14:35:18.499" v="36"/>
          <ac:picMkLst>
            <pc:docMk/>
            <pc:sldMk cId="0" sldId="258"/>
            <ac:picMk id="4" creationId="{823D442F-B007-ADDC-335F-741E9E37B582}"/>
          </ac:picMkLst>
        </pc:pic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0" sldId="259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0" sldId="259"/>
            <ac:spMk id="2" creationId="{00000000-0000-0000-0000-000000000000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0" sldId="260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0" sldId="260"/>
            <ac:spMk id="2" creationId="{00000000-0000-0000-0000-000000000000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0" sldId="261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0" sldId="261"/>
            <ac:spMk id="2" creationId="{00000000-0000-0000-0000-000000000000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0" sldId="262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0" sldId="262"/>
            <ac:spMk id="2" creationId="{00000000-0000-0000-0000-000000000000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0" sldId="263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0" sldId="263"/>
            <ac:spMk id="2" creationId="{00000000-0000-0000-0000-000000000000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0" sldId="264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0" sldId="264"/>
            <ac:spMk id="2" creationId="{00000000-0000-0000-0000-000000000000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0" sldId="265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0" sldId="265"/>
            <ac:spMk id="2" creationId="{00000000-0000-0000-0000-000000000000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0" sldId="266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0" sldId="266"/>
            <ac:spMk id="2" creationId="{00000000-0000-0000-0000-000000000000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0" sldId="267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0" sldId="267"/>
            <ac:spMk id="2" creationId="{00000000-0000-0000-0000-000000000000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0" sldId="270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0" sldId="270"/>
            <ac:spMk id="2" creationId="{00000000-0000-0000-0000-000000000000}"/>
          </ac:spMkLst>
        </pc:spChg>
        <pc:graphicFrameChg chg="mod">
          <ac:chgData name="Kellyn Gorman" userId="e23a768f-2613-433c-8868-7d00ab8a4972" providerId="ADAL" clId="{C393EDAA-CBB4-435C-BAD1-515289D435C6}" dt="2025-11-05T14:34:41.912" v="0"/>
          <ac:graphicFrameMkLst>
            <pc:docMk/>
            <pc:sldMk cId="0" sldId="270"/>
            <ac:graphicFrameMk id="5" creationId="{5234445A-8D81-26BF-5670-7D80168B5CF2}"/>
          </ac:graphicFrameMkLst>
        </pc:graphicFrameChg>
        <pc:picChg chg="mod">
          <ac:chgData name="Kellyn Gorman" userId="e23a768f-2613-433c-8868-7d00ab8a4972" providerId="ADAL" clId="{C393EDAA-CBB4-435C-BAD1-515289D435C6}" dt="2025-11-05T14:35:18.499" v="36"/>
          <ac:picMkLst>
            <pc:docMk/>
            <pc:sldMk cId="0" sldId="270"/>
            <ac:picMk id="4" creationId="{6DE5242E-BEC1-6CBF-9DE3-C8AD40B6B6BD}"/>
          </ac:picMkLst>
        </pc:pic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0" sldId="271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0" sldId="271"/>
            <ac:spMk id="2" creationId="{00000000-0000-0000-0000-000000000000}"/>
          </ac:spMkLst>
        </pc:spChg>
        <pc:graphicFrameChg chg="mod">
          <ac:chgData name="Kellyn Gorman" userId="e23a768f-2613-433c-8868-7d00ab8a4972" providerId="ADAL" clId="{C393EDAA-CBB4-435C-BAD1-515289D435C6}" dt="2025-11-05T14:34:41.912" v="0"/>
          <ac:graphicFrameMkLst>
            <pc:docMk/>
            <pc:sldMk cId="0" sldId="271"/>
            <ac:graphicFrameMk id="5" creationId="{A441D8A9-1EB8-16A7-8900-04DAD72E07E1}"/>
          </ac:graphicFrameMkLst>
        </pc:graphicFrameChg>
        <pc:picChg chg="mod">
          <ac:chgData name="Kellyn Gorman" userId="e23a768f-2613-433c-8868-7d00ab8a4972" providerId="ADAL" clId="{C393EDAA-CBB4-435C-BAD1-515289D435C6}" dt="2025-11-05T14:35:18.499" v="36"/>
          <ac:picMkLst>
            <pc:docMk/>
            <pc:sldMk cId="0" sldId="271"/>
            <ac:picMk id="4" creationId="{3DF94FDD-CF19-D9DF-00E6-E9D214E875DD}"/>
          </ac:picMkLst>
        </pc:pic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0" sldId="273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0" sldId="273"/>
            <ac:spMk id="2" creationId="{00000000-0000-0000-0000-000000000000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0" sldId="274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0" sldId="274"/>
            <ac:spMk id="2" creationId="{00000000-0000-0000-0000-000000000000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1047531404" sldId="791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1047531404" sldId="791"/>
            <ac:spMk id="2" creationId="{4BADDEA4-04BB-7765-6E2C-8A9E682DAF5C}"/>
          </ac:spMkLst>
        </pc:spChg>
        <pc:graphicFrameChg chg="mod">
          <ac:chgData name="Kellyn Gorman" userId="e23a768f-2613-433c-8868-7d00ab8a4972" providerId="ADAL" clId="{C393EDAA-CBB4-435C-BAD1-515289D435C6}" dt="2025-11-05T14:34:49.469" v="19"/>
          <ac:graphicFrameMkLst>
            <pc:docMk/>
            <pc:sldMk cId="1047531404" sldId="791"/>
            <ac:graphicFrameMk id="5" creationId="{0B9C5F17-61EE-246F-1E80-E9208C7EEC83}"/>
          </ac:graphicFrameMkLst>
        </pc:graphicFrameChg>
      </pc:sldChg>
      <pc:sldChg chg="modSp mod setBg modClrScheme chgLayout">
        <pc:chgData name="Kellyn Gorman" userId="e23a768f-2613-433c-8868-7d00ab8a4972" providerId="ADAL" clId="{C393EDAA-CBB4-435C-BAD1-515289D435C6}" dt="2025-11-05T14:39:01.404" v="72"/>
        <pc:sldMkLst>
          <pc:docMk/>
          <pc:sldMk cId="2809365264" sldId="794"/>
        </pc:sldMkLst>
        <pc:spChg chg="mod">
          <ac:chgData name="Kellyn Gorman" userId="e23a768f-2613-433c-8868-7d00ab8a4972" providerId="ADAL" clId="{C393EDAA-CBB4-435C-BAD1-515289D435C6}" dt="2025-11-05T14:35:03.521" v="34" actId="26606"/>
          <ac:spMkLst>
            <pc:docMk/>
            <pc:sldMk cId="2809365264" sldId="794"/>
            <ac:spMk id="4" creationId="{E29AF622-1609-0A5C-9642-D551B94A7012}"/>
          </ac:spMkLst>
        </pc:spChg>
        <pc:spChg chg="mod">
          <ac:chgData name="Kellyn Gorman" userId="e23a768f-2613-433c-8868-7d00ab8a4972" providerId="ADAL" clId="{C393EDAA-CBB4-435C-BAD1-515289D435C6}" dt="2025-11-05T14:35:03.521" v="34" actId="26606"/>
          <ac:spMkLst>
            <pc:docMk/>
            <pc:sldMk cId="2809365264" sldId="794"/>
            <ac:spMk id="7" creationId="{413D356A-E2C9-D8AA-880F-BFF083E864C5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1613502725" sldId="796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1613502725" sldId="796"/>
            <ac:spMk id="2" creationId="{FB875F8B-95BD-8D2F-9936-E3516214A73B}"/>
          </ac:spMkLst>
        </pc:spChg>
      </pc:sldChg>
      <pc:sldChg chg="addSp delSp modSp mod modClrScheme chgLayout">
        <pc:chgData name="Kellyn Gorman" userId="e23a768f-2613-433c-8868-7d00ab8a4972" providerId="ADAL" clId="{C393EDAA-CBB4-435C-BAD1-515289D435C6}" dt="2025-11-05T14:36:36.133" v="41" actId="478"/>
        <pc:sldMkLst>
          <pc:docMk/>
          <pc:sldMk cId="920534675" sldId="797"/>
        </pc:sldMkLst>
        <pc:spChg chg="add mod">
          <ac:chgData name="Kellyn Gorman" userId="e23a768f-2613-433c-8868-7d00ab8a4972" providerId="ADAL" clId="{C393EDAA-CBB4-435C-BAD1-515289D435C6}" dt="2025-11-05T14:36:33.339" v="40" actId="26606"/>
          <ac:spMkLst>
            <pc:docMk/>
            <pc:sldMk cId="920534675" sldId="797"/>
            <ac:spMk id="4" creationId="{C3693026-3764-A0E1-C637-C19FED5ED93A}"/>
          </ac:spMkLst>
        </pc:spChg>
        <pc:spChg chg="add del mod">
          <ac:chgData name="Kellyn Gorman" userId="e23a768f-2613-433c-8868-7d00ab8a4972" providerId="ADAL" clId="{C393EDAA-CBB4-435C-BAD1-515289D435C6}" dt="2025-11-05T14:36:36.133" v="41" actId="478"/>
          <ac:spMkLst>
            <pc:docMk/>
            <pc:sldMk cId="920534675" sldId="797"/>
            <ac:spMk id="9" creationId="{DAB15D69-AA0C-84EA-5B00-BF9DEB248561}"/>
          </ac:spMkLst>
        </pc:spChg>
      </pc:sldChg>
      <pc:sldChg chg="addSp delSp modSp mod modClrScheme chgLayout">
        <pc:chgData name="Kellyn Gorman" userId="e23a768f-2613-433c-8868-7d00ab8a4972" providerId="ADAL" clId="{C393EDAA-CBB4-435C-BAD1-515289D435C6}" dt="2025-11-05T14:36:21.210" v="39" actId="478"/>
        <pc:sldMkLst>
          <pc:docMk/>
          <pc:sldMk cId="3175378350" sldId="798"/>
        </pc:sldMkLst>
        <pc:spChg chg="add mod">
          <ac:chgData name="Kellyn Gorman" userId="e23a768f-2613-433c-8868-7d00ab8a4972" providerId="ADAL" clId="{C393EDAA-CBB4-435C-BAD1-515289D435C6}" dt="2025-11-05T14:36:15.198" v="38" actId="26606"/>
          <ac:spMkLst>
            <pc:docMk/>
            <pc:sldMk cId="3175378350" sldId="798"/>
            <ac:spMk id="4" creationId="{392C5C64-DC27-187D-233A-8476ED8C738C}"/>
          </ac:spMkLst>
        </pc:spChg>
        <pc:spChg chg="add del mod">
          <ac:chgData name="Kellyn Gorman" userId="e23a768f-2613-433c-8868-7d00ab8a4972" providerId="ADAL" clId="{C393EDAA-CBB4-435C-BAD1-515289D435C6}" dt="2025-11-05T14:36:21.210" v="39" actId="478"/>
          <ac:spMkLst>
            <pc:docMk/>
            <pc:sldMk cId="3175378350" sldId="798"/>
            <ac:spMk id="9" creationId="{9EBBA66C-B635-DE3D-C0D3-0DC42D4356A1}"/>
          </ac:spMkLst>
        </pc:spChg>
      </pc:sldChg>
      <pc:sldChg chg="addSp delSp modSp mod modClrScheme chgLayout">
        <pc:chgData name="Kellyn Gorman" userId="e23a768f-2613-433c-8868-7d00ab8a4972" providerId="ADAL" clId="{C393EDAA-CBB4-435C-BAD1-515289D435C6}" dt="2025-11-05T14:36:46.858" v="43" actId="478"/>
        <pc:sldMkLst>
          <pc:docMk/>
          <pc:sldMk cId="3339007107" sldId="799"/>
        </pc:sldMkLst>
        <pc:spChg chg="add mod">
          <ac:chgData name="Kellyn Gorman" userId="e23a768f-2613-433c-8868-7d00ab8a4972" providerId="ADAL" clId="{C393EDAA-CBB4-435C-BAD1-515289D435C6}" dt="2025-11-05T14:36:44.447" v="42" actId="26606"/>
          <ac:spMkLst>
            <pc:docMk/>
            <pc:sldMk cId="3339007107" sldId="799"/>
            <ac:spMk id="4" creationId="{71189090-5F31-C33A-3A58-AF68A81017A0}"/>
          </ac:spMkLst>
        </pc:spChg>
        <pc:spChg chg="add del mod">
          <ac:chgData name="Kellyn Gorman" userId="e23a768f-2613-433c-8868-7d00ab8a4972" providerId="ADAL" clId="{C393EDAA-CBB4-435C-BAD1-515289D435C6}" dt="2025-11-05T14:36:46.858" v="43" actId="478"/>
          <ac:spMkLst>
            <pc:docMk/>
            <pc:sldMk cId="3339007107" sldId="799"/>
            <ac:spMk id="9" creationId="{88BA6A2D-B873-9FD0-9016-D6150A795FDC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2645881460" sldId="800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2645881460" sldId="800"/>
            <ac:spMk id="2" creationId="{D2D9066D-B0B9-6D82-ACD0-9C7CDD263BB1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2095010125" sldId="801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2095010125" sldId="801"/>
            <ac:spMk id="2" creationId="{430E0ADA-DABD-8A03-5014-67EBEDCD5C91}"/>
          </ac:spMkLst>
        </pc:spChg>
        <pc:graphicFrameChg chg="mod">
          <ac:chgData name="Kellyn Gorman" userId="e23a768f-2613-433c-8868-7d00ab8a4972" providerId="ADAL" clId="{C393EDAA-CBB4-435C-BAD1-515289D435C6}" dt="2025-11-05T14:34:41.912" v="0"/>
          <ac:graphicFrameMkLst>
            <pc:docMk/>
            <pc:sldMk cId="2095010125" sldId="801"/>
            <ac:graphicFrameMk id="5" creationId="{2117EF20-AB62-A6B2-065E-704318E45213}"/>
          </ac:graphicFrameMkLst>
        </pc:graphicFrameChg>
        <pc:picChg chg="mod">
          <ac:chgData name="Kellyn Gorman" userId="e23a768f-2613-433c-8868-7d00ab8a4972" providerId="ADAL" clId="{C393EDAA-CBB4-435C-BAD1-515289D435C6}" dt="2025-11-05T14:35:18.499" v="36"/>
          <ac:picMkLst>
            <pc:docMk/>
            <pc:sldMk cId="2095010125" sldId="801"/>
            <ac:picMk id="13" creationId="{64B50AC2-4B93-164A-1A1F-F80563805D3B}"/>
          </ac:picMkLst>
        </pc:pic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151176816" sldId="802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151176816" sldId="802"/>
            <ac:spMk id="2" creationId="{172605F6-F691-E688-A416-4BA42A904F21}"/>
          </ac:spMkLst>
        </pc:spChg>
        <pc:graphicFrameChg chg="mod">
          <ac:chgData name="Kellyn Gorman" userId="e23a768f-2613-433c-8868-7d00ab8a4972" providerId="ADAL" clId="{C393EDAA-CBB4-435C-BAD1-515289D435C6}" dt="2025-11-05T14:34:49.469" v="19"/>
          <ac:graphicFrameMkLst>
            <pc:docMk/>
            <pc:sldMk cId="151176816" sldId="802"/>
            <ac:graphicFrameMk id="5" creationId="{24D37142-33C4-3138-4CA0-57D46A432140}"/>
          </ac:graphicFrameMkLst>
        </pc:graphicFrame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434992135" sldId="804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434992135" sldId="804"/>
            <ac:spMk id="2" creationId="{19CA58FD-5979-0F8C-E07A-A9E49461F9A9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2802336969" sldId="805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2802336969" sldId="805"/>
            <ac:spMk id="2" creationId="{8BAF7B1F-138C-9173-3FA8-B9BDED413230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2802336969" sldId="805"/>
            <ac:spMk id="3" creationId="{A0356F05-07F8-5780-D6C4-FA86C370530E}"/>
          </ac:spMkLst>
        </pc:spChg>
        <pc:picChg chg="mod">
          <ac:chgData name="Kellyn Gorman" userId="e23a768f-2613-433c-8868-7d00ab8a4972" providerId="ADAL" clId="{C393EDAA-CBB4-435C-BAD1-515289D435C6}" dt="2025-11-05T14:35:18.499" v="36"/>
          <ac:picMkLst>
            <pc:docMk/>
            <pc:sldMk cId="2802336969" sldId="805"/>
            <ac:picMk id="5" creationId="{048DEEB6-14B9-D5F7-5AC6-C5491358DFEC}"/>
          </ac:picMkLst>
        </pc:pic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2307733424" sldId="806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2307733424" sldId="806"/>
            <ac:spMk id="2" creationId="{5571577E-9E18-0326-7536-BF2D755284D2}"/>
          </ac:spMkLst>
        </pc:spChg>
      </pc:sldChg>
      <pc:sldChg chg="modSp mod">
        <pc:chgData name="Kellyn Gorman" userId="e23a768f-2613-433c-8868-7d00ab8a4972" providerId="ADAL" clId="{C393EDAA-CBB4-435C-BAD1-515289D435C6}" dt="2025-11-05T14:35:18.499" v="36"/>
        <pc:sldMkLst>
          <pc:docMk/>
          <pc:sldMk cId="1335290924" sldId="807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1335290924" sldId="807"/>
            <ac:spMk id="2" creationId="{C58E670C-D279-EC0A-2F89-31C5AA4664AC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1335290924" sldId="807"/>
            <ac:spMk id="3" creationId="{27077AB5-A0AA-47D2-8C91-921142A1EF5F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2265898544" sldId="808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2265898544" sldId="808"/>
            <ac:spMk id="2" creationId="{87CABC5B-0358-7B40-EDCA-BCF238C3D843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993081858" sldId="809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993081858" sldId="809"/>
            <ac:spMk id="2" creationId="{9A0006D6-67BD-984B-D80E-72F0913FB4E0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2817053467" sldId="810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2817053467" sldId="810"/>
            <ac:spMk id="2" creationId="{96F4D8DC-5F68-D1D9-F8D0-7B245AF90B50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1167011533" sldId="811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1167011533" sldId="811"/>
            <ac:spMk id="2" creationId="{0AB8B28F-67CC-3931-81E4-E6F87EC38D62}"/>
          </ac:spMkLst>
        </pc:spChg>
        <pc:graphicFrameChg chg="mod">
          <ac:chgData name="Kellyn Gorman" userId="e23a768f-2613-433c-8868-7d00ab8a4972" providerId="ADAL" clId="{C393EDAA-CBB4-435C-BAD1-515289D435C6}" dt="2025-11-05T14:34:49.469" v="19"/>
          <ac:graphicFrameMkLst>
            <pc:docMk/>
            <pc:sldMk cId="1167011533" sldId="811"/>
            <ac:graphicFrameMk id="5" creationId="{D10CD1EC-0580-FCD8-DA79-1F141EFEC995}"/>
          </ac:graphicFrameMkLst>
        </pc:graphicFrame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4158412808" sldId="812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4158412808" sldId="812"/>
            <ac:spMk id="2" creationId="{2ABCA984-D8ED-AE86-6B9C-6F976C90DB65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4158412808" sldId="812"/>
            <ac:spMk id="11" creationId="{34FDE5BD-E4A7-C36F-5FCB-B4A3A7357895}"/>
          </ac:spMkLst>
        </pc:spChg>
        <pc:picChg chg="mod">
          <ac:chgData name="Kellyn Gorman" userId="e23a768f-2613-433c-8868-7d00ab8a4972" providerId="ADAL" clId="{C393EDAA-CBB4-435C-BAD1-515289D435C6}" dt="2025-11-05T14:35:18.499" v="36"/>
          <ac:picMkLst>
            <pc:docMk/>
            <pc:sldMk cId="4158412808" sldId="812"/>
            <ac:picMk id="6" creationId="{3BFC63EE-1B97-3CC2-A703-1358469AE356}"/>
          </ac:picMkLst>
        </pc:pic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1119942166" sldId="813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1119942166" sldId="813"/>
            <ac:spMk id="2" creationId="{BD764A28-58A0-AEAC-73AB-B792771D7709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152045907" sldId="814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152045907" sldId="814"/>
            <ac:spMk id="2" creationId="{FC085707-1818-119C-A306-B0B579DFB480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152045907" sldId="814"/>
            <ac:spMk id="3" creationId="{9E6772E2-9062-6830-1216-B2E5032611A8}"/>
          </ac:spMkLst>
        </pc:spChg>
        <pc:picChg chg="mod">
          <ac:chgData name="Kellyn Gorman" userId="e23a768f-2613-433c-8868-7d00ab8a4972" providerId="ADAL" clId="{C393EDAA-CBB4-435C-BAD1-515289D435C6}" dt="2025-11-05T14:35:18.499" v="36"/>
          <ac:picMkLst>
            <pc:docMk/>
            <pc:sldMk cId="152045907" sldId="814"/>
            <ac:picMk id="6" creationId="{898FA1D8-EFE8-9948-34FE-B3202DAB2133}"/>
          </ac:picMkLst>
        </pc:pic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2617484442" sldId="816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2617484442" sldId="816"/>
            <ac:spMk id="2" creationId="{C124158B-9133-5A03-C0ED-D9329A78F73E}"/>
          </ac:spMkLst>
        </pc:spChg>
      </pc:sldChg>
      <pc:sldChg chg="addSp delSp modSp mod modClrScheme chgLayout">
        <pc:chgData name="Kellyn Gorman" userId="e23a768f-2613-433c-8868-7d00ab8a4972" providerId="ADAL" clId="{C393EDAA-CBB4-435C-BAD1-515289D435C6}" dt="2025-11-05T14:36:57.485" v="45" actId="478"/>
        <pc:sldMkLst>
          <pc:docMk/>
          <pc:sldMk cId="2750927356" sldId="819"/>
        </pc:sldMkLst>
        <pc:spChg chg="add mod">
          <ac:chgData name="Kellyn Gorman" userId="e23a768f-2613-433c-8868-7d00ab8a4972" providerId="ADAL" clId="{C393EDAA-CBB4-435C-BAD1-515289D435C6}" dt="2025-11-05T14:36:55.182" v="44" actId="26606"/>
          <ac:spMkLst>
            <pc:docMk/>
            <pc:sldMk cId="2750927356" sldId="819"/>
            <ac:spMk id="4" creationId="{3C96290C-A245-40BE-54DA-5762B4331D59}"/>
          </ac:spMkLst>
        </pc:spChg>
        <pc:spChg chg="add del mod">
          <ac:chgData name="Kellyn Gorman" userId="e23a768f-2613-433c-8868-7d00ab8a4972" providerId="ADAL" clId="{C393EDAA-CBB4-435C-BAD1-515289D435C6}" dt="2025-11-05T14:36:57.485" v="45" actId="478"/>
          <ac:spMkLst>
            <pc:docMk/>
            <pc:sldMk cId="2750927356" sldId="819"/>
            <ac:spMk id="9" creationId="{E0DA6DF7-F4A6-533A-5F6C-5873420F8FC5}"/>
          </ac:spMkLst>
        </pc:spChg>
      </pc:sldChg>
      <pc:sldChg chg="modSp mod">
        <pc:chgData name="Kellyn Gorman" userId="e23a768f-2613-433c-8868-7d00ab8a4972" providerId="ADAL" clId="{C393EDAA-CBB4-435C-BAD1-515289D435C6}" dt="2025-11-05T14:35:18.499" v="36"/>
        <pc:sldMkLst>
          <pc:docMk/>
          <pc:sldMk cId="253841694" sldId="820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253841694" sldId="820"/>
            <ac:spMk id="2" creationId="{AC117194-FFBB-F813-32D8-B855B00A4A03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253841694" sldId="820"/>
            <ac:spMk id="3" creationId="{F6426FCA-ABE9-190D-0106-EE1186A7922E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253841694" sldId="820"/>
            <ac:spMk id="4" creationId="{A426B753-AC5E-9C40-7E5D-A6B7E4FE04FF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539967192" sldId="821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539967192" sldId="821"/>
            <ac:spMk id="5" creationId="{D4C8F219-56CC-6EDA-404C-5BD9EC5E879A}"/>
          </ac:spMkLst>
        </pc:spChg>
        <pc:picChg chg="mod">
          <ac:chgData name="Kellyn Gorman" userId="e23a768f-2613-433c-8868-7d00ab8a4972" providerId="ADAL" clId="{C393EDAA-CBB4-435C-BAD1-515289D435C6}" dt="2025-11-05T14:35:18.499" v="36"/>
          <ac:picMkLst>
            <pc:docMk/>
            <pc:sldMk cId="539967192" sldId="821"/>
            <ac:picMk id="4" creationId="{5FD4F97A-6000-E9A0-D8E4-C069468E44AB}"/>
          </ac:picMkLst>
        </pc:picChg>
      </pc:sldChg>
      <pc:sldChg chg="modSp mod">
        <pc:chgData name="Kellyn Gorman" userId="e23a768f-2613-433c-8868-7d00ab8a4972" providerId="ADAL" clId="{C393EDAA-CBB4-435C-BAD1-515289D435C6}" dt="2025-11-05T14:35:18.499" v="36"/>
        <pc:sldMkLst>
          <pc:docMk/>
          <pc:sldMk cId="1106426524" sldId="822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1106426524" sldId="822"/>
            <ac:spMk id="2" creationId="{3B6344AC-E494-AE32-9C3E-60869FF873BD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1106426524" sldId="822"/>
            <ac:spMk id="3" creationId="{D773154B-0993-FD3C-12DF-FDFE654FEA3F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1106426524" sldId="822"/>
            <ac:spMk id="4" creationId="{FA64D6FF-FFBA-39A1-48A3-3A3DD0B10650}"/>
          </ac:spMkLst>
        </pc:spChg>
      </pc:sldChg>
      <pc:sldChg chg="modSp mod">
        <pc:chgData name="Kellyn Gorman" userId="e23a768f-2613-433c-8868-7d00ab8a4972" providerId="ADAL" clId="{C393EDAA-CBB4-435C-BAD1-515289D435C6}" dt="2025-11-05T14:35:18.499" v="36"/>
        <pc:sldMkLst>
          <pc:docMk/>
          <pc:sldMk cId="2903640719" sldId="823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2903640719" sldId="823"/>
            <ac:spMk id="2" creationId="{B7449671-7831-C398-DB44-D62E3B9B17D1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2903640719" sldId="823"/>
            <ac:spMk id="3" creationId="{20ABEFAE-4A86-5BAA-4064-CE83AD3A530A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2903640719" sldId="823"/>
            <ac:spMk id="4" creationId="{8D78F463-A0C4-49CB-3751-44E0D62A2699}"/>
          </ac:spMkLst>
        </pc:spChg>
      </pc:sldChg>
      <pc:sldChg chg="modSp mod">
        <pc:chgData name="Kellyn Gorman" userId="e23a768f-2613-433c-8868-7d00ab8a4972" providerId="ADAL" clId="{C393EDAA-CBB4-435C-BAD1-515289D435C6}" dt="2025-11-05T14:35:18.499" v="36"/>
        <pc:sldMkLst>
          <pc:docMk/>
          <pc:sldMk cId="579923123" sldId="824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579923123" sldId="824"/>
            <ac:spMk id="2" creationId="{F8F05EEC-1A41-09FE-983D-DF80E6B16971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579923123" sldId="824"/>
            <ac:spMk id="3" creationId="{0706385F-92A9-7609-F04A-2B545869DC68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579923123" sldId="824"/>
            <ac:spMk id="4" creationId="{053E3AD2-0B38-BB08-EE11-97FC2E460A7C}"/>
          </ac:spMkLst>
        </pc:spChg>
      </pc:sldChg>
      <pc:sldChg chg="addSp delSp modSp mod modClrScheme chgLayout">
        <pc:chgData name="Kellyn Gorman" userId="e23a768f-2613-433c-8868-7d00ab8a4972" providerId="ADAL" clId="{C393EDAA-CBB4-435C-BAD1-515289D435C6}" dt="2025-11-05T14:37:15.561" v="50" actId="478"/>
        <pc:sldMkLst>
          <pc:docMk/>
          <pc:sldMk cId="1017052210" sldId="826"/>
        </pc:sldMkLst>
        <pc:spChg chg="add mod">
          <ac:chgData name="Kellyn Gorman" userId="e23a768f-2613-433c-8868-7d00ab8a4972" providerId="ADAL" clId="{C393EDAA-CBB4-435C-BAD1-515289D435C6}" dt="2025-11-05T14:37:12.830" v="48" actId="26606"/>
          <ac:spMkLst>
            <pc:docMk/>
            <pc:sldMk cId="1017052210" sldId="826"/>
            <ac:spMk id="4" creationId="{2C2F5701-9040-6EF0-908F-8485AE7C8C50}"/>
          </ac:spMkLst>
        </pc:spChg>
        <pc:spChg chg="add del mod">
          <ac:chgData name="Kellyn Gorman" userId="e23a768f-2613-433c-8868-7d00ab8a4972" providerId="ADAL" clId="{C393EDAA-CBB4-435C-BAD1-515289D435C6}" dt="2025-11-05T14:37:15.561" v="50" actId="478"/>
          <ac:spMkLst>
            <pc:docMk/>
            <pc:sldMk cId="1017052210" sldId="826"/>
            <ac:spMk id="9" creationId="{FEEEB05B-B148-BAC2-33C9-A8CB7491ADB4}"/>
          </ac:spMkLst>
        </pc:spChg>
      </pc:sldChg>
      <pc:sldChg chg="addSp delSp modSp mod modClrScheme chgLayout">
        <pc:chgData name="Kellyn Gorman" userId="e23a768f-2613-433c-8868-7d00ab8a4972" providerId="ADAL" clId="{C393EDAA-CBB4-435C-BAD1-515289D435C6}" dt="2025-11-05T14:37:24.637" v="52" actId="478"/>
        <pc:sldMkLst>
          <pc:docMk/>
          <pc:sldMk cId="1237045040" sldId="827"/>
        </pc:sldMkLst>
        <pc:spChg chg="add mod">
          <ac:chgData name="Kellyn Gorman" userId="e23a768f-2613-433c-8868-7d00ab8a4972" providerId="ADAL" clId="{C393EDAA-CBB4-435C-BAD1-515289D435C6}" dt="2025-11-05T14:37:21.499" v="51" actId="26606"/>
          <ac:spMkLst>
            <pc:docMk/>
            <pc:sldMk cId="1237045040" sldId="827"/>
            <ac:spMk id="4" creationId="{C96B7AF7-DA08-5C57-9B75-3F52D62C104E}"/>
          </ac:spMkLst>
        </pc:spChg>
        <pc:spChg chg="add del mod">
          <ac:chgData name="Kellyn Gorman" userId="e23a768f-2613-433c-8868-7d00ab8a4972" providerId="ADAL" clId="{C393EDAA-CBB4-435C-BAD1-515289D435C6}" dt="2025-11-05T14:37:24.637" v="52" actId="478"/>
          <ac:spMkLst>
            <pc:docMk/>
            <pc:sldMk cId="1237045040" sldId="827"/>
            <ac:spMk id="9" creationId="{5EA4782D-8D73-7DFE-412B-969F94B6DC08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4202043573" sldId="829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4202043573" sldId="829"/>
            <ac:spMk id="2" creationId="{1A60F973-FD31-7351-4F70-C0A6040C4E22}"/>
          </ac:spMkLst>
        </pc:spChg>
        <pc:graphicFrameChg chg="mod">
          <ac:chgData name="Kellyn Gorman" userId="e23a768f-2613-433c-8868-7d00ab8a4972" providerId="ADAL" clId="{C393EDAA-CBB4-435C-BAD1-515289D435C6}" dt="2025-11-05T14:34:49.469" v="19"/>
          <ac:graphicFrameMkLst>
            <pc:docMk/>
            <pc:sldMk cId="4202043573" sldId="829"/>
            <ac:graphicFrameMk id="5" creationId="{30DB1925-7D1C-EE9E-D756-65022D5FB4D4}"/>
          </ac:graphicFrameMkLst>
        </pc:graphicFrameChg>
      </pc:sldChg>
      <pc:sldChg chg="modSp mod">
        <pc:chgData name="Kellyn Gorman" userId="e23a768f-2613-433c-8868-7d00ab8a4972" providerId="ADAL" clId="{C393EDAA-CBB4-435C-BAD1-515289D435C6}" dt="2025-11-05T14:35:18.499" v="36"/>
        <pc:sldMkLst>
          <pc:docMk/>
          <pc:sldMk cId="3272806028" sldId="830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3272806028" sldId="830"/>
            <ac:spMk id="4" creationId="{12F0370A-9E2A-9152-2D3B-07598387A814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3272806028" sldId="830"/>
            <ac:spMk id="5" creationId="{BBEFC692-96DD-D320-5E0E-81F5630E39F1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3272806028" sldId="830"/>
            <ac:spMk id="6" creationId="{4E122899-164A-F6A8-E50E-4FFEC871D526}"/>
          </ac:spMkLst>
        </pc:spChg>
      </pc:sldChg>
      <pc:sldChg chg="modSp mod">
        <pc:chgData name="Kellyn Gorman" userId="e23a768f-2613-433c-8868-7d00ab8a4972" providerId="ADAL" clId="{C393EDAA-CBB4-435C-BAD1-515289D435C6}" dt="2025-11-05T14:35:18.499" v="36"/>
        <pc:sldMkLst>
          <pc:docMk/>
          <pc:sldMk cId="4054648639" sldId="831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4054648639" sldId="831"/>
            <ac:spMk id="2" creationId="{5BE5D3FE-A254-FBB1-4650-A3DB5EEE59AD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4054648639" sldId="831"/>
            <ac:spMk id="3" creationId="{2CEAD156-26D5-A692-825F-A5DC9A282138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4054648639" sldId="831"/>
            <ac:spMk id="4" creationId="{86BEA7B7-4356-70DC-4B66-AC88738290B2}"/>
          </ac:spMkLst>
        </pc:spChg>
      </pc:sldChg>
      <pc:sldChg chg="modSp mod">
        <pc:chgData name="Kellyn Gorman" userId="e23a768f-2613-433c-8868-7d00ab8a4972" providerId="ADAL" clId="{C393EDAA-CBB4-435C-BAD1-515289D435C6}" dt="2025-11-05T14:35:18.499" v="36"/>
        <pc:sldMkLst>
          <pc:docMk/>
          <pc:sldMk cId="3054568086" sldId="833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3054568086" sldId="833"/>
            <ac:spMk id="2" creationId="{B2BAE9DF-42F3-97A1-440E-EC3282FC5558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3054568086" sldId="833"/>
            <ac:spMk id="3" creationId="{DA937A1D-0C64-5030-129F-57E206CBC6FF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3590861390" sldId="834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3590861390" sldId="834"/>
            <ac:spMk id="2" creationId="{3A7C4798-7D0D-C0C3-7E82-B87786D478B0}"/>
          </ac:spMkLst>
        </pc:spChg>
      </pc:sldChg>
      <pc:sldChg chg="modSp mod">
        <pc:chgData name="Kellyn Gorman" userId="e23a768f-2613-433c-8868-7d00ab8a4972" providerId="ADAL" clId="{C393EDAA-CBB4-435C-BAD1-515289D435C6}" dt="2025-11-05T14:35:18.499" v="36"/>
        <pc:sldMkLst>
          <pc:docMk/>
          <pc:sldMk cId="1000408985" sldId="835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1000408985" sldId="835"/>
            <ac:spMk id="2" creationId="{1997935A-3568-B01C-45F8-736DE748376A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1000408985" sldId="835"/>
            <ac:spMk id="4" creationId="{ACF96B85-992B-2FEF-24A0-EB5D89AB13D2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1000408985" sldId="835"/>
            <ac:spMk id="5" creationId="{2A5D96A9-1A50-5E25-6714-200E0F914223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1564086968" sldId="836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1564086968" sldId="836"/>
            <ac:spMk id="2" creationId="{2F06275E-6626-D371-593A-A8A4AB0DB908}"/>
          </ac:spMkLst>
        </pc:spChg>
      </pc:sldChg>
      <pc:sldChg chg="modSp mod">
        <pc:chgData name="Kellyn Gorman" userId="e23a768f-2613-433c-8868-7d00ab8a4972" providerId="ADAL" clId="{C393EDAA-CBB4-435C-BAD1-515289D435C6}" dt="2025-11-05T14:35:43.964" v="37" actId="948"/>
        <pc:sldMkLst>
          <pc:docMk/>
          <pc:sldMk cId="4276925959" sldId="2145704072"/>
        </pc:sldMkLst>
        <pc:spChg chg="mod">
          <ac:chgData name="Kellyn Gorman" userId="e23a768f-2613-433c-8868-7d00ab8a4972" providerId="ADAL" clId="{C393EDAA-CBB4-435C-BAD1-515289D435C6}" dt="2025-11-05T14:35:43.964" v="37" actId="948"/>
          <ac:spMkLst>
            <pc:docMk/>
            <pc:sldMk cId="4276925959" sldId="2145704072"/>
            <ac:spMk id="7" creationId="{9A43CC61-B2F5-EFEA-395E-038D09D5E29E}"/>
          </ac:spMkLst>
        </pc:spChg>
        <pc:picChg chg="mod">
          <ac:chgData name="Kellyn Gorman" userId="e23a768f-2613-433c-8868-7d00ab8a4972" providerId="ADAL" clId="{C393EDAA-CBB4-435C-BAD1-515289D435C6}" dt="2025-11-05T14:35:18.499" v="36"/>
          <ac:picMkLst>
            <pc:docMk/>
            <pc:sldMk cId="4276925959" sldId="2145704072"/>
            <ac:picMk id="2" creationId="{F7CD3CCD-7D93-C934-EA29-C4FB92C3AE2A}"/>
          </ac:picMkLst>
        </pc:pic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63565947" sldId="2145704073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63565947" sldId="2145704073"/>
            <ac:spMk id="2" creationId="{B32D04C9-2D52-7F63-EA75-99D7D1957BBE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63565947" sldId="2145704073"/>
            <ac:spMk id="7" creationId="{DA2B9341-CFD5-3C56-623A-89EF2CA7A982}"/>
          </ac:spMkLst>
        </pc:spChg>
        <pc:picChg chg="mod">
          <ac:chgData name="Kellyn Gorman" userId="e23a768f-2613-433c-8868-7d00ab8a4972" providerId="ADAL" clId="{C393EDAA-CBB4-435C-BAD1-515289D435C6}" dt="2025-11-05T14:35:18.499" v="36"/>
          <ac:picMkLst>
            <pc:docMk/>
            <pc:sldMk cId="63565947" sldId="2145704073"/>
            <ac:picMk id="6" creationId="{D12102F4-3B4E-0428-8733-BDD693429684}"/>
          </ac:picMkLst>
        </pc:picChg>
      </pc:sldChg>
      <pc:sldChg chg="modSp mod">
        <pc:chgData name="Kellyn Gorman" userId="e23a768f-2613-433c-8868-7d00ab8a4972" providerId="ADAL" clId="{C393EDAA-CBB4-435C-BAD1-515289D435C6}" dt="2025-11-05T14:35:18.499" v="36"/>
        <pc:sldMkLst>
          <pc:docMk/>
          <pc:sldMk cId="4260675071" sldId="2145704074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4260675071" sldId="2145704074"/>
            <ac:spMk id="2" creationId="{F3159816-AC80-BC73-8B32-0764F6AC3B4A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4260675071" sldId="2145704074"/>
            <ac:spMk id="3" creationId="{ABAEF278-0615-2777-863E-CA668A93C94A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803488560" sldId="2145704075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803488560" sldId="2145704075"/>
            <ac:spMk id="2" creationId="{706BB6A9-D92C-9955-D5B9-B8703A79575B}"/>
          </ac:spMkLst>
        </pc:spChg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803488560" sldId="2145704075"/>
            <ac:spMk id="3" creationId="{5042F22B-15E1-6DE3-9773-FF0D63C112C7}"/>
          </ac:spMkLst>
        </pc:spChg>
      </pc:sldChg>
      <pc:sldChg chg="modSp">
        <pc:chgData name="Kellyn Gorman" userId="e23a768f-2613-433c-8868-7d00ab8a4972" providerId="ADAL" clId="{C393EDAA-CBB4-435C-BAD1-515289D435C6}" dt="2025-11-05T14:35:18.499" v="36"/>
        <pc:sldMkLst>
          <pc:docMk/>
          <pc:sldMk cId="2007293015" sldId="2145704076"/>
        </pc:sldMkLst>
        <pc:spChg chg="mod">
          <ac:chgData name="Kellyn Gorman" userId="e23a768f-2613-433c-8868-7d00ab8a4972" providerId="ADAL" clId="{C393EDAA-CBB4-435C-BAD1-515289D435C6}" dt="2025-11-05T14:35:18.499" v="36"/>
          <ac:spMkLst>
            <pc:docMk/>
            <pc:sldMk cId="2007293015" sldId="2145704076"/>
            <ac:spMk id="2" creationId="{8E4479D2-DAC4-7501-94F5-AE1874DB4151}"/>
          </ac:spMkLst>
        </pc:spChg>
      </pc:sldChg>
      <pc:sldChg chg="addSp delSp modSp mod modClrScheme chgLayout">
        <pc:chgData name="Kellyn Gorman" userId="e23a768f-2613-433c-8868-7d00ab8a4972" providerId="ADAL" clId="{C393EDAA-CBB4-435C-BAD1-515289D435C6}" dt="2025-11-05T14:37:04.891" v="47" actId="478"/>
        <pc:sldMkLst>
          <pc:docMk/>
          <pc:sldMk cId="2024397219" sldId="2145704090"/>
        </pc:sldMkLst>
        <pc:spChg chg="add mod">
          <ac:chgData name="Kellyn Gorman" userId="e23a768f-2613-433c-8868-7d00ab8a4972" providerId="ADAL" clId="{C393EDAA-CBB4-435C-BAD1-515289D435C6}" dt="2025-11-05T14:37:01.673" v="46" actId="26606"/>
          <ac:spMkLst>
            <pc:docMk/>
            <pc:sldMk cId="2024397219" sldId="2145704090"/>
            <ac:spMk id="4" creationId="{3C96290C-A245-40BE-54DA-5762B4331D59}"/>
          </ac:spMkLst>
        </pc:spChg>
        <pc:spChg chg="add del mod">
          <ac:chgData name="Kellyn Gorman" userId="e23a768f-2613-433c-8868-7d00ab8a4972" providerId="ADAL" clId="{C393EDAA-CBB4-435C-BAD1-515289D435C6}" dt="2025-11-05T14:37:04.891" v="47" actId="478"/>
          <ac:spMkLst>
            <pc:docMk/>
            <pc:sldMk cId="2024397219" sldId="2145704090"/>
            <ac:spMk id="9" creationId="{9E8EA573-668B-2A93-2A44-30A55148211D}"/>
          </ac:spMkLst>
        </pc:spChg>
      </pc:sldChg>
      <pc:sldMasterChg chg="modSldLayout">
        <pc:chgData name="Kellyn Gorman" userId="e23a768f-2613-433c-8868-7d00ab8a4972" providerId="ADAL" clId="{C393EDAA-CBB4-435C-BAD1-515289D435C6}" dt="2025-11-05T14:34:41.912" v="0"/>
        <pc:sldMasterMkLst>
          <pc:docMk/>
          <pc:sldMasterMk cId="466196213" sldId="2147483756"/>
        </pc:sldMasterMkLst>
        <pc:sldLayoutChg chg="addSp">
          <pc:chgData name="Kellyn Gorman" userId="e23a768f-2613-433c-8868-7d00ab8a4972" providerId="ADAL" clId="{C393EDAA-CBB4-435C-BAD1-515289D435C6}" dt="2025-11-05T14:34:41.912" v="0"/>
          <pc:sldLayoutMkLst>
            <pc:docMk/>
            <pc:sldMasterMk cId="466196213" sldId="2147483756"/>
            <pc:sldLayoutMk cId="3405393594" sldId="2147483757"/>
          </pc:sldLayoutMkLst>
          <pc:grpChg chg="add">
            <ac:chgData name="Kellyn Gorman" userId="e23a768f-2613-433c-8868-7d00ab8a4972" providerId="ADAL" clId="{C393EDAA-CBB4-435C-BAD1-515289D435C6}" dt="2025-11-05T14:34:41.912" v="0"/>
            <ac:grpSpMkLst>
              <pc:docMk/>
              <pc:sldMasterMk cId="466196213" sldId="2147483756"/>
              <pc:sldLayoutMk cId="3405393594" sldId="2147483757"/>
              <ac:grpSpMk id="7" creationId="{D8752731-3083-1805-EE95-77EF7280FC1E}"/>
            </ac:grpSpMkLst>
          </pc:grpChg>
        </pc:sldLayoutChg>
        <pc:sldLayoutChg chg="addSp">
          <pc:chgData name="Kellyn Gorman" userId="e23a768f-2613-433c-8868-7d00ab8a4972" providerId="ADAL" clId="{C393EDAA-CBB4-435C-BAD1-515289D435C6}" dt="2025-11-05T14:34:41.912" v="0"/>
          <pc:sldLayoutMkLst>
            <pc:docMk/>
            <pc:sldMasterMk cId="466196213" sldId="2147483756"/>
            <pc:sldLayoutMk cId="3718484507" sldId="2147483758"/>
          </pc:sldLayoutMkLst>
          <pc:grpChg chg="add">
            <ac:chgData name="Kellyn Gorman" userId="e23a768f-2613-433c-8868-7d00ab8a4972" providerId="ADAL" clId="{C393EDAA-CBB4-435C-BAD1-515289D435C6}" dt="2025-11-05T14:34:41.912" v="0"/>
            <ac:grpSpMkLst>
              <pc:docMk/>
              <pc:sldMasterMk cId="466196213" sldId="2147483756"/>
              <pc:sldLayoutMk cId="3718484507" sldId="2147483758"/>
              <ac:grpSpMk id="7" creationId="{98B49AFB-D963-CF7A-79E6-09DF00BA0F01}"/>
            </ac:grpSpMkLst>
          </pc:grpChg>
        </pc:sldLayoutChg>
      </pc:sldMasterChg>
      <pc:sldMasterChg chg="modSldLayout">
        <pc:chgData name="Kellyn Gorman" userId="e23a768f-2613-433c-8868-7d00ab8a4972" providerId="ADAL" clId="{C393EDAA-CBB4-435C-BAD1-515289D435C6}" dt="2025-11-05T14:34:49.469" v="19"/>
        <pc:sldMasterMkLst>
          <pc:docMk/>
          <pc:sldMasterMk cId="313189292" sldId="2147483774"/>
        </pc:sldMasterMkLst>
        <pc:sldLayoutChg chg="addSp">
          <pc:chgData name="Kellyn Gorman" userId="e23a768f-2613-433c-8868-7d00ab8a4972" providerId="ADAL" clId="{C393EDAA-CBB4-435C-BAD1-515289D435C6}" dt="2025-11-05T14:34:49.469" v="19"/>
          <pc:sldLayoutMkLst>
            <pc:docMk/>
            <pc:sldMasterMk cId="313189292" sldId="2147483774"/>
            <pc:sldLayoutMk cId="1857761767" sldId="2147483775"/>
          </pc:sldLayoutMkLst>
          <pc:grpChg chg="add">
            <ac:chgData name="Kellyn Gorman" userId="e23a768f-2613-433c-8868-7d00ab8a4972" providerId="ADAL" clId="{C393EDAA-CBB4-435C-BAD1-515289D435C6}" dt="2025-11-05T14:34:49.469" v="19"/>
            <ac:grpSpMkLst>
              <pc:docMk/>
              <pc:sldMasterMk cId="313189292" sldId="2147483774"/>
              <pc:sldLayoutMk cId="1857761767" sldId="2147483775"/>
              <ac:grpSpMk id="7" creationId="{E50B1447-D084-E289-B9DB-AE9857E7CE8E}"/>
            </ac:grpSpMkLst>
          </pc:grpChg>
        </pc:sldLayoutChg>
        <pc:sldLayoutChg chg="addSp">
          <pc:chgData name="Kellyn Gorman" userId="e23a768f-2613-433c-8868-7d00ab8a4972" providerId="ADAL" clId="{C393EDAA-CBB4-435C-BAD1-515289D435C6}" dt="2025-11-05T14:34:49.469" v="19"/>
          <pc:sldLayoutMkLst>
            <pc:docMk/>
            <pc:sldMasterMk cId="313189292" sldId="2147483774"/>
            <pc:sldLayoutMk cId="4138036478" sldId="2147483776"/>
          </pc:sldLayoutMkLst>
          <pc:grpChg chg="add">
            <ac:chgData name="Kellyn Gorman" userId="e23a768f-2613-433c-8868-7d00ab8a4972" providerId="ADAL" clId="{C393EDAA-CBB4-435C-BAD1-515289D435C6}" dt="2025-11-05T14:34:49.469" v="19"/>
            <ac:grpSpMkLst>
              <pc:docMk/>
              <pc:sldMasterMk cId="313189292" sldId="2147483774"/>
              <pc:sldLayoutMk cId="4138036478" sldId="2147483776"/>
              <ac:grpSpMk id="7" creationId="{4ACAC877-FBBA-1DD2-B925-4A4D29D8E141}"/>
            </ac:grpSpMkLst>
          </pc:grpChg>
        </pc:sldLayoutChg>
      </pc:sldMasterChg>
      <pc:sldMasterChg chg="modSldLayout">
        <pc:chgData name="Kellyn Gorman" userId="e23a768f-2613-433c-8868-7d00ab8a4972" providerId="ADAL" clId="{C393EDAA-CBB4-435C-BAD1-515289D435C6}" dt="2025-11-05T14:35:10.837" v="35"/>
        <pc:sldMasterMkLst>
          <pc:docMk/>
          <pc:sldMasterMk cId="1938229799" sldId="2147483792"/>
        </pc:sldMasterMkLst>
        <pc:sldLayoutChg chg="addSp">
          <pc:chgData name="Kellyn Gorman" userId="e23a768f-2613-433c-8868-7d00ab8a4972" providerId="ADAL" clId="{C393EDAA-CBB4-435C-BAD1-515289D435C6}" dt="2025-11-05T14:35:10.837" v="35"/>
          <pc:sldLayoutMkLst>
            <pc:docMk/>
            <pc:sldMasterMk cId="1938229799" sldId="2147483792"/>
            <pc:sldLayoutMk cId="4134620938" sldId="2147483793"/>
          </pc:sldLayoutMkLst>
          <pc:grpChg chg="add">
            <ac:chgData name="Kellyn Gorman" userId="e23a768f-2613-433c-8868-7d00ab8a4972" providerId="ADAL" clId="{C393EDAA-CBB4-435C-BAD1-515289D435C6}" dt="2025-11-05T14:35:10.837" v="35"/>
            <ac:grpSpMkLst>
              <pc:docMk/>
              <pc:sldMasterMk cId="1938229799" sldId="2147483792"/>
              <pc:sldLayoutMk cId="4134620938" sldId="2147483793"/>
              <ac:grpSpMk id="7" creationId="{1F6011B9-16B5-CE10-4A5A-09C1B0CF073E}"/>
            </ac:grpSpMkLst>
          </pc:grpChg>
        </pc:sldLayoutChg>
        <pc:sldLayoutChg chg="addSp">
          <pc:chgData name="Kellyn Gorman" userId="e23a768f-2613-433c-8868-7d00ab8a4972" providerId="ADAL" clId="{C393EDAA-CBB4-435C-BAD1-515289D435C6}" dt="2025-11-05T14:35:10.837" v="35"/>
          <pc:sldLayoutMkLst>
            <pc:docMk/>
            <pc:sldMasterMk cId="1938229799" sldId="2147483792"/>
            <pc:sldLayoutMk cId="777420911" sldId="2147483794"/>
          </pc:sldLayoutMkLst>
          <pc:grpChg chg="add">
            <ac:chgData name="Kellyn Gorman" userId="e23a768f-2613-433c-8868-7d00ab8a4972" providerId="ADAL" clId="{C393EDAA-CBB4-435C-BAD1-515289D435C6}" dt="2025-11-05T14:35:10.837" v="35"/>
            <ac:grpSpMkLst>
              <pc:docMk/>
              <pc:sldMasterMk cId="1938229799" sldId="2147483792"/>
              <pc:sldLayoutMk cId="777420911" sldId="2147483794"/>
              <ac:grpSpMk id="7" creationId="{85F792F6-5E00-47FA-B1E4-3557D730C062}"/>
            </ac:grpSpMkLst>
          </pc:grpChg>
        </pc:sldLayoutChg>
      </pc:sldMasterChg>
      <pc:sldMasterChg chg="modSldLayout">
        <pc:chgData name="Kellyn Gorman" userId="e23a768f-2613-433c-8868-7d00ab8a4972" providerId="ADAL" clId="{C393EDAA-CBB4-435C-BAD1-515289D435C6}" dt="2025-11-05T14:35:18.499" v="36"/>
        <pc:sldMasterMkLst>
          <pc:docMk/>
          <pc:sldMasterMk cId="4151719888" sldId="2147483810"/>
        </pc:sldMasterMkLst>
        <pc:sldLayoutChg chg="addSp">
          <pc:chgData name="Kellyn Gorman" userId="e23a768f-2613-433c-8868-7d00ab8a4972" providerId="ADAL" clId="{C393EDAA-CBB4-435C-BAD1-515289D435C6}" dt="2025-11-05T14:35:18.499" v="36"/>
          <pc:sldLayoutMkLst>
            <pc:docMk/>
            <pc:sldMasterMk cId="4151719888" sldId="2147483810"/>
            <pc:sldLayoutMk cId="328528606" sldId="2147483811"/>
          </pc:sldLayoutMkLst>
          <pc:grpChg chg="add">
            <ac:chgData name="Kellyn Gorman" userId="e23a768f-2613-433c-8868-7d00ab8a4972" providerId="ADAL" clId="{C393EDAA-CBB4-435C-BAD1-515289D435C6}" dt="2025-11-05T14:35:18.499" v="36"/>
            <ac:grpSpMkLst>
              <pc:docMk/>
              <pc:sldMasterMk cId="4151719888" sldId="2147483810"/>
              <pc:sldLayoutMk cId="328528606" sldId="2147483811"/>
              <ac:grpSpMk id="7" creationId="{A9735F1B-48B9-951A-F39C-9647EBA7BC69}"/>
            </ac:grpSpMkLst>
          </pc:grpChg>
        </pc:sldLayoutChg>
        <pc:sldLayoutChg chg="addSp">
          <pc:chgData name="Kellyn Gorman" userId="e23a768f-2613-433c-8868-7d00ab8a4972" providerId="ADAL" clId="{C393EDAA-CBB4-435C-BAD1-515289D435C6}" dt="2025-11-05T14:35:18.499" v="36"/>
          <pc:sldLayoutMkLst>
            <pc:docMk/>
            <pc:sldMasterMk cId="4151719888" sldId="2147483810"/>
            <pc:sldLayoutMk cId="3526547902" sldId="2147483812"/>
          </pc:sldLayoutMkLst>
          <pc:grpChg chg="add">
            <ac:chgData name="Kellyn Gorman" userId="e23a768f-2613-433c-8868-7d00ab8a4972" providerId="ADAL" clId="{C393EDAA-CBB4-435C-BAD1-515289D435C6}" dt="2025-11-05T14:35:18.499" v="36"/>
            <ac:grpSpMkLst>
              <pc:docMk/>
              <pc:sldMasterMk cId="4151719888" sldId="2147483810"/>
              <pc:sldLayoutMk cId="3526547902" sldId="2147483812"/>
              <ac:grpSpMk id="7" creationId="{637B3D0D-BE4D-DF81-C35E-9C9DDB12023C}"/>
            </ac:grpSpMkLst>
          </pc:grpChg>
        </pc:sldLayoutChg>
      </pc:sldMaster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28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3.png"/><Relationship Id="rId7" Type="http://schemas.openxmlformats.org/officeDocument/2006/relationships/image" Target="../media/image43.png"/><Relationship Id="rId2" Type="http://schemas.openxmlformats.org/officeDocument/2006/relationships/image" Target="../media/image52.svg"/><Relationship Id="rId1" Type="http://schemas.openxmlformats.org/officeDocument/2006/relationships/image" Target="../media/image47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2.sv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64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52.svg"/></Relationships>
</file>

<file path=ppt/diagrams/_rels/data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9.svg"/></Relationships>
</file>

<file path=ppt/diagrams/_rels/data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18.png"/><Relationship Id="rId7" Type="http://schemas.openxmlformats.org/officeDocument/2006/relationships/image" Target="../media/image70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19.svg"/></Relationships>
</file>

<file path=ppt/diagrams/_rels/data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41.svg"/></Relationships>
</file>

<file path=ppt/diagrams/_rels/data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svg"/><Relationship Id="rId3" Type="http://schemas.openxmlformats.org/officeDocument/2006/relationships/image" Target="../media/image34.png"/><Relationship Id="rId7" Type="http://schemas.openxmlformats.org/officeDocument/2006/relationships/image" Target="../media/image81.png"/><Relationship Id="rId2" Type="http://schemas.openxmlformats.org/officeDocument/2006/relationships/image" Target="../media/image78.svg"/><Relationship Id="rId1" Type="http://schemas.openxmlformats.org/officeDocument/2006/relationships/image" Target="../media/image77.png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4" Type="http://schemas.openxmlformats.org/officeDocument/2006/relationships/image" Target="../media/image35.svg"/></Relationships>
</file>

<file path=ppt/diagrams/_rels/data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5.png"/><Relationship Id="rId7" Type="http://schemas.openxmlformats.org/officeDocument/2006/relationships/image" Target="../media/image68.png"/><Relationship Id="rId2" Type="http://schemas.openxmlformats.org/officeDocument/2006/relationships/image" Target="../media/image84.svg"/><Relationship Id="rId1" Type="http://schemas.openxmlformats.org/officeDocument/2006/relationships/image" Target="../media/image8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8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28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3.png"/><Relationship Id="rId7" Type="http://schemas.openxmlformats.org/officeDocument/2006/relationships/image" Target="../media/image43.png"/><Relationship Id="rId2" Type="http://schemas.openxmlformats.org/officeDocument/2006/relationships/image" Target="../media/image52.svg"/><Relationship Id="rId1" Type="http://schemas.openxmlformats.org/officeDocument/2006/relationships/image" Target="../media/image47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2.sv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64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52.svg"/></Relationships>
</file>

<file path=ppt/diagrams/_rels/drawing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9.svg"/></Relationships>
</file>

<file path=ppt/diagrams/_rels/drawing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18.png"/><Relationship Id="rId7" Type="http://schemas.openxmlformats.org/officeDocument/2006/relationships/image" Target="../media/image70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19.svg"/></Relationships>
</file>

<file path=ppt/diagrams/_rels/drawing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41.svg"/></Relationships>
</file>

<file path=ppt/diagrams/_rels/drawing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svg"/><Relationship Id="rId3" Type="http://schemas.openxmlformats.org/officeDocument/2006/relationships/image" Target="../media/image34.png"/><Relationship Id="rId7" Type="http://schemas.openxmlformats.org/officeDocument/2006/relationships/image" Target="../media/image81.png"/><Relationship Id="rId2" Type="http://schemas.openxmlformats.org/officeDocument/2006/relationships/image" Target="../media/image78.svg"/><Relationship Id="rId1" Type="http://schemas.openxmlformats.org/officeDocument/2006/relationships/image" Target="../media/image77.png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4" Type="http://schemas.openxmlformats.org/officeDocument/2006/relationships/image" Target="../media/image35.svg"/></Relationships>
</file>

<file path=ppt/diagrams/_rels/drawing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5.png"/><Relationship Id="rId7" Type="http://schemas.openxmlformats.org/officeDocument/2006/relationships/image" Target="../media/image68.png"/><Relationship Id="rId2" Type="http://schemas.openxmlformats.org/officeDocument/2006/relationships/image" Target="../media/image84.svg"/><Relationship Id="rId1" Type="http://schemas.openxmlformats.org/officeDocument/2006/relationships/image" Target="../media/image8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8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3E1297-C349-4F18-A1E5-B7872F610D0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5627B37-79A8-4CA9-BAC0-B32AAF66B2BC}">
      <dgm:prSet/>
      <dgm:spPr/>
      <dgm:t>
        <a:bodyPr/>
        <a:lstStyle/>
        <a:p>
          <a:r>
            <a:rPr lang="en-US"/>
            <a:t>Why multi-cloud matters</a:t>
          </a:r>
        </a:p>
      </dgm:t>
    </dgm:pt>
    <dgm:pt modelId="{1676D97C-78A9-45DA-B11C-CF7E0E5A2828}" type="parTrans" cxnId="{1A4E3E05-3E43-4A0D-BDFB-796090A08AEE}">
      <dgm:prSet/>
      <dgm:spPr/>
      <dgm:t>
        <a:bodyPr/>
        <a:lstStyle/>
        <a:p>
          <a:endParaRPr lang="en-US"/>
        </a:p>
      </dgm:t>
    </dgm:pt>
    <dgm:pt modelId="{EB0A2CDB-0E31-4670-8119-47540B469D7F}" type="sibTrans" cxnId="{1A4E3E05-3E43-4A0D-BDFB-796090A08AEE}">
      <dgm:prSet/>
      <dgm:spPr/>
      <dgm:t>
        <a:bodyPr/>
        <a:lstStyle/>
        <a:p>
          <a:endParaRPr lang="en-US"/>
        </a:p>
      </dgm:t>
    </dgm:pt>
    <dgm:pt modelId="{6DD912C8-DDD0-47CE-9EAD-324EC712B9B8}">
      <dgm:prSet/>
      <dgm:spPr/>
      <dgm:t>
        <a:bodyPr/>
        <a:lstStyle/>
        <a:p>
          <a:r>
            <a:rPr lang="en-US"/>
            <a:t>Scope: Compute, Storage, Networking</a:t>
          </a:r>
        </a:p>
      </dgm:t>
    </dgm:pt>
    <dgm:pt modelId="{0700382A-B7BD-4C05-8F68-239D15BBA925}" type="parTrans" cxnId="{8A57A015-DCD8-4D71-AFE8-85690534EDB9}">
      <dgm:prSet/>
      <dgm:spPr/>
      <dgm:t>
        <a:bodyPr/>
        <a:lstStyle/>
        <a:p>
          <a:endParaRPr lang="en-US"/>
        </a:p>
      </dgm:t>
    </dgm:pt>
    <dgm:pt modelId="{FEB799CD-6746-4FC5-834F-C3453C6CCCCF}" type="sibTrans" cxnId="{8A57A015-DCD8-4D71-AFE8-85690534EDB9}">
      <dgm:prSet/>
      <dgm:spPr/>
      <dgm:t>
        <a:bodyPr/>
        <a:lstStyle/>
        <a:p>
          <a:endParaRPr lang="en-US"/>
        </a:p>
      </dgm:t>
    </dgm:pt>
    <dgm:pt modelId="{4505E02E-DDD1-4C0B-835F-A8D1DB83A2BC}">
      <dgm:prSet/>
      <dgm:spPr/>
      <dgm:t>
        <a:bodyPr/>
        <a:lstStyle/>
        <a:p>
          <a:r>
            <a:rPr lang="en-US"/>
            <a:t>Compare AWS, Azure, GCP services</a:t>
          </a:r>
        </a:p>
      </dgm:t>
    </dgm:pt>
    <dgm:pt modelId="{4726A855-7D5C-4CC6-80D6-51527B7E5A2F}" type="parTrans" cxnId="{8042A7D9-1B66-4754-B310-50FB15750449}">
      <dgm:prSet/>
      <dgm:spPr/>
      <dgm:t>
        <a:bodyPr/>
        <a:lstStyle/>
        <a:p>
          <a:endParaRPr lang="en-US"/>
        </a:p>
      </dgm:t>
    </dgm:pt>
    <dgm:pt modelId="{56DEF856-0D38-45EF-B5A4-67000B5735D0}" type="sibTrans" cxnId="{8042A7D9-1B66-4754-B310-50FB15750449}">
      <dgm:prSet/>
      <dgm:spPr/>
      <dgm:t>
        <a:bodyPr/>
        <a:lstStyle/>
        <a:p>
          <a:endParaRPr lang="en-US"/>
        </a:p>
      </dgm:t>
    </dgm:pt>
    <dgm:pt modelId="{69EDAD1E-ED9A-42C6-896B-410BD25C8790}">
      <dgm:prSet/>
      <dgm:spPr/>
      <dgm:t>
        <a:bodyPr/>
        <a:lstStyle/>
        <a:p>
          <a:r>
            <a:rPr lang="en-US"/>
            <a:t>Key patterns, best practices, workload placement</a:t>
          </a:r>
        </a:p>
      </dgm:t>
    </dgm:pt>
    <dgm:pt modelId="{19A57B9E-5694-473E-9208-42878CAA3870}" type="parTrans" cxnId="{389BF306-5882-43AF-907F-A4885411DBFC}">
      <dgm:prSet/>
      <dgm:spPr/>
      <dgm:t>
        <a:bodyPr/>
        <a:lstStyle/>
        <a:p>
          <a:endParaRPr lang="en-US"/>
        </a:p>
      </dgm:t>
    </dgm:pt>
    <dgm:pt modelId="{32B798E6-56E8-4ECB-B4CC-7A30BB126AE9}" type="sibTrans" cxnId="{389BF306-5882-43AF-907F-A4885411DBFC}">
      <dgm:prSet/>
      <dgm:spPr/>
      <dgm:t>
        <a:bodyPr/>
        <a:lstStyle/>
        <a:p>
          <a:endParaRPr lang="en-US"/>
        </a:p>
      </dgm:t>
    </dgm:pt>
    <dgm:pt modelId="{249DF583-7486-4AD9-9929-CEBFF4ECCDE8}" type="pres">
      <dgm:prSet presAssocID="{183E1297-C349-4F18-A1E5-B7872F610D07}" presName="vert0" presStyleCnt="0">
        <dgm:presLayoutVars>
          <dgm:dir/>
          <dgm:animOne val="branch"/>
          <dgm:animLvl val="lvl"/>
        </dgm:presLayoutVars>
      </dgm:prSet>
      <dgm:spPr/>
    </dgm:pt>
    <dgm:pt modelId="{0FFEDC86-8D11-4C63-B8F2-E72B05204F9E}" type="pres">
      <dgm:prSet presAssocID="{65627B37-79A8-4CA9-BAC0-B32AAF66B2BC}" presName="thickLine" presStyleLbl="alignNode1" presStyleIdx="0" presStyleCnt="4"/>
      <dgm:spPr/>
    </dgm:pt>
    <dgm:pt modelId="{27B08BFF-C76A-4F0C-8332-0AA536BAD32B}" type="pres">
      <dgm:prSet presAssocID="{65627B37-79A8-4CA9-BAC0-B32AAF66B2BC}" presName="horz1" presStyleCnt="0"/>
      <dgm:spPr/>
    </dgm:pt>
    <dgm:pt modelId="{F3D50D05-5C33-4AF5-B80C-315473778E71}" type="pres">
      <dgm:prSet presAssocID="{65627B37-79A8-4CA9-BAC0-B32AAF66B2BC}" presName="tx1" presStyleLbl="revTx" presStyleIdx="0" presStyleCnt="4"/>
      <dgm:spPr/>
    </dgm:pt>
    <dgm:pt modelId="{ED403C86-AFFD-4B03-BA42-B4CC8D409520}" type="pres">
      <dgm:prSet presAssocID="{65627B37-79A8-4CA9-BAC0-B32AAF66B2BC}" presName="vert1" presStyleCnt="0"/>
      <dgm:spPr/>
    </dgm:pt>
    <dgm:pt modelId="{B9317E54-7ACC-455A-9C86-27B75A220807}" type="pres">
      <dgm:prSet presAssocID="{6DD912C8-DDD0-47CE-9EAD-324EC712B9B8}" presName="thickLine" presStyleLbl="alignNode1" presStyleIdx="1" presStyleCnt="4"/>
      <dgm:spPr/>
    </dgm:pt>
    <dgm:pt modelId="{2C9C70BA-051E-470F-96DD-C8A8670C6D41}" type="pres">
      <dgm:prSet presAssocID="{6DD912C8-DDD0-47CE-9EAD-324EC712B9B8}" presName="horz1" presStyleCnt="0"/>
      <dgm:spPr/>
    </dgm:pt>
    <dgm:pt modelId="{DC13053B-FA0E-4443-A516-A70AFED7F299}" type="pres">
      <dgm:prSet presAssocID="{6DD912C8-DDD0-47CE-9EAD-324EC712B9B8}" presName="tx1" presStyleLbl="revTx" presStyleIdx="1" presStyleCnt="4"/>
      <dgm:spPr/>
    </dgm:pt>
    <dgm:pt modelId="{0CCAA035-303C-42BB-933F-6C62B6BDE2B0}" type="pres">
      <dgm:prSet presAssocID="{6DD912C8-DDD0-47CE-9EAD-324EC712B9B8}" presName="vert1" presStyleCnt="0"/>
      <dgm:spPr/>
    </dgm:pt>
    <dgm:pt modelId="{106ECBB5-FE84-42F0-8108-9018B7CA4F77}" type="pres">
      <dgm:prSet presAssocID="{4505E02E-DDD1-4C0B-835F-A8D1DB83A2BC}" presName="thickLine" presStyleLbl="alignNode1" presStyleIdx="2" presStyleCnt="4"/>
      <dgm:spPr/>
    </dgm:pt>
    <dgm:pt modelId="{DBB09B58-9C87-4D20-A6CE-F48812D31FA3}" type="pres">
      <dgm:prSet presAssocID="{4505E02E-DDD1-4C0B-835F-A8D1DB83A2BC}" presName="horz1" presStyleCnt="0"/>
      <dgm:spPr/>
    </dgm:pt>
    <dgm:pt modelId="{6D7199B3-3507-46CA-9C65-F3B1D01CF85B}" type="pres">
      <dgm:prSet presAssocID="{4505E02E-DDD1-4C0B-835F-A8D1DB83A2BC}" presName="tx1" presStyleLbl="revTx" presStyleIdx="2" presStyleCnt="4"/>
      <dgm:spPr/>
    </dgm:pt>
    <dgm:pt modelId="{0279B084-5C26-49C1-A274-741711B93596}" type="pres">
      <dgm:prSet presAssocID="{4505E02E-DDD1-4C0B-835F-A8D1DB83A2BC}" presName="vert1" presStyleCnt="0"/>
      <dgm:spPr/>
    </dgm:pt>
    <dgm:pt modelId="{41BCA2B0-0D2C-468E-B9F6-D6F63E2E73EE}" type="pres">
      <dgm:prSet presAssocID="{69EDAD1E-ED9A-42C6-896B-410BD25C8790}" presName="thickLine" presStyleLbl="alignNode1" presStyleIdx="3" presStyleCnt="4"/>
      <dgm:spPr/>
    </dgm:pt>
    <dgm:pt modelId="{862DE1FA-4326-4547-AD51-A7C1DC8DB8E8}" type="pres">
      <dgm:prSet presAssocID="{69EDAD1E-ED9A-42C6-896B-410BD25C8790}" presName="horz1" presStyleCnt="0"/>
      <dgm:spPr/>
    </dgm:pt>
    <dgm:pt modelId="{B8472E58-E57B-4913-9B43-27F28F3536F4}" type="pres">
      <dgm:prSet presAssocID="{69EDAD1E-ED9A-42C6-896B-410BD25C8790}" presName="tx1" presStyleLbl="revTx" presStyleIdx="3" presStyleCnt="4"/>
      <dgm:spPr/>
    </dgm:pt>
    <dgm:pt modelId="{BAD1483B-A335-4BDB-9812-C2EA97A8E98E}" type="pres">
      <dgm:prSet presAssocID="{69EDAD1E-ED9A-42C6-896B-410BD25C8790}" presName="vert1" presStyleCnt="0"/>
      <dgm:spPr/>
    </dgm:pt>
  </dgm:ptLst>
  <dgm:cxnLst>
    <dgm:cxn modelId="{1A4E3E05-3E43-4A0D-BDFB-796090A08AEE}" srcId="{183E1297-C349-4F18-A1E5-B7872F610D07}" destId="{65627B37-79A8-4CA9-BAC0-B32AAF66B2BC}" srcOrd="0" destOrd="0" parTransId="{1676D97C-78A9-45DA-B11C-CF7E0E5A2828}" sibTransId="{EB0A2CDB-0E31-4670-8119-47540B469D7F}"/>
    <dgm:cxn modelId="{389BF306-5882-43AF-907F-A4885411DBFC}" srcId="{183E1297-C349-4F18-A1E5-B7872F610D07}" destId="{69EDAD1E-ED9A-42C6-896B-410BD25C8790}" srcOrd="3" destOrd="0" parTransId="{19A57B9E-5694-473E-9208-42878CAA3870}" sibTransId="{32B798E6-56E8-4ECB-B4CC-7A30BB126AE9}"/>
    <dgm:cxn modelId="{8A57A015-DCD8-4D71-AFE8-85690534EDB9}" srcId="{183E1297-C349-4F18-A1E5-B7872F610D07}" destId="{6DD912C8-DDD0-47CE-9EAD-324EC712B9B8}" srcOrd="1" destOrd="0" parTransId="{0700382A-B7BD-4C05-8F68-239D15BBA925}" sibTransId="{FEB799CD-6746-4FC5-834F-C3453C6CCCCF}"/>
    <dgm:cxn modelId="{8B37892B-AC8E-42E1-A14C-2C052E687441}" type="presOf" srcId="{183E1297-C349-4F18-A1E5-B7872F610D07}" destId="{249DF583-7486-4AD9-9929-CEBFF4ECCDE8}" srcOrd="0" destOrd="0" presId="urn:microsoft.com/office/officeart/2008/layout/LinedList"/>
    <dgm:cxn modelId="{5F1D4C61-80C2-4D31-83E5-64F78F3A89CC}" type="presOf" srcId="{4505E02E-DDD1-4C0B-835F-A8D1DB83A2BC}" destId="{6D7199B3-3507-46CA-9C65-F3B1D01CF85B}" srcOrd="0" destOrd="0" presId="urn:microsoft.com/office/officeart/2008/layout/LinedList"/>
    <dgm:cxn modelId="{7FDD228F-2A51-4F48-97F9-5EB71CE17588}" type="presOf" srcId="{69EDAD1E-ED9A-42C6-896B-410BD25C8790}" destId="{B8472E58-E57B-4913-9B43-27F28F3536F4}" srcOrd="0" destOrd="0" presId="urn:microsoft.com/office/officeart/2008/layout/LinedList"/>
    <dgm:cxn modelId="{7C14B2A0-4807-45C9-A5CD-C89E6DC32798}" type="presOf" srcId="{6DD912C8-DDD0-47CE-9EAD-324EC712B9B8}" destId="{DC13053B-FA0E-4443-A516-A70AFED7F299}" srcOrd="0" destOrd="0" presId="urn:microsoft.com/office/officeart/2008/layout/LinedList"/>
    <dgm:cxn modelId="{8042A7D9-1B66-4754-B310-50FB15750449}" srcId="{183E1297-C349-4F18-A1E5-B7872F610D07}" destId="{4505E02E-DDD1-4C0B-835F-A8D1DB83A2BC}" srcOrd="2" destOrd="0" parTransId="{4726A855-7D5C-4CC6-80D6-51527B7E5A2F}" sibTransId="{56DEF856-0D38-45EF-B5A4-67000B5735D0}"/>
    <dgm:cxn modelId="{5650F0DE-E2B7-44AF-B7BE-09959906AF42}" type="presOf" srcId="{65627B37-79A8-4CA9-BAC0-B32AAF66B2BC}" destId="{F3D50D05-5C33-4AF5-B80C-315473778E71}" srcOrd="0" destOrd="0" presId="urn:microsoft.com/office/officeart/2008/layout/LinedList"/>
    <dgm:cxn modelId="{3DE0CA16-6467-48AB-99ED-471F9AEDC0BC}" type="presParOf" srcId="{249DF583-7486-4AD9-9929-CEBFF4ECCDE8}" destId="{0FFEDC86-8D11-4C63-B8F2-E72B05204F9E}" srcOrd="0" destOrd="0" presId="urn:microsoft.com/office/officeart/2008/layout/LinedList"/>
    <dgm:cxn modelId="{DC334312-CE90-4A41-8269-2512BDA2B9EB}" type="presParOf" srcId="{249DF583-7486-4AD9-9929-CEBFF4ECCDE8}" destId="{27B08BFF-C76A-4F0C-8332-0AA536BAD32B}" srcOrd="1" destOrd="0" presId="urn:microsoft.com/office/officeart/2008/layout/LinedList"/>
    <dgm:cxn modelId="{A06338EA-A967-493D-81AD-E3CEE3650D6F}" type="presParOf" srcId="{27B08BFF-C76A-4F0C-8332-0AA536BAD32B}" destId="{F3D50D05-5C33-4AF5-B80C-315473778E71}" srcOrd="0" destOrd="0" presId="urn:microsoft.com/office/officeart/2008/layout/LinedList"/>
    <dgm:cxn modelId="{3851EC7F-24D4-48D5-B608-CAF22402AF8D}" type="presParOf" srcId="{27B08BFF-C76A-4F0C-8332-0AA536BAD32B}" destId="{ED403C86-AFFD-4B03-BA42-B4CC8D409520}" srcOrd="1" destOrd="0" presId="urn:microsoft.com/office/officeart/2008/layout/LinedList"/>
    <dgm:cxn modelId="{1B0C6670-88D5-4F19-8226-9F1F484949DB}" type="presParOf" srcId="{249DF583-7486-4AD9-9929-CEBFF4ECCDE8}" destId="{B9317E54-7ACC-455A-9C86-27B75A220807}" srcOrd="2" destOrd="0" presId="urn:microsoft.com/office/officeart/2008/layout/LinedList"/>
    <dgm:cxn modelId="{F2197EB8-B911-49E5-B01F-54DE12CC46F1}" type="presParOf" srcId="{249DF583-7486-4AD9-9929-CEBFF4ECCDE8}" destId="{2C9C70BA-051E-470F-96DD-C8A8670C6D41}" srcOrd="3" destOrd="0" presId="urn:microsoft.com/office/officeart/2008/layout/LinedList"/>
    <dgm:cxn modelId="{9A1F67F6-D180-48E1-9A19-1146B6F4D3ED}" type="presParOf" srcId="{2C9C70BA-051E-470F-96DD-C8A8670C6D41}" destId="{DC13053B-FA0E-4443-A516-A70AFED7F299}" srcOrd="0" destOrd="0" presId="urn:microsoft.com/office/officeart/2008/layout/LinedList"/>
    <dgm:cxn modelId="{193C8EE8-D690-4B68-A0C0-6D3CFC3D4741}" type="presParOf" srcId="{2C9C70BA-051E-470F-96DD-C8A8670C6D41}" destId="{0CCAA035-303C-42BB-933F-6C62B6BDE2B0}" srcOrd="1" destOrd="0" presId="urn:microsoft.com/office/officeart/2008/layout/LinedList"/>
    <dgm:cxn modelId="{C7559672-31D2-4285-8E00-CE4709B65F79}" type="presParOf" srcId="{249DF583-7486-4AD9-9929-CEBFF4ECCDE8}" destId="{106ECBB5-FE84-42F0-8108-9018B7CA4F77}" srcOrd="4" destOrd="0" presId="urn:microsoft.com/office/officeart/2008/layout/LinedList"/>
    <dgm:cxn modelId="{5DC18E03-5CFD-4024-B31B-4CA127B8AF40}" type="presParOf" srcId="{249DF583-7486-4AD9-9929-CEBFF4ECCDE8}" destId="{DBB09B58-9C87-4D20-A6CE-F48812D31FA3}" srcOrd="5" destOrd="0" presId="urn:microsoft.com/office/officeart/2008/layout/LinedList"/>
    <dgm:cxn modelId="{B45FE13D-CDB9-4DB1-844F-76F8E0066680}" type="presParOf" srcId="{DBB09B58-9C87-4D20-A6CE-F48812D31FA3}" destId="{6D7199B3-3507-46CA-9C65-F3B1D01CF85B}" srcOrd="0" destOrd="0" presId="urn:microsoft.com/office/officeart/2008/layout/LinedList"/>
    <dgm:cxn modelId="{7BF113CC-2963-414E-A166-81E164584385}" type="presParOf" srcId="{DBB09B58-9C87-4D20-A6CE-F48812D31FA3}" destId="{0279B084-5C26-49C1-A274-741711B93596}" srcOrd="1" destOrd="0" presId="urn:microsoft.com/office/officeart/2008/layout/LinedList"/>
    <dgm:cxn modelId="{BD67ABC2-D96F-48C0-B57E-C87E7431DD80}" type="presParOf" srcId="{249DF583-7486-4AD9-9929-CEBFF4ECCDE8}" destId="{41BCA2B0-0D2C-468E-B9F6-D6F63E2E73EE}" srcOrd="6" destOrd="0" presId="urn:microsoft.com/office/officeart/2008/layout/LinedList"/>
    <dgm:cxn modelId="{1BAA4CB2-6D0B-4D48-B82A-10996FD91509}" type="presParOf" srcId="{249DF583-7486-4AD9-9929-CEBFF4ECCDE8}" destId="{862DE1FA-4326-4547-AD51-A7C1DC8DB8E8}" srcOrd="7" destOrd="0" presId="urn:microsoft.com/office/officeart/2008/layout/LinedList"/>
    <dgm:cxn modelId="{B230EDF7-CF0A-4CD0-94C9-95563A46ECFF}" type="presParOf" srcId="{862DE1FA-4326-4547-AD51-A7C1DC8DB8E8}" destId="{B8472E58-E57B-4913-9B43-27F28F3536F4}" srcOrd="0" destOrd="0" presId="urn:microsoft.com/office/officeart/2008/layout/LinedList"/>
    <dgm:cxn modelId="{5B075246-1CD1-47B2-83EA-EA837AE88565}" type="presParOf" srcId="{862DE1FA-4326-4547-AD51-A7C1DC8DB8E8}" destId="{BAD1483B-A335-4BDB-9812-C2EA97A8E98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69E7C5-4B7A-4298-833E-EB0264471A34}" type="doc">
      <dgm:prSet loTypeId="urn:microsoft.com/office/officeart/2005/8/layout/vProcess5" loCatId="process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BB033E27-8968-4D8A-8C1E-DF5917287748}">
      <dgm:prSet/>
      <dgm:spPr/>
      <dgm:t>
        <a:bodyPr/>
        <a:lstStyle/>
        <a:p>
          <a:pPr>
            <a:defRPr cap="all"/>
          </a:pPr>
          <a:r>
            <a:rPr lang="en-US"/>
            <a:t>Multi-cloud adoption drivers (resilience, cost, vendor flexibility)</a:t>
          </a:r>
        </a:p>
      </dgm:t>
    </dgm:pt>
    <dgm:pt modelId="{22052BBB-54AA-4AC9-A8A3-509845ED3452}" type="parTrans" cxnId="{3DDC76C7-FC32-4EBD-A8B1-B8DCBDBA7BD0}">
      <dgm:prSet/>
      <dgm:spPr/>
      <dgm:t>
        <a:bodyPr/>
        <a:lstStyle/>
        <a:p>
          <a:endParaRPr lang="en-US"/>
        </a:p>
      </dgm:t>
    </dgm:pt>
    <dgm:pt modelId="{CBBE0CFD-A8FC-4186-B6BB-8A5F49E3EFB4}" type="sibTrans" cxnId="{3DDC76C7-FC32-4EBD-A8B1-B8DCBDBA7BD0}">
      <dgm:prSet/>
      <dgm:spPr/>
      <dgm:t>
        <a:bodyPr/>
        <a:lstStyle/>
        <a:p>
          <a:endParaRPr lang="en-US"/>
        </a:p>
      </dgm:t>
    </dgm:pt>
    <dgm:pt modelId="{B3684772-0FA1-416E-8A3D-5D41E06F5E2F}">
      <dgm:prSet/>
      <dgm:spPr/>
      <dgm:t>
        <a:bodyPr/>
        <a:lstStyle/>
        <a:p>
          <a:pPr>
            <a:defRPr cap="all"/>
          </a:pPr>
          <a:r>
            <a:rPr lang="en-US"/>
            <a:t>Challenges (skills, complexity, governance)</a:t>
          </a:r>
        </a:p>
      </dgm:t>
    </dgm:pt>
    <dgm:pt modelId="{5051BF18-8CBE-44EA-8735-CD50D3B0CBEF}" type="parTrans" cxnId="{75F0D6A5-FD2B-412B-983F-22C759C438AA}">
      <dgm:prSet/>
      <dgm:spPr/>
      <dgm:t>
        <a:bodyPr/>
        <a:lstStyle/>
        <a:p>
          <a:endParaRPr lang="en-US"/>
        </a:p>
      </dgm:t>
    </dgm:pt>
    <dgm:pt modelId="{94AAC0C0-6981-449A-B69D-C8AFCC2E6D32}" type="sibTrans" cxnId="{75F0D6A5-FD2B-412B-983F-22C759C438AA}">
      <dgm:prSet/>
      <dgm:spPr/>
      <dgm:t>
        <a:bodyPr/>
        <a:lstStyle/>
        <a:p>
          <a:endParaRPr lang="en-US"/>
        </a:p>
      </dgm:t>
    </dgm:pt>
    <dgm:pt modelId="{AEBDB944-B7B7-4E85-908E-50D95E71A0AB}">
      <dgm:prSet/>
      <dgm:spPr/>
      <dgm:t>
        <a:bodyPr/>
        <a:lstStyle/>
        <a:p>
          <a:pPr>
            <a:defRPr cap="all"/>
          </a:pPr>
          <a:r>
            <a:rPr lang="en-US"/>
            <a:t>Focus: aligning workloads with the right cloud service</a:t>
          </a:r>
        </a:p>
      </dgm:t>
    </dgm:pt>
    <dgm:pt modelId="{913EEA85-48DC-4A5A-98E7-B52A4557FF95}" type="parTrans" cxnId="{DF107F2D-5443-4524-8CA8-4F7067A02433}">
      <dgm:prSet/>
      <dgm:spPr/>
      <dgm:t>
        <a:bodyPr/>
        <a:lstStyle/>
        <a:p>
          <a:endParaRPr lang="en-US"/>
        </a:p>
      </dgm:t>
    </dgm:pt>
    <dgm:pt modelId="{C6766AC9-8356-47CB-945E-20ED363E9EAC}" type="sibTrans" cxnId="{DF107F2D-5443-4524-8CA8-4F7067A02433}">
      <dgm:prSet/>
      <dgm:spPr/>
      <dgm:t>
        <a:bodyPr/>
        <a:lstStyle/>
        <a:p>
          <a:endParaRPr lang="en-US"/>
        </a:p>
      </dgm:t>
    </dgm:pt>
    <dgm:pt modelId="{DCEEB958-18EB-456F-B305-5C6EA3A1BDA1}" type="pres">
      <dgm:prSet presAssocID="{D269E7C5-4B7A-4298-833E-EB0264471A34}" presName="outerComposite" presStyleCnt="0">
        <dgm:presLayoutVars>
          <dgm:chMax val="5"/>
          <dgm:dir/>
          <dgm:resizeHandles val="exact"/>
        </dgm:presLayoutVars>
      </dgm:prSet>
      <dgm:spPr/>
    </dgm:pt>
    <dgm:pt modelId="{E4421522-58DF-41FA-AD9B-943B173F14C2}" type="pres">
      <dgm:prSet presAssocID="{D269E7C5-4B7A-4298-833E-EB0264471A34}" presName="dummyMaxCanvas" presStyleCnt="0">
        <dgm:presLayoutVars/>
      </dgm:prSet>
      <dgm:spPr/>
    </dgm:pt>
    <dgm:pt modelId="{70AAE37B-946B-42AB-A29D-4717F73B446C}" type="pres">
      <dgm:prSet presAssocID="{D269E7C5-4B7A-4298-833E-EB0264471A34}" presName="ThreeNodes_1" presStyleLbl="node1" presStyleIdx="0" presStyleCnt="3">
        <dgm:presLayoutVars>
          <dgm:bulletEnabled val="1"/>
        </dgm:presLayoutVars>
      </dgm:prSet>
      <dgm:spPr/>
    </dgm:pt>
    <dgm:pt modelId="{C2BB9F76-477E-4B52-A2D9-6B414476DE1E}" type="pres">
      <dgm:prSet presAssocID="{D269E7C5-4B7A-4298-833E-EB0264471A34}" presName="ThreeNodes_2" presStyleLbl="node1" presStyleIdx="1" presStyleCnt="3">
        <dgm:presLayoutVars>
          <dgm:bulletEnabled val="1"/>
        </dgm:presLayoutVars>
      </dgm:prSet>
      <dgm:spPr/>
    </dgm:pt>
    <dgm:pt modelId="{46CB6BDD-597E-446E-BC66-BA1DD53B8CEB}" type="pres">
      <dgm:prSet presAssocID="{D269E7C5-4B7A-4298-833E-EB0264471A34}" presName="ThreeNodes_3" presStyleLbl="node1" presStyleIdx="2" presStyleCnt="3">
        <dgm:presLayoutVars>
          <dgm:bulletEnabled val="1"/>
        </dgm:presLayoutVars>
      </dgm:prSet>
      <dgm:spPr/>
    </dgm:pt>
    <dgm:pt modelId="{9AF868E7-72DE-417E-A451-E3D7EF7E0668}" type="pres">
      <dgm:prSet presAssocID="{D269E7C5-4B7A-4298-833E-EB0264471A34}" presName="ThreeConn_1-2" presStyleLbl="fgAccFollowNode1" presStyleIdx="0" presStyleCnt="2">
        <dgm:presLayoutVars>
          <dgm:bulletEnabled val="1"/>
        </dgm:presLayoutVars>
      </dgm:prSet>
      <dgm:spPr/>
    </dgm:pt>
    <dgm:pt modelId="{C9DCA903-EA56-40B0-97ED-DE5B2598C115}" type="pres">
      <dgm:prSet presAssocID="{D269E7C5-4B7A-4298-833E-EB0264471A34}" presName="ThreeConn_2-3" presStyleLbl="fgAccFollowNode1" presStyleIdx="1" presStyleCnt="2">
        <dgm:presLayoutVars>
          <dgm:bulletEnabled val="1"/>
        </dgm:presLayoutVars>
      </dgm:prSet>
      <dgm:spPr/>
    </dgm:pt>
    <dgm:pt modelId="{B14AA357-06C8-47CB-B602-590DBA57B1EA}" type="pres">
      <dgm:prSet presAssocID="{D269E7C5-4B7A-4298-833E-EB0264471A34}" presName="ThreeNodes_1_text" presStyleLbl="node1" presStyleIdx="2" presStyleCnt="3">
        <dgm:presLayoutVars>
          <dgm:bulletEnabled val="1"/>
        </dgm:presLayoutVars>
      </dgm:prSet>
      <dgm:spPr/>
    </dgm:pt>
    <dgm:pt modelId="{C54D9BFE-C60C-403E-B850-B7D8E6D7A6E5}" type="pres">
      <dgm:prSet presAssocID="{D269E7C5-4B7A-4298-833E-EB0264471A34}" presName="ThreeNodes_2_text" presStyleLbl="node1" presStyleIdx="2" presStyleCnt="3">
        <dgm:presLayoutVars>
          <dgm:bulletEnabled val="1"/>
        </dgm:presLayoutVars>
      </dgm:prSet>
      <dgm:spPr/>
    </dgm:pt>
    <dgm:pt modelId="{716DBC00-4C03-453F-86E1-3264AB2C866B}" type="pres">
      <dgm:prSet presAssocID="{D269E7C5-4B7A-4298-833E-EB0264471A3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D7A1031F-1192-4086-AEDC-D4692597217C}" type="presOf" srcId="{B3684772-0FA1-416E-8A3D-5D41E06F5E2F}" destId="{C2BB9F76-477E-4B52-A2D9-6B414476DE1E}" srcOrd="0" destOrd="0" presId="urn:microsoft.com/office/officeart/2005/8/layout/vProcess5"/>
    <dgm:cxn modelId="{DF107F2D-5443-4524-8CA8-4F7067A02433}" srcId="{D269E7C5-4B7A-4298-833E-EB0264471A34}" destId="{AEBDB944-B7B7-4E85-908E-50D95E71A0AB}" srcOrd="2" destOrd="0" parTransId="{913EEA85-48DC-4A5A-98E7-B52A4557FF95}" sibTransId="{C6766AC9-8356-47CB-945E-20ED363E9EAC}"/>
    <dgm:cxn modelId="{D5EF9945-0907-44B0-B5D0-FC744E753526}" type="presOf" srcId="{D269E7C5-4B7A-4298-833E-EB0264471A34}" destId="{DCEEB958-18EB-456F-B305-5C6EA3A1BDA1}" srcOrd="0" destOrd="0" presId="urn:microsoft.com/office/officeart/2005/8/layout/vProcess5"/>
    <dgm:cxn modelId="{7A0B1669-C48A-4DA3-822B-DF5331C4A6EA}" type="presOf" srcId="{94AAC0C0-6981-449A-B69D-C8AFCC2E6D32}" destId="{C9DCA903-EA56-40B0-97ED-DE5B2598C115}" srcOrd="0" destOrd="0" presId="urn:microsoft.com/office/officeart/2005/8/layout/vProcess5"/>
    <dgm:cxn modelId="{50A62474-A6C5-4568-8215-81F78456E865}" type="presOf" srcId="{BB033E27-8968-4D8A-8C1E-DF5917287748}" destId="{B14AA357-06C8-47CB-B602-590DBA57B1EA}" srcOrd="1" destOrd="0" presId="urn:microsoft.com/office/officeart/2005/8/layout/vProcess5"/>
    <dgm:cxn modelId="{FE4A0894-DE96-4925-B34E-973A098BE1E1}" type="presOf" srcId="{B3684772-0FA1-416E-8A3D-5D41E06F5E2F}" destId="{C54D9BFE-C60C-403E-B850-B7D8E6D7A6E5}" srcOrd="1" destOrd="0" presId="urn:microsoft.com/office/officeart/2005/8/layout/vProcess5"/>
    <dgm:cxn modelId="{75F0D6A5-FD2B-412B-983F-22C759C438AA}" srcId="{D269E7C5-4B7A-4298-833E-EB0264471A34}" destId="{B3684772-0FA1-416E-8A3D-5D41E06F5E2F}" srcOrd="1" destOrd="0" parTransId="{5051BF18-8CBE-44EA-8735-CD50D3B0CBEF}" sibTransId="{94AAC0C0-6981-449A-B69D-C8AFCC2E6D32}"/>
    <dgm:cxn modelId="{D1766EA6-10E4-4350-AE26-B53E4CC4EEE7}" type="presOf" srcId="{AEBDB944-B7B7-4E85-908E-50D95E71A0AB}" destId="{716DBC00-4C03-453F-86E1-3264AB2C866B}" srcOrd="1" destOrd="0" presId="urn:microsoft.com/office/officeart/2005/8/layout/vProcess5"/>
    <dgm:cxn modelId="{3DDC76C7-FC32-4EBD-A8B1-B8DCBDBA7BD0}" srcId="{D269E7C5-4B7A-4298-833E-EB0264471A34}" destId="{BB033E27-8968-4D8A-8C1E-DF5917287748}" srcOrd="0" destOrd="0" parTransId="{22052BBB-54AA-4AC9-A8A3-509845ED3452}" sibTransId="{CBBE0CFD-A8FC-4186-B6BB-8A5F49E3EFB4}"/>
    <dgm:cxn modelId="{B2F5CFEA-E0B6-4C01-B9BC-8446DF000286}" type="presOf" srcId="{BB033E27-8968-4D8A-8C1E-DF5917287748}" destId="{70AAE37B-946B-42AB-A29D-4717F73B446C}" srcOrd="0" destOrd="0" presId="urn:microsoft.com/office/officeart/2005/8/layout/vProcess5"/>
    <dgm:cxn modelId="{613B8DF1-9D5C-48EC-9932-40841ADCEA2E}" type="presOf" srcId="{AEBDB944-B7B7-4E85-908E-50D95E71A0AB}" destId="{46CB6BDD-597E-446E-BC66-BA1DD53B8CEB}" srcOrd="0" destOrd="0" presId="urn:microsoft.com/office/officeart/2005/8/layout/vProcess5"/>
    <dgm:cxn modelId="{188B13F4-62AD-4A98-B9A9-4E8742CB549E}" type="presOf" srcId="{CBBE0CFD-A8FC-4186-B6BB-8A5F49E3EFB4}" destId="{9AF868E7-72DE-417E-A451-E3D7EF7E0668}" srcOrd="0" destOrd="0" presId="urn:microsoft.com/office/officeart/2005/8/layout/vProcess5"/>
    <dgm:cxn modelId="{9D55F9F2-E5F9-4893-9F91-6E1E726D5039}" type="presParOf" srcId="{DCEEB958-18EB-456F-B305-5C6EA3A1BDA1}" destId="{E4421522-58DF-41FA-AD9B-943B173F14C2}" srcOrd="0" destOrd="0" presId="urn:microsoft.com/office/officeart/2005/8/layout/vProcess5"/>
    <dgm:cxn modelId="{5E52089A-F014-4899-B7CB-96A02B51A68E}" type="presParOf" srcId="{DCEEB958-18EB-456F-B305-5C6EA3A1BDA1}" destId="{70AAE37B-946B-42AB-A29D-4717F73B446C}" srcOrd="1" destOrd="0" presId="urn:microsoft.com/office/officeart/2005/8/layout/vProcess5"/>
    <dgm:cxn modelId="{BE8E97E4-0951-4982-B34D-F9B4C3F3EAFE}" type="presParOf" srcId="{DCEEB958-18EB-456F-B305-5C6EA3A1BDA1}" destId="{C2BB9F76-477E-4B52-A2D9-6B414476DE1E}" srcOrd="2" destOrd="0" presId="urn:microsoft.com/office/officeart/2005/8/layout/vProcess5"/>
    <dgm:cxn modelId="{B7967C76-54C5-4D0B-B185-CDD51A567609}" type="presParOf" srcId="{DCEEB958-18EB-456F-B305-5C6EA3A1BDA1}" destId="{46CB6BDD-597E-446E-BC66-BA1DD53B8CEB}" srcOrd="3" destOrd="0" presId="urn:microsoft.com/office/officeart/2005/8/layout/vProcess5"/>
    <dgm:cxn modelId="{F94F06D5-4607-4F36-A354-EAB2484EC46D}" type="presParOf" srcId="{DCEEB958-18EB-456F-B305-5C6EA3A1BDA1}" destId="{9AF868E7-72DE-417E-A451-E3D7EF7E0668}" srcOrd="4" destOrd="0" presId="urn:microsoft.com/office/officeart/2005/8/layout/vProcess5"/>
    <dgm:cxn modelId="{40655D7A-4E20-4F71-AC7F-6CDFF837A037}" type="presParOf" srcId="{DCEEB958-18EB-456F-B305-5C6EA3A1BDA1}" destId="{C9DCA903-EA56-40B0-97ED-DE5B2598C115}" srcOrd="5" destOrd="0" presId="urn:microsoft.com/office/officeart/2005/8/layout/vProcess5"/>
    <dgm:cxn modelId="{570EF885-08A4-43FC-BAB2-8AA3D7AF897D}" type="presParOf" srcId="{DCEEB958-18EB-456F-B305-5C6EA3A1BDA1}" destId="{B14AA357-06C8-47CB-B602-590DBA57B1EA}" srcOrd="6" destOrd="0" presId="urn:microsoft.com/office/officeart/2005/8/layout/vProcess5"/>
    <dgm:cxn modelId="{400FC741-1BD9-4C62-B9E6-AF0E4658B24D}" type="presParOf" srcId="{DCEEB958-18EB-456F-B305-5C6EA3A1BDA1}" destId="{C54D9BFE-C60C-403E-B850-B7D8E6D7A6E5}" srcOrd="7" destOrd="0" presId="urn:microsoft.com/office/officeart/2005/8/layout/vProcess5"/>
    <dgm:cxn modelId="{9B0F518C-B1AE-48E6-82CF-056AA7DD9AAE}" type="presParOf" srcId="{DCEEB958-18EB-456F-B305-5C6EA3A1BDA1}" destId="{716DBC00-4C03-453F-86E1-3264AB2C866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5EB1E9-1431-4ED6-9105-CB34AD7CE10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519FF9-6AFA-4671-9A79-8BD7FD795F51}">
      <dgm:prSet/>
      <dgm:spPr/>
      <dgm:t>
        <a:bodyPr/>
        <a:lstStyle/>
        <a:p>
          <a:r>
            <a:rPr lang="en-US"/>
            <a:t>vCPU / memory ratios</a:t>
          </a:r>
        </a:p>
      </dgm:t>
    </dgm:pt>
    <dgm:pt modelId="{438D5D7B-E011-4F7B-9496-3DF2F9377AA0}" type="parTrans" cxnId="{E01C3AAA-C5E4-40A7-902C-3F8C266984B4}">
      <dgm:prSet/>
      <dgm:spPr/>
      <dgm:t>
        <a:bodyPr/>
        <a:lstStyle/>
        <a:p>
          <a:endParaRPr lang="en-US"/>
        </a:p>
      </dgm:t>
    </dgm:pt>
    <dgm:pt modelId="{A89D0A44-19FE-4B3E-ABC1-DC3E366E335E}" type="sibTrans" cxnId="{E01C3AAA-C5E4-40A7-902C-3F8C266984B4}">
      <dgm:prSet/>
      <dgm:spPr/>
      <dgm:t>
        <a:bodyPr/>
        <a:lstStyle/>
        <a:p>
          <a:endParaRPr lang="en-US"/>
        </a:p>
      </dgm:t>
    </dgm:pt>
    <dgm:pt modelId="{A1CB604C-0A76-4646-9B0C-20A951616445}">
      <dgm:prSet/>
      <dgm:spPr/>
      <dgm:t>
        <a:bodyPr/>
        <a:lstStyle/>
        <a:p>
          <a:r>
            <a:rPr lang="en-US"/>
            <a:t>Instance families (general-purpose, compute-optimized, memory-optimized)</a:t>
          </a:r>
        </a:p>
      </dgm:t>
    </dgm:pt>
    <dgm:pt modelId="{79487428-F8A5-4ACC-ADFB-BCFE4F5E4276}" type="parTrans" cxnId="{470035B7-FB55-4290-AA89-489639E4B898}">
      <dgm:prSet/>
      <dgm:spPr/>
      <dgm:t>
        <a:bodyPr/>
        <a:lstStyle/>
        <a:p>
          <a:endParaRPr lang="en-US"/>
        </a:p>
      </dgm:t>
    </dgm:pt>
    <dgm:pt modelId="{9BBE3EFE-D64F-4200-8715-02D24F497054}" type="sibTrans" cxnId="{470035B7-FB55-4290-AA89-489639E4B898}">
      <dgm:prSet/>
      <dgm:spPr/>
      <dgm:t>
        <a:bodyPr/>
        <a:lstStyle/>
        <a:p>
          <a:endParaRPr lang="en-US"/>
        </a:p>
      </dgm:t>
    </dgm:pt>
    <dgm:pt modelId="{73B80EFF-20D3-4A5B-AE61-0DA27D149999}">
      <dgm:prSet/>
      <dgm:spPr/>
      <dgm:t>
        <a:bodyPr/>
        <a:lstStyle/>
        <a:p>
          <a:r>
            <a:rPr lang="en-US"/>
            <a:t>GPUs &amp; accelerators for AI/ML workloads</a:t>
          </a:r>
        </a:p>
      </dgm:t>
    </dgm:pt>
    <dgm:pt modelId="{B53A4B0F-2450-49B3-872D-217BD30F740D}" type="parTrans" cxnId="{31DA9F2A-D9FB-47FC-BACB-4D865AA04FD3}">
      <dgm:prSet/>
      <dgm:spPr/>
      <dgm:t>
        <a:bodyPr/>
        <a:lstStyle/>
        <a:p>
          <a:endParaRPr lang="en-US"/>
        </a:p>
      </dgm:t>
    </dgm:pt>
    <dgm:pt modelId="{D8E14ED9-78AD-4670-901A-6437ABDE5964}" type="sibTrans" cxnId="{31DA9F2A-D9FB-47FC-BACB-4D865AA04FD3}">
      <dgm:prSet/>
      <dgm:spPr/>
      <dgm:t>
        <a:bodyPr/>
        <a:lstStyle/>
        <a:p>
          <a:endParaRPr lang="en-US"/>
        </a:p>
      </dgm:t>
    </dgm:pt>
    <dgm:pt modelId="{0545616A-5E01-4733-99E3-539592F4A18B}" type="pres">
      <dgm:prSet presAssocID="{6E5EB1E9-1431-4ED6-9105-CB34AD7CE109}" presName="root" presStyleCnt="0">
        <dgm:presLayoutVars>
          <dgm:dir/>
          <dgm:resizeHandles val="exact"/>
        </dgm:presLayoutVars>
      </dgm:prSet>
      <dgm:spPr/>
    </dgm:pt>
    <dgm:pt modelId="{BB73103F-3C13-489A-9F81-8F04A2181B85}" type="pres">
      <dgm:prSet presAssocID="{3E519FF9-6AFA-4671-9A79-8BD7FD795F51}" presName="compNode" presStyleCnt="0"/>
      <dgm:spPr/>
    </dgm:pt>
    <dgm:pt modelId="{00E3C2C4-F37F-4934-BB82-67CA9BF872A2}" type="pres">
      <dgm:prSet presAssocID="{3E519FF9-6AFA-4671-9A79-8BD7FD795F51}" presName="bgRect" presStyleLbl="bgShp" presStyleIdx="0" presStyleCnt="3" custLinFactNeighborX="-293" custLinFactNeighborY="3071"/>
      <dgm:spPr/>
    </dgm:pt>
    <dgm:pt modelId="{F706873C-4D50-44D9-A165-4D166DF8B661}" type="pres">
      <dgm:prSet presAssocID="{3E519FF9-6AFA-4671-9A79-8BD7FD795F5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0FE94F54-FB74-4052-A24E-87BD35EEFDB4}" type="pres">
      <dgm:prSet presAssocID="{3E519FF9-6AFA-4671-9A79-8BD7FD795F51}" presName="spaceRect" presStyleCnt="0"/>
      <dgm:spPr/>
    </dgm:pt>
    <dgm:pt modelId="{85F79756-D09E-4B4E-8E80-FDC223EAF341}" type="pres">
      <dgm:prSet presAssocID="{3E519FF9-6AFA-4671-9A79-8BD7FD795F51}" presName="parTx" presStyleLbl="revTx" presStyleIdx="0" presStyleCnt="3">
        <dgm:presLayoutVars>
          <dgm:chMax val="0"/>
          <dgm:chPref val="0"/>
        </dgm:presLayoutVars>
      </dgm:prSet>
      <dgm:spPr/>
    </dgm:pt>
    <dgm:pt modelId="{D4C6D2A3-715B-4246-883F-B5239F3502E0}" type="pres">
      <dgm:prSet presAssocID="{A89D0A44-19FE-4B3E-ABC1-DC3E366E335E}" presName="sibTrans" presStyleCnt="0"/>
      <dgm:spPr/>
    </dgm:pt>
    <dgm:pt modelId="{7695F12D-07EF-4568-82C7-8C1602A5334D}" type="pres">
      <dgm:prSet presAssocID="{A1CB604C-0A76-4646-9B0C-20A951616445}" presName="compNode" presStyleCnt="0"/>
      <dgm:spPr/>
    </dgm:pt>
    <dgm:pt modelId="{408AAF0E-7500-49FE-913E-53B66BC70764}" type="pres">
      <dgm:prSet presAssocID="{A1CB604C-0A76-4646-9B0C-20A951616445}" presName="bgRect" presStyleLbl="bgShp" presStyleIdx="1" presStyleCnt="3"/>
      <dgm:spPr/>
    </dgm:pt>
    <dgm:pt modelId="{7D29BB4C-D1AB-4555-A04F-B6706FDE5559}" type="pres">
      <dgm:prSet presAssocID="{A1CB604C-0A76-4646-9B0C-20A95161644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B052775-27AE-4D9A-928B-2CB68CFCB38B}" type="pres">
      <dgm:prSet presAssocID="{A1CB604C-0A76-4646-9B0C-20A951616445}" presName="spaceRect" presStyleCnt="0"/>
      <dgm:spPr/>
    </dgm:pt>
    <dgm:pt modelId="{AF3DB0AA-8CA6-4F8C-B6C3-608AA1479B89}" type="pres">
      <dgm:prSet presAssocID="{A1CB604C-0A76-4646-9B0C-20A951616445}" presName="parTx" presStyleLbl="revTx" presStyleIdx="1" presStyleCnt="3">
        <dgm:presLayoutVars>
          <dgm:chMax val="0"/>
          <dgm:chPref val="0"/>
        </dgm:presLayoutVars>
      </dgm:prSet>
      <dgm:spPr/>
    </dgm:pt>
    <dgm:pt modelId="{B9F47D50-B3EF-4E39-BCC1-F4949D24691A}" type="pres">
      <dgm:prSet presAssocID="{9BBE3EFE-D64F-4200-8715-02D24F497054}" presName="sibTrans" presStyleCnt="0"/>
      <dgm:spPr/>
    </dgm:pt>
    <dgm:pt modelId="{D9E8DE05-225D-4582-A394-53AA24F52DC1}" type="pres">
      <dgm:prSet presAssocID="{73B80EFF-20D3-4A5B-AE61-0DA27D149999}" presName="compNode" presStyleCnt="0"/>
      <dgm:spPr/>
    </dgm:pt>
    <dgm:pt modelId="{9E27C187-2967-4725-878A-B68EDAED9499}" type="pres">
      <dgm:prSet presAssocID="{73B80EFF-20D3-4A5B-AE61-0DA27D149999}" presName="bgRect" presStyleLbl="bgShp" presStyleIdx="2" presStyleCnt="3"/>
      <dgm:spPr/>
    </dgm:pt>
    <dgm:pt modelId="{CA8A822A-0EA3-44F6-BDDC-D9F3E1CD9DA3}" type="pres">
      <dgm:prSet presAssocID="{73B80EFF-20D3-4A5B-AE61-0DA27D14999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78D2D89-880D-4D7F-AE8B-916D2CD148D1}" type="pres">
      <dgm:prSet presAssocID="{73B80EFF-20D3-4A5B-AE61-0DA27D149999}" presName="spaceRect" presStyleCnt="0"/>
      <dgm:spPr/>
    </dgm:pt>
    <dgm:pt modelId="{3217D0C4-6CBF-43E4-B3B4-C08E93F6F48B}" type="pres">
      <dgm:prSet presAssocID="{73B80EFF-20D3-4A5B-AE61-0DA27D14999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1DA9F2A-D9FB-47FC-BACB-4D865AA04FD3}" srcId="{6E5EB1E9-1431-4ED6-9105-CB34AD7CE109}" destId="{73B80EFF-20D3-4A5B-AE61-0DA27D149999}" srcOrd="2" destOrd="0" parTransId="{B53A4B0F-2450-49B3-872D-217BD30F740D}" sibTransId="{D8E14ED9-78AD-4670-901A-6437ABDE5964}"/>
    <dgm:cxn modelId="{D6815432-06D2-430B-A028-1906EDB86BF3}" type="presOf" srcId="{3E519FF9-6AFA-4671-9A79-8BD7FD795F51}" destId="{85F79756-D09E-4B4E-8E80-FDC223EAF341}" srcOrd="0" destOrd="0" presId="urn:microsoft.com/office/officeart/2018/2/layout/IconVerticalSolidList"/>
    <dgm:cxn modelId="{A137FB6D-0466-48D4-876C-F4119B04538B}" type="presOf" srcId="{A1CB604C-0A76-4646-9B0C-20A951616445}" destId="{AF3DB0AA-8CA6-4F8C-B6C3-608AA1479B89}" srcOrd="0" destOrd="0" presId="urn:microsoft.com/office/officeart/2018/2/layout/IconVerticalSolidList"/>
    <dgm:cxn modelId="{B7938194-B7A9-4134-9228-6B4F6D744ABA}" type="presOf" srcId="{73B80EFF-20D3-4A5B-AE61-0DA27D149999}" destId="{3217D0C4-6CBF-43E4-B3B4-C08E93F6F48B}" srcOrd="0" destOrd="0" presId="urn:microsoft.com/office/officeart/2018/2/layout/IconVerticalSolidList"/>
    <dgm:cxn modelId="{4673F8A1-E103-45CD-8967-785BC227F177}" type="presOf" srcId="{6E5EB1E9-1431-4ED6-9105-CB34AD7CE109}" destId="{0545616A-5E01-4733-99E3-539592F4A18B}" srcOrd="0" destOrd="0" presId="urn:microsoft.com/office/officeart/2018/2/layout/IconVerticalSolidList"/>
    <dgm:cxn modelId="{E01C3AAA-C5E4-40A7-902C-3F8C266984B4}" srcId="{6E5EB1E9-1431-4ED6-9105-CB34AD7CE109}" destId="{3E519FF9-6AFA-4671-9A79-8BD7FD795F51}" srcOrd="0" destOrd="0" parTransId="{438D5D7B-E011-4F7B-9496-3DF2F9377AA0}" sibTransId="{A89D0A44-19FE-4B3E-ABC1-DC3E366E335E}"/>
    <dgm:cxn modelId="{470035B7-FB55-4290-AA89-489639E4B898}" srcId="{6E5EB1E9-1431-4ED6-9105-CB34AD7CE109}" destId="{A1CB604C-0A76-4646-9B0C-20A951616445}" srcOrd="1" destOrd="0" parTransId="{79487428-F8A5-4ACC-ADFB-BCFE4F5E4276}" sibTransId="{9BBE3EFE-D64F-4200-8715-02D24F497054}"/>
    <dgm:cxn modelId="{B5311E43-E27A-4CB6-B818-6E1154748036}" type="presParOf" srcId="{0545616A-5E01-4733-99E3-539592F4A18B}" destId="{BB73103F-3C13-489A-9F81-8F04A2181B85}" srcOrd="0" destOrd="0" presId="urn:microsoft.com/office/officeart/2018/2/layout/IconVerticalSolidList"/>
    <dgm:cxn modelId="{0B7EDE47-85DA-4030-A699-A3D4206D216A}" type="presParOf" srcId="{BB73103F-3C13-489A-9F81-8F04A2181B85}" destId="{00E3C2C4-F37F-4934-BB82-67CA9BF872A2}" srcOrd="0" destOrd="0" presId="urn:microsoft.com/office/officeart/2018/2/layout/IconVerticalSolidList"/>
    <dgm:cxn modelId="{E78A1797-2BE6-4B77-8FDF-EA0CBF6577D5}" type="presParOf" srcId="{BB73103F-3C13-489A-9F81-8F04A2181B85}" destId="{F706873C-4D50-44D9-A165-4D166DF8B661}" srcOrd="1" destOrd="0" presId="urn:microsoft.com/office/officeart/2018/2/layout/IconVerticalSolidList"/>
    <dgm:cxn modelId="{A8345762-B0C2-48A7-AC43-F8AB81022D84}" type="presParOf" srcId="{BB73103F-3C13-489A-9F81-8F04A2181B85}" destId="{0FE94F54-FB74-4052-A24E-87BD35EEFDB4}" srcOrd="2" destOrd="0" presId="urn:microsoft.com/office/officeart/2018/2/layout/IconVerticalSolidList"/>
    <dgm:cxn modelId="{FDD97C9D-B70F-4BE9-A4C5-7149ADEA4CC7}" type="presParOf" srcId="{BB73103F-3C13-489A-9F81-8F04A2181B85}" destId="{85F79756-D09E-4B4E-8E80-FDC223EAF341}" srcOrd="3" destOrd="0" presId="urn:microsoft.com/office/officeart/2018/2/layout/IconVerticalSolidList"/>
    <dgm:cxn modelId="{6823A91D-024C-40A3-B27F-BF7C12E3F340}" type="presParOf" srcId="{0545616A-5E01-4733-99E3-539592F4A18B}" destId="{D4C6D2A3-715B-4246-883F-B5239F3502E0}" srcOrd="1" destOrd="0" presId="urn:microsoft.com/office/officeart/2018/2/layout/IconVerticalSolidList"/>
    <dgm:cxn modelId="{AC3B5A09-B510-4E53-9CE9-93AEE18B16AF}" type="presParOf" srcId="{0545616A-5E01-4733-99E3-539592F4A18B}" destId="{7695F12D-07EF-4568-82C7-8C1602A5334D}" srcOrd="2" destOrd="0" presId="urn:microsoft.com/office/officeart/2018/2/layout/IconVerticalSolidList"/>
    <dgm:cxn modelId="{2279057A-2C9C-4388-B59E-5B06655ACCFE}" type="presParOf" srcId="{7695F12D-07EF-4568-82C7-8C1602A5334D}" destId="{408AAF0E-7500-49FE-913E-53B66BC70764}" srcOrd="0" destOrd="0" presId="urn:microsoft.com/office/officeart/2018/2/layout/IconVerticalSolidList"/>
    <dgm:cxn modelId="{B50A8435-C171-4627-B3AD-D6A9778F1CB0}" type="presParOf" srcId="{7695F12D-07EF-4568-82C7-8C1602A5334D}" destId="{7D29BB4C-D1AB-4555-A04F-B6706FDE5559}" srcOrd="1" destOrd="0" presId="urn:microsoft.com/office/officeart/2018/2/layout/IconVerticalSolidList"/>
    <dgm:cxn modelId="{E7547CAD-8BD5-4EFB-A03A-A374F7A5A7E7}" type="presParOf" srcId="{7695F12D-07EF-4568-82C7-8C1602A5334D}" destId="{9B052775-27AE-4D9A-928B-2CB68CFCB38B}" srcOrd="2" destOrd="0" presId="urn:microsoft.com/office/officeart/2018/2/layout/IconVerticalSolidList"/>
    <dgm:cxn modelId="{E19ADA19-63F3-4727-8A54-8B3DE17E36DB}" type="presParOf" srcId="{7695F12D-07EF-4568-82C7-8C1602A5334D}" destId="{AF3DB0AA-8CA6-4F8C-B6C3-608AA1479B89}" srcOrd="3" destOrd="0" presId="urn:microsoft.com/office/officeart/2018/2/layout/IconVerticalSolidList"/>
    <dgm:cxn modelId="{D9E4D490-8F6C-4986-A1A0-41388C3D75B5}" type="presParOf" srcId="{0545616A-5E01-4733-99E3-539592F4A18B}" destId="{B9F47D50-B3EF-4E39-BCC1-F4949D24691A}" srcOrd="3" destOrd="0" presId="urn:microsoft.com/office/officeart/2018/2/layout/IconVerticalSolidList"/>
    <dgm:cxn modelId="{9641E12C-C1DE-479A-B8E2-3294AC031602}" type="presParOf" srcId="{0545616A-5E01-4733-99E3-539592F4A18B}" destId="{D9E8DE05-225D-4582-A394-53AA24F52DC1}" srcOrd="4" destOrd="0" presId="urn:microsoft.com/office/officeart/2018/2/layout/IconVerticalSolidList"/>
    <dgm:cxn modelId="{90B34C05-A995-43BF-A7DE-724DB2B5B826}" type="presParOf" srcId="{D9E8DE05-225D-4582-A394-53AA24F52DC1}" destId="{9E27C187-2967-4725-878A-B68EDAED9499}" srcOrd="0" destOrd="0" presId="urn:microsoft.com/office/officeart/2018/2/layout/IconVerticalSolidList"/>
    <dgm:cxn modelId="{6666DD8B-305B-4635-9CC0-1CB74EAFD8EE}" type="presParOf" srcId="{D9E8DE05-225D-4582-A394-53AA24F52DC1}" destId="{CA8A822A-0EA3-44F6-BDDC-D9F3E1CD9DA3}" srcOrd="1" destOrd="0" presId="urn:microsoft.com/office/officeart/2018/2/layout/IconVerticalSolidList"/>
    <dgm:cxn modelId="{9088D1C1-EE34-4F47-B5CE-17AFD7FF6345}" type="presParOf" srcId="{D9E8DE05-225D-4582-A394-53AA24F52DC1}" destId="{178D2D89-880D-4D7F-AE8B-916D2CD148D1}" srcOrd="2" destOrd="0" presId="urn:microsoft.com/office/officeart/2018/2/layout/IconVerticalSolidList"/>
    <dgm:cxn modelId="{BF0F1B44-F4AA-48A7-8B00-5A92D05825C9}" type="presParOf" srcId="{D9E8DE05-225D-4582-A394-53AA24F52DC1}" destId="{3217D0C4-6CBF-43E4-B3B4-C08E93F6F48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05F5AC1-1AFF-4B45-AC9C-07DFAB81570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D4234D9-97FA-418C-AAE4-B7BDA9288D3F}">
      <dgm:prSet/>
      <dgm:spPr/>
      <dgm:t>
        <a:bodyPr/>
        <a:lstStyle/>
        <a:p>
          <a:r>
            <a:rPr lang="en-US"/>
            <a:t>Block Storage: VM-attached disks</a:t>
          </a:r>
        </a:p>
      </dgm:t>
    </dgm:pt>
    <dgm:pt modelId="{0F23FAB5-C513-4DB4-8824-E9350BDCFD39}" type="parTrans" cxnId="{A06BAEA2-496F-44CF-8E24-BBBF1544B704}">
      <dgm:prSet/>
      <dgm:spPr/>
      <dgm:t>
        <a:bodyPr/>
        <a:lstStyle/>
        <a:p>
          <a:endParaRPr lang="en-US"/>
        </a:p>
      </dgm:t>
    </dgm:pt>
    <dgm:pt modelId="{B85B3B5A-9758-4523-A26E-9F651882FD08}" type="sibTrans" cxnId="{A06BAEA2-496F-44CF-8E24-BBBF1544B704}">
      <dgm:prSet/>
      <dgm:spPr/>
      <dgm:t>
        <a:bodyPr/>
        <a:lstStyle/>
        <a:p>
          <a:endParaRPr lang="en-US"/>
        </a:p>
      </dgm:t>
    </dgm:pt>
    <dgm:pt modelId="{1237FDC3-D071-423C-8C4B-4F9C647A7E14}">
      <dgm:prSet/>
      <dgm:spPr/>
      <dgm:t>
        <a:bodyPr/>
        <a:lstStyle/>
        <a:p>
          <a:r>
            <a:rPr lang="en-US"/>
            <a:t>Object Storage: scalable, low-cost</a:t>
          </a:r>
        </a:p>
      </dgm:t>
    </dgm:pt>
    <dgm:pt modelId="{7AD28DA3-3700-4D24-B788-A6FE7B243616}" type="parTrans" cxnId="{9206A43C-E666-41E6-AEFA-C0E3D7226713}">
      <dgm:prSet/>
      <dgm:spPr/>
      <dgm:t>
        <a:bodyPr/>
        <a:lstStyle/>
        <a:p>
          <a:endParaRPr lang="en-US"/>
        </a:p>
      </dgm:t>
    </dgm:pt>
    <dgm:pt modelId="{87FFB763-419B-4C17-AFB2-E148315B28BF}" type="sibTrans" cxnId="{9206A43C-E666-41E6-AEFA-C0E3D7226713}">
      <dgm:prSet/>
      <dgm:spPr/>
      <dgm:t>
        <a:bodyPr/>
        <a:lstStyle/>
        <a:p>
          <a:endParaRPr lang="en-US"/>
        </a:p>
      </dgm:t>
    </dgm:pt>
    <dgm:pt modelId="{DEB3537E-2391-4C5B-8B8B-0E01942B384E}">
      <dgm:prSet/>
      <dgm:spPr/>
      <dgm:t>
        <a:bodyPr/>
        <a:lstStyle/>
        <a:p>
          <a:r>
            <a:rPr lang="en-US"/>
            <a:t>File/Network Storage: shared workloads</a:t>
          </a:r>
        </a:p>
      </dgm:t>
    </dgm:pt>
    <dgm:pt modelId="{E45419FC-73C4-4AA1-9F1A-7B04CDC319C7}" type="parTrans" cxnId="{86E072F5-236E-40B0-9F3A-70BA68E8947E}">
      <dgm:prSet/>
      <dgm:spPr/>
      <dgm:t>
        <a:bodyPr/>
        <a:lstStyle/>
        <a:p>
          <a:endParaRPr lang="en-US"/>
        </a:p>
      </dgm:t>
    </dgm:pt>
    <dgm:pt modelId="{BBBA695B-FD89-4E64-9D3E-72E72A5D1418}" type="sibTrans" cxnId="{86E072F5-236E-40B0-9F3A-70BA68E8947E}">
      <dgm:prSet/>
      <dgm:spPr/>
      <dgm:t>
        <a:bodyPr/>
        <a:lstStyle/>
        <a:p>
          <a:endParaRPr lang="en-US"/>
        </a:p>
      </dgm:t>
    </dgm:pt>
    <dgm:pt modelId="{48273E3E-7F01-461B-8DC2-E5158DCC4744}">
      <dgm:prSet/>
      <dgm:spPr/>
      <dgm:t>
        <a:bodyPr/>
        <a:lstStyle/>
        <a:p>
          <a:r>
            <a:rPr lang="en-US"/>
            <a:t>Cold/Archival tiers</a:t>
          </a:r>
        </a:p>
      </dgm:t>
    </dgm:pt>
    <dgm:pt modelId="{7F6BA003-190D-4E17-95BB-F6A19332B152}" type="parTrans" cxnId="{F46E505B-82C7-4D95-B5D6-3298BF9030BA}">
      <dgm:prSet/>
      <dgm:spPr/>
      <dgm:t>
        <a:bodyPr/>
        <a:lstStyle/>
        <a:p>
          <a:endParaRPr lang="en-US"/>
        </a:p>
      </dgm:t>
    </dgm:pt>
    <dgm:pt modelId="{84F99409-5D7E-436C-BE65-0E7CF8603E25}" type="sibTrans" cxnId="{F46E505B-82C7-4D95-B5D6-3298BF9030BA}">
      <dgm:prSet/>
      <dgm:spPr/>
      <dgm:t>
        <a:bodyPr/>
        <a:lstStyle/>
        <a:p>
          <a:endParaRPr lang="en-US"/>
        </a:p>
      </dgm:t>
    </dgm:pt>
    <dgm:pt modelId="{120EAB2F-1B6C-48D3-91AB-44FE15167158}" type="pres">
      <dgm:prSet presAssocID="{005F5AC1-1AFF-4B45-AC9C-07DFAB815700}" presName="root" presStyleCnt="0">
        <dgm:presLayoutVars>
          <dgm:dir/>
          <dgm:resizeHandles val="exact"/>
        </dgm:presLayoutVars>
      </dgm:prSet>
      <dgm:spPr/>
    </dgm:pt>
    <dgm:pt modelId="{61B0ACEA-EDE8-4A46-ABE5-BA53087FB5D5}" type="pres">
      <dgm:prSet presAssocID="{FD4234D9-97FA-418C-AAE4-B7BDA9288D3F}" presName="compNode" presStyleCnt="0"/>
      <dgm:spPr/>
    </dgm:pt>
    <dgm:pt modelId="{D82E63B9-9C35-4F9D-8424-42A2D0948B7A}" type="pres">
      <dgm:prSet presAssocID="{FD4234D9-97FA-418C-AAE4-B7BDA9288D3F}" presName="bgRect" presStyleLbl="bgShp" presStyleIdx="0" presStyleCnt="4"/>
      <dgm:spPr/>
    </dgm:pt>
    <dgm:pt modelId="{E5B0C4B0-C41A-48EF-BC75-E4081DB274A1}" type="pres">
      <dgm:prSet presAssocID="{FD4234D9-97FA-418C-AAE4-B7BDA9288D3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14C88F16-96BD-45E6-88BA-1C22DB07E1FF}" type="pres">
      <dgm:prSet presAssocID="{FD4234D9-97FA-418C-AAE4-B7BDA9288D3F}" presName="spaceRect" presStyleCnt="0"/>
      <dgm:spPr/>
    </dgm:pt>
    <dgm:pt modelId="{FBCCB0BB-D49C-4B59-A09A-9F21300C8933}" type="pres">
      <dgm:prSet presAssocID="{FD4234D9-97FA-418C-AAE4-B7BDA9288D3F}" presName="parTx" presStyleLbl="revTx" presStyleIdx="0" presStyleCnt="4">
        <dgm:presLayoutVars>
          <dgm:chMax val="0"/>
          <dgm:chPref val="0"/>
        </dgm:presLayoutVars>
      </dgm:prSet>
      <dgm:spPr/>
    </dgm:pt>
    <dgm:pt modelId="{324775D6-0539-428A-9221-EC16300F4F41}" type="pres">
      <dgm:prSet presAssocID="{B85B3B5A-9758-4523-A26E-9F651882FD08}" presName="sibTrans" presStyleCnt="0"/>
      <dgm:spPr/>
    </dgm:pt>
    <dgm:pt modelId="{E5260968-CD86-4C63-996E-CB19553CEA71}" type="pres">
      <dgm:prSet presAssocID="{1237FDC3-D071-423C-8C4B-4F9C647A7E14}" presName="compNode" presStyleCnt="0"/>
      <dgm:spPr/>
    </dgm:pt>
    <dgm:pt modelId="{D0BEF083-F0F1-4753-BB63-88A089F8B4AD}" type="pres">
      <dgm:prSet presAssocID="{1237FDC3-D071-423C-8C4B-4F9C647A7E14}" presName="bgRect" presStyleLbl="bgShp" presStyleIdx="1" presStyleCnt="4"/>
      <dgm:spPr/>
    </dgm:pt>
    <dgm:pt modelId="{179DF94B-1193-408A-8013-2BF83DD92979}" type="pres">
      <dgm:prSet presAssocID="{1237FDC3-D071-423C-8C4B-4F9C647A7E1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18D144C-96A3-4459-8FBD-7A18BEADA510}" type="pres">
      <dgm:prSet presAssocID="{1237FDC3-D071-423C-8C4B-4F9C647A7E14}" presName="spaceRect" presStyleCnt="0"/>
      <dgm:spPr/>
    </dgm:pt>
    <dgm:pt modelId="{6BC9C57B-C704-4F2F-AD42-2EF8EF3B8FAD}" type="pres">
      <dgm:prSet presAssocID="{1237FDC3-D071-423C-8C4B-4F9C647A7E14}" presName="parTx" presStyleLbl="revTx" presStyleIdx="1" presStyleCnt="4">
        <dgm:presLayoutVars>
          <dgm:chMax val="0"/>
          <dgm:chPref val="0"/>
        </dgm:presLayoutVars>
      </dgm:prSet>
      <dgm:spPr/>
    </dgm:pt>
    <dgm:pt modelId="{EF4AA11C-4C2C-422B-977A-857881F2E493}" type="pres">
      <dgm:prSet presAssocID="{87FFB763-419B-4C17-AFB2-E148315B28BF}" presName="sibTrans" presStyleCnt="0"/>
      <dgm:spPr/>
    </dgm:pt>
    <dgm:pt modelId="{956B7D6D-0FEC-43E0-8D0A-47D4FFBA9758}" type="pres">
      <dgm:prSet presAssocID="{DEB3537E-2391-4C5B-8B8B-0E01942B384E}" presName="compNode" presStyleCnt="0"/>
      <dgm:spPr/>
    </dgm:pt>
    <dgm:pt modelId="{1DA2C12F-51FB-49AF-93FA-3BEED39EFD76}" type="pres">
      <dgm:prSet presAssocID="{DEB3537E-2391-4C5B-8B8B-0E01942B384E}" presName="bgRect" presStyleLbl="bgShp" presStyleIdx="2" presStyleCnt="4"/>
      <dgm:spPr/>
    </dgm:pt>
    <dgm:pt modelId="{20228DBD-E79C-44EF-BD9F-B0B5AE4A3E69}" type="pres">
      <dgm:prSet presAssocID="{DEB3537E-2391-4C5B-8B8B-0E01942B384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6AFE0374-7099-4BAE-99D8-B3348D64D756}" type="pres">
      <dgm:prSet presAssocID="{DEB3537E-2391-4C5B-8B8B-0E01942B384E}" presName="spaceRect" presStyleCnt="0"/>
      <dgm:spPr/>
    </dgm:pt>
    <dgm:pt modelId="{9DA0C938-45F1-41DA-B97C-FB941CB59F24}" type="pres">
      <dgm:prSet presAssocID="{DEB3537E-2391-4C5B-8B8B-0E01942B384E}" presName="parTx" presStyleLbl="revTx" presStyleIdx="2" presStyleCnt="4">
        <dgm:presLayoutVars>
          <dgm:chMax val="0"/>
          <dgm:chPref val="0"/>
        </dgm:presLayoutVars>
      </dgm:prSet>
      <dgm:spPr/>
    </dgm:pt>
    <dgm:pt modelId="{6A83D5B3-81F2-437A-BB9F-D02C1C77C4A2}" type="pres">
      <dgm:prSet presAssocID="{BBBA695B-FD89-4E64-9D3E-72E72A5D1418}" presName="sibTrans" presStyleCnt="0"/>
      <dgm:spPr/>
    </dgm:pt>
    <dgm:pt modelId="{E9717180-839B-4A4F-9DB7-1F51FB6B97F6}" type="pres">
      <dgm:prSet presAssocID="{48273E3E-7F01-461B-8DC2-E5158DCC4744}" presName="compNode" presStyleCnt="0"/>
      <dgm:spPr/>
    </dgm:pt>
    <dgm:pt modelId="{34EF75F8-C185-45D1-BC56-4D93BC2335C5}" type="pres">
      <dgm:prSet presAssocID="{48273E3E-7F01-461B-8DC2-E5158DCC4744}" presName="bgRect" presStyleLbl="bgShp" presStyleIdx="3" presStyleCnt="4"/>
      <dgm:spPr/>
    </dgm:pt>
    <dgm:pt modelId="{D223FAC6-0E7F-41A9-A6D7-44A0416AC76D}" type="pres">
      <dgm:prSet presAssocID="{48273E3E-7F01-461B-8DC2-E5158DCC474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nowman"/>
        </a:ext>
      </dgm:extLst>
    </dgm:pt>
    <dgm:pt modelId="{DD22BE5C-36C3-40F3-A9C0-1B04B3EA2F8A}" type="pres">
      <dgm:prSet presAssocID="{48273E3E-7F01-461B-8DC2-E5158DCC4744}" presName="spaceRect" presStyleCnt="0"/>
      <dgm:spPr/>
    </dgm:pt>
    <dgm:pt modelId="{E5FE85A7-8951-48A0-938A-235B333274E2}" type="pres">
      <dgm:prSet presAssocID="{48273E3E-7F01-461B-8DC2-E5158DCC474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18AB200-5EF1-4B72-A0C6-F1D310F6FDFC}" type="presOf" srcId="{DEB3537E-2391-4C5B-8B8B-0E01942B384E}" destId="{9DA0C938-45F1-41DA-B97C-FB941CB59F24}" srcOrd="0" destOrd="0" presId="urn:microsoft.com/office/officeart/2018/2/layout/IconVerticalSolidList"/>
    <dgm:cxn modelId="{9206A43C-E666-41E6-AEFA-C0E3D7226713}" srcId="{005F5AC1-1AFF-4B45-AC9C-07DFAB815700}" destId="{1237FDC3-D071-423C-8C4B-4F9C647A7E14}" srcOrd="1" destOrd="0" parTransId="{7AD28DA3-3700-4D24-B788-A6FE7B243616}" sibTransId="{87FFB763-419B-4C17-AFB2-E148315B28BF}"/>
    <dgm:cxn modelId="{09CCE93C-EA36-49B0-BAA7-B41CEB8B8608}" type="presOf" srcId="{FD4234D9-97FA-418C-AAE4-B7BDA9288D3F}" destId="{FBCCB0BB-D49C-4B59-A09A-9F21300C8933}" srcOrd="0" destOrd="0" presId="urn:microsoft.com/office/officeart/2018/2/layout/IconVerticalSolidList"/>
    <dgm:cxn modelId="{F46E505B-82C7-4D95-B5D6-3298BF9030BA}" srcId="{005F5AC1-1AFF-4B45-AC9C-07DFAB815700}" destId="{48273E3E-7F01-461B-8DC2-E5158DCC4744}" srcOrd="3" destOrd="0" parTransId="{7F6BA003-190D-4E17-95BB-F6A19332B152}" sibTransId="{84F99409-5D7E-436C-BE65-0E7CF8603E25}"/>
    <dgm:cxn modelId="{4A84376F-2D63-4A06-9D81-9E0A0D9003CA}" type="presOf" srcId="{005F5AC1-1AFF-4B45-AC9C-07DFAB815700}" destId="{120EAB2F-1B6C-48D3-91AB-44FE15167158}" srcOrd="0" destOrd="0" presId="urn:microsoft.com/office/officeart/2018/2/layout/IconVerticalSolidList"/>
    <dgm:cxn modelId="{A06BAEA2-496F-44CF-8E24-BBBF1544B704}" srcId="{005F5AC1-1AFF-4B45-AC9C-07DFAB815700}" destId="{FD4234D9-97FA-418C-AAE4-B7BDA9288D3F}" srcOrd="0" destOrd="0" parTransId="{0F23FAB5-C513-4DB4-8824-E9350BDCFD39}" sibTransId="{B85B3B5A-9758-4523-A26E-9F651882FD08}"/>
    <dgm:cxn modelId="{F3E19BB9-5F6D-4B98-9738-5356A4C152C5}" type="presOf" srcId="{48273E3E-7F01-461B-8DC2-E5158DCC4744}" destId="{E5FE85A7-8951-48A0-938A-235B333274E2}" srcOrd="0" destOrd="0" presId="urn:microsoft.com/office/officeart/2018/2/layout/IconVerticalSolidList"/>
    <dgm:cxn modelId="{87E9A7CC-1CB2-4524-97AE-EAD224F98F31}" type="presOf" srcId="{1237FDC3-D071-423C-8C4B-4F9C647A7E14}" destId="{6BC9C57B-C704-4F2F-AD42-2EF8EF3B8FAD}" srcOrd="0" destOrd="0" presId="urn:microsoft.com/office/officeart/2018/2/layout/IconVerticalSolidList"/>
    <dgm:cxn modelId="{86E072F5-236E-40B0-9F3A-70BA68E8947E}" srcId="{005F5AC1-1AFF-4B45-AC9C-07DFAB815700}" destId="{DEB3537E-2391-4C5B-8B8B-0E01942B384E}" srcOrd="2" destOrd="0" parTransId="{E45419FC-73C4-4AA1-9F1A-7B04CDC319C7}" sibTransId="{BBBA695B-FD89-4E64-9D3E-72E72A5D1418}"/>
    <dgm:cxn modelId="{50C538BC-1541-48AA-A09B-E20ADF238EC5}" type="presParOf" srcId="{120EAB2F-1B6C-48D3-91AB-44FE15167158}" destId="{61B0ACEA-EDE8-4A46-ABE5-BA53087FB5D5}" srcOrd="0" destOrd="0" presId="urn:microsoft.com/office/officeart/2018/2/layout/IconVerticalSolidList"/>
    <dgm:cxn modelId="{88FAAF77-ED99-4196-A5D9-4E8E51B58624}" type="presParOf" srcId="{61B0ACEA-EDE8-4A46-ABE5-BA53087FB5D5}" destId="{D82E63B9-9C35-4F9D-8424-42A2D0948B7A}" srcOrd="0" destOrd="0" presId="urn:microsoft.com/office/officeart/2018/2/layout/IconVerticalSolidList"/>
    <dgm:cxn modelId="{FE58D0A6-07EE-442C-8A11-1E2846240E6C}" type="presParOf" srcId="{61B0ACEA-EDE8-4A46-ABE5-BA53087FB5D5}" destId="{E5B0C4B0-C41A-48EF-BC75-E4081DB274A1}" srcOrd="1" destOrd="0" presId="urn:microsoft.com/office/officeart/2018/2/layout/IconVerticalSolidList"/>
    <dgm:cxn modelId="{312CDC43-20C2-42EE-AC09-DD4C995024B9}" type="presParOf" srcId="{61B0ACEA-EDE8-4A46-ABE5-BA53087FB5D5}" destId="{14C88F16-96BD-45E6-88BA-1C22DB07E1FF}" srcOrd="2" destOrd="0" presId="urn:microsoft.com/office/officeart/2018/2/layout/IconVerticalSolidList"/>
    <dgm:cxn modelId="{BEF6CBFF-2D1D-4A66-83BD-6E2BA99B0F01}" type="presParOf" srcId="{61B0ACEA-EDE8-4A46-ABE5-BA53087FB5D5}" destId="{FBCCB0BB-D49C-4B59-A09A-9F21300C8933}" srcOrd="3" destOrd="0" presId="urn:microsoft.com/office/officeart/2018/2/layout/IconVerticalSolidList"/>
    <dgm:cxn modelId="{E1B56439-337D-4817-9E03-A98C36477337}" type="presParOf" srcId="{120EAB2F-1B6C-48D3-91AB-44FE15167158}" destId="{324775D6-0539-428A-9221-EC16300F4F41}" srcOrd="1" destOrd="0" presId="urn:microsoft.com/office/officeart/2018/2/layout/IconVerticalSolidList"/>
    <dgm:cxn modelId="{F284F516-E45D-42C5-8D22-84E614E7E123}" type="presParOf" srcId="{120EAB2F-1B6C-48D3-91AB-44FE15167158}" destId="{E5260968-CD86-4C63-996E-CB19553CEA71}" srcOrd="2" destOrd="0" presId="urn:microsoft.com/office/officeart/2018/2/layout/IconVerticalSolidList"/>
    <dgm:cxn modelId="{E4A1A7F6-796D-446E-87B1-3C6ED103C19C}" type="presParOf" srcId="{E5260968-CD86-4C63-996E-CB19553CEA71}" destId="{D0BEF083-F0F1-4753-BB63-88A089F8B4AD}" srcOrd="0" destOrd="0" presId="urn:microsoft.com/office/officeart/2018/2/layout/IconVerticalSolidList"/>
    <dgm:cxn modelId="{7A78C592-39F1-4707-9C1C-CA6277194DF7}" type="presParOf" srcId="{E5260968-CD86-4C63-996E-CB19553CEA71}" destId="{179DF94B-1193-408A-8013-2BF83DD92979}" srcOrd="1" destOrd="0" presId="urn:microsoft.com/office/officeart/2018/2/layout/IconVerticalSolidList"/>
    <dgm:cxn modelId="{046CB238-D9A7-4B40-9547-FB79AB0BF4D5}" type="presParOf" srcId="{E5260968-CD86-4C63-996E-CB19553CEA71}" destId="{618D144C-96A3-4459-8FBD-7A18BEADA510}" srcOrd="2" destOrd="0" presId="urn:microsoft.com/office/officeart/2018/2/layout/IconVerticalSolidList"/>
    <dgm:cxn modelId="{B2894CFE-9601-482B-96E2-F5099A4D49C4}" type="presParOf" srcId="{E5260968-CD86-4C63-996E-CB19553CEA71}" destId="{6BC9C57B-C704-4F2F-AD42-2EF8EF3B8FAD}" srcOrd="3" destOrd="0" presId="urn:microsoft.com/office/officeart/2018/2/layout/IconVerticalSolidList"/>
    <dgm:cxn modelId="{BE0F00BF-271C-4A79-BFCA-45A022AE2C4F}" type="presParOf" srcId="{120EAB2F-1B6C-48D3-91AB-44FE15167158}" destId="{EF4AA11C-4C2C-422B-977A-857881F2E493}" srcOrd="3" destOrd="0" presId="urn:microsoft.com/office/officeart/2018/2/layout/IconVerticalSolidList"/>
    <dgm:cxn modelId="{100EE15B-7E86-436B-955E-2765856B5361}" type="presParOf" srcId="{120EAB2F-1B6C-48D3-91AB-44FE15167158}" destId="{956B7D6D-0FEC-43E0-8D0A-47D4FFBA9758}" srcOrd="4" destOrd="0" presId="urn:microsoft.com/office/officeart/2018/2/layout/IconVerticalSolidList"/>
    <dgm:cxn modelId="{4487072F-65A8-4906-A712-28D6C62F1ABB}" type="presParOf" srcId="{956B7D6D-0FEC-43E0-8D0A-47D4FFBA9758}" destId="{1DA2C12F-51FB-49AF-93FA-3BEED39EFD76}" srcOrd="0" destOrd="0" presId="urn:microsoft.com/office/officeart/2018/2/layout/IconVerticalSolidList"/>
    <dgm:cxn modelId="{07B4AD3F-13C7-4439-BFDE-24DBAA74A26C}" type="presParOf" srcId="{956B7D6D-0FEC-43E0-8D0A-47D4FFBA9758}" destId="{20228DBD-E79C-44EF-BD9F-B0B5AE4A3E69}" srcOrd="1" destOrd="0" presId="urn:microsoft.com/office/officeart/2018/2/layout/IconVerticalSolidList"/>
    <dgm:cxn modelId="{9560DD58-1F26-4D39-B139-164BDF989DC4}" type="presParOf" srcId="{956B7D6D-0FEC-43E0-8D0A-47D4FFBA9758}" destId="{6AFE0374-7099-4BAE-99D8-B3348D64D756}" srcOrd="2" destOrd="0" presId="urn:microsoft.com/office/officeart/2018/2/layout/IconVerticalSolidList"/>
    <dgm:cxn modelId="{C5658DD1-2389-4E7E-8E84-6D796434572B}" type="presParOf" srcId="{956B7D6D-0FEC-43E0-8D0A-47D4FFBA9758}" destId="{9DA0C938-45F1-41DA-B97C-FB941CB59F24}" srcOrd="3" destOrd="0" presId="urn:microsoft.com/office/officeart/2018/2/layout/IconVerticalSolidList"/>
    <dgm:cxn modelId="{42D2DADE-7E27-4E03-90EE-6EE7D1FDA654}" type="presParOf" srcId="{120EAB2F-1B6C-48D3-91AB-44FE15167158}" destId="{6A83D5B3-81F2-437A-BB9F-D02C1C77C4A2}" srcOrd="5" destOrd="0" presId="urn:microsoft.com/office/officeart/2018/2/layout/IconVerticalSolidList"/>
    <dgm:cxn modelId="{EC61880A-430E-4F3F-B4ED-211FAFDEBF2D}" type="presParOf" srcId="{120EAB2F-1B6C-48D3-91AB-44FE15167158}" destId="{E9717180-839B-4A4F-9DB7-1F51FB6B97F6}" srcOrd="6" destOrd="0" presId="urn:microsoft.com/office/officeart/2018/2/layout/IconVerticalSolidList"/>
    <dgm:cxn modelId="{55CA97A0-DB01-45CB-A314-C8F5455A49E7}" type="presParOf" srcId="{E9717180-839B-4A4F-9DB7-1F51FB6B97F6}" destId="{34EF75F8-C185-45D1-BC56-4D93BC2335C5}" srcOrd="0" destOrd="0" presId="urn:microsoft.com/office/officeart/2018/2/layout/IconVerticalSolidList"/>
    <dgm:cxn modelId="{DAED1409-6C3E-4E3A-A5D2-1A4214C1B7AE}" type="presParOf" srcId="{E9717180-839B-4A4F-9DB7-1F51FB6B97F6}" destId="{D223FAC6-0E7F-41A9-A6D7-44A0416AC76D}" srcOrd="1" destOrd="0" presId="urn:microsoft.com/office/officeart/2018/2/layout/IconVerticalSolidList"/>
    <dgm:cxn modelId="{291DE2F8-7659-4B84-9471-5FE7050C0D96}" type="presParOf" srcId="{E9717180-839B-4A4F-9DB7-1F51FB6B97F6}" destId="{DD22BE5C-36C3-40F3-A9C0-1B04B3EA2F8A}" srcOrd="2" destOrd="0" presId="urn:microsoft.com/office/officeart/2018/2/layout/IconVerticalSolidList"/>
    <dgm:cxn modelId="{8DAAC19C-C9AE-466C-B4AD-CDACAAB69E89}" type="presParOf" srcId="{E9717180-839B-4A4F-9DB7-1F51FB6B97F6}" destId="{E5FE85A7-8951-48A0-938A-235B333274E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291E984-FEDA-4415-8202-FBD0FC264C7C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EB5631-7ABD-4DBD-A23A-ED65AFF8BA97}">
      <dgm:prSet/>
      <dgm:spPr/>
      <dgm:t>
        <a:bodyPr/>
        <a:lstStyle/>
        <a:p>
          <a:r>
            <a:rPr lang="en-US"/>
            <a:t>EC2: wide family types, Nitro System</a:t>
          </a:r>
        </a:p>
      </dgm:t>
    </dgm:pt>
    <dgm:pt modelId="{BE87D6BC-279C-4942-9F5B-706519ECF332}" type="parTrans" cxnId="{2E072AA0-1FFF-4068-BB9E-3D81488C6F54}">
      <dgm:prSet/>
      <dgm:spPr/>
      <dgm:t>
        <a:bodyPr/>
        <a:lstStyle/>
        <a:p>
          <a:endParaRPr lang="en-US"/>
        </a:p>
      </dgm:t>
    </dgm:pt>
    <dgm:pt modelId="{72301CC7-8BE2-4664-AF13-5DA1C0C20C15}" type="sibTrans" cxnId="{2E072AA0-1FFF-4068-BB9E-3D81488C6F54}">
      <dgm:prSet/>
      <dgm:spPr/>
      <dgm:t>
        <a:bodyPr/>
        <a:lstStyle/>
        <a:p>
          <a:endParaRPr lang="en-US"/>
        </a:p>
      </dgm:t>
    </dgm:pt>
    <dgm:pt modelId="{5911FFED-3B82-41DF-B2DB-58100CD1CFEF}">
      <dgm:prSet/>
      <dgm:spPr/>
      <dgm:t>
        <a:bodyPr/>
        <a:lstStyle/>
        <a:p>
          <a:r>
            <a:rPr lang="en-US"/>
            <a:t>Graviton (ARM-based) for cost/performance gains</a:t>
          </a:r>
        </a:p>
      </dgm:t>
    </dgm:pt>
    <dgm:pt modelId="{5831D0F2-6186-4362-9F93-3EAF9F0AE41C}" type="parTrans" cxnId="{1B838C2C-FA57-4F81-84EE-32725C2960F0}">
      <dgm:prSet/>
      <dgm:spPr/>
      <dgm:t>
        <a:bodyPr/>
        <a:lstStyle/>
        <a:p>
          <a:endParaRPr lang="en-US"/>
        </a:p>
      </dgm:t>
    </dgm:pt>
    <dgm:pt modelId="{E97A48A7-9E21-4BE7-A9CA-A8B17285167E}" type="sibTrans" cxnId="{1B838C2C-FA57-4F81-84EE-32725C2960F0}">
      <dgm:prSet/>
      <dgm:spPr/>
      <dgm:t>
        <a:bodyPr/>
        <a:lstStyle/>
        <a:p>
          <a:endParaRPr lang="en-US"/>
        </a:p>
      </dgm:t>
    </dgm:pt>
    <dgm:pt modelId="{F9034FBC-B0CF-434A-91EC-9AE2DDD13C3F}">
      <dgm:prSet/>
      <dgm:spPr/>
      <dgm:t>
        <a:bodyPr/>
        <a:lstStyle/>
        <a:p>
          <a:r>
            <a:rPr lang="en-US"/>
            <a:t>Elastic Beanstalk, ECS, EKS for containers</a:t>
          </a:r>
        </a:p>
      </dgm:t>
    </dgm:pt>
    <dgm:pt modelId="{C2C79835-575B-4F46-BF73-B711E70ED652}" type="parTrans" cxnId="{A56575E3-26E8-4B73-9625-A24C9A77A2D3}">
      <dgm:prSet/>
      <dgm:spPr/>
      <dgm:t>
        <a:bodyPr/>
        <a:lstStyle/>
        <a:p>
          <a:endParaRPr lang="en-US"/>
        </a:p>
      </dgm:t>
    </dgm:pt>
    <dgm:pt modelId="{4248F439-708E-4024-AD99-99B6C8EC9CBA}" type="sibTrans" cxnId="{A56575E3-26E8-4B73-9625-A24C9A77A2D3}">
      <dgm:prSet/>
      <dgm:spPr/>
      <dgm:t>
        <a:bodyPr/>
        <a:lstStyle/>
        <a:p>
          <a:endParaRPr lang="en-US"/>
        </a:p>
      </dgm:t>
    </dgm:pt>
    <dgm:pt modelId="{9FC0D120-601C-467F-94F3-56BE8FD7D355}">
      <dgm:prSet/>
      <dgm:spPr/>
      <dgm:t>
        <a:bodyPr/>
        <a:lstStyle/>
        <a:p>
          <a:r>
            <a:rPr lang="en-US" dirty="0"/>
            <a:t>Licensing options for Databases</a:t>
          </a:r>
        </a:p>
      </dgm:t>
    </dgm:pt>
    <dgm:pt modelId="{9F90CF2A-1AC4-43A6-9EF8-88F6CD39A09B}" type="parTrans" cxnId="{D9A7259D-3FCA-42E2-BB3F-D4FC1D313A8A}">
      <dgm:prSet/>
      <dgm:spPr/>
      <dgm:t>
        <a:bodyPr/>
        <a:lstStyle/>
        <a:p>
          <a:endParaRPr lang="en-US"/>
        </a:p>
      </dgm:t>
    </dgm:pt>
    <dgm:pt modelId="{FC5BC5B2-D7D5-4FAE-83A4-67D3BFD0270B}" type="sibTrans" cxnId="{D9A7259D-3FCA-42E2-BB3F-D4FC1D313A8A}">
      <dgm:prSet/>
      <dgm:spPr/>
      <dgm:t>
        <a:bodyPr/>
        <a:lstStyle/>
        <a:p>
          <a:endParaRPr lang="en-US"/>
        </a:p>
      </dgm:t>
    </dgm:pt>
    <dgm:pt modelId="{EAA40F0B-3B5D-4FC5-B2D5-34BD652B46E5}" type="pres">
      <dgm:prSet presAssocID="{7291E984-FEDA-4415-8202-FBD0FC264C7C}" presName="linear" presStyleCnt="0">
        <dgm:presLayoutVars>
          <dgm:dir/>
          <dgm:animLvl val="lvl"/>
          <dgm:resizeHandles val="exact"/>
        </dgm:presLayoutVars>
      </dgm:prSet>
      <dgm:spPr/>
    </dgm:pt>
    <dgm:pt modelId="{D10E6B2B-992A-459E-8D29-AF6BCC7F7AFC}" type="pres">
      <dgm:prSet presAssocID="{6AEB5631-7ABD-4DBD-A23A-ED65AFF8BA97}" presName="parentLin" presStyleCnt="0"/>
      <dgm:spPr/>
    </dgm:pt>
    <dgm:pt modelId="{2B813C69-C01B-42B5-B857-55BEDBB6A7FF}" type="pres">
      <dgm:prSet presAssocID="{6AEB5631-7ABD-4DBD-A23A-ED65AFF8BA97}" presName="parentLeftMargin" presStyleLbl="node1" presStyleIdx="0" presStyleCnt="4"/>
      <dgm:spPr/>
    </dgm:pt>
    <dgm:pt modelId="{BBE158C1-9BE5-4CB1-B764-D7FAA35C9B7E}" type="pres">
      <dgm:prSet presAssocID="{6AEB5631-7ABD-4DBD-A23A-ED65AFF8BA9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CA18D13-3E1A-4D28-8CC3-77F5395FB925}" type="pres">
      <dgm:prSet presAssocID="{6AEB5631-7ABD-4DBD-A23A-ED65AFF8BA97}" presName="negativeSpace" presStyleCnt="0"/>
      <dgm:spPr/>
    </dgm:pt>
    <dgm:pt modelId="{86DD6EAC-7CAF-4067-A62B-7ED7C0B28A4A}" type="pres">
      <dgm:prSet presAssocID="{6AEB5631-7ABD-4DBD-A23A-ED65AFF8BA97}" presName="childText" presStyleLbl="conFgAcc1" presStyleIdx="0" presStyleCnt="4">
        <dgm:presLayoutVars>
          <dgm:bulletEnabled val="1"/>
        </dgm:presLayoutVars>
      </dgm:prSet>
      <dgm:spPr/>
    </dgm:pt>
    <dgm:pt modelId="{CC4BB2F9-C04B-4529-8D16-B6AF36BEF6BA}" type="pres">
      <dgm:prSet presAssocID="{72301CC7-8BE2-4664-AF13-5DA1C0C20C15}" presName="spaceBetweenRectangles" presStyleCnt="0"/>
      <dgm:spPr/>
    </dgm:pt>
    <dgm:pt modelId="{109EBF8F-E463-4F6E-B0F1-BCCB88D696A2}" type="pres">
      <dgm:prSet presAssocID="{5911FFED-3B82-41DF-B2DB-58100CD1CFEF}" presName="parentLin" presStyleCnt="0"/>
      <dgm:spPr/>
    </dgm:pt>
    <dgm:pt modelId="{5EFC3DDE-02C2-4CA3-A192-B137064B0E1B}" type="pres">
      <dgm:prSet presAssocID="{5911FFED-3B82-41DF-B2DB-58100CD1CFEF}" presName="parentLeftMargin" presStyleLbl="node1" presStyleIdx="0" presStyleCnt="4"/>
      <dgm:spPr/>
    </dgm:pt>
    <dgm:pt modelId="{00F3D608-E0B7-4A0A-993D-98C73150D6B9}" type="pres">
      <dgm:prSet presAssocID="{5911FFED-3B82-41DF-B2DB-58100CD1CFE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C0EB899-D484-4033-9A89-4AD65FC4ABF4}" type="pres">
      <dgm:prSet presAssocID="{5911FFED-3B82-41DF-B2DB-58100CD1CFEF}" presName="negativeSpace" presStyleCnt="0"/>
      <dgm:spPr/>
    </dgm:pt>
    <dgm:pt modelId="{A72CE984-CBD6-482A-985D-ADA0E7CFE909}" type="pres">
      <dgm:prSet presAssocID="{5911FFED-3B82-41DF-B2DB-58100CD1CFEF}" presName="childText" presStyleLbl="conFgAcc1" presStyleIdx="1" presStyleCnt="4">
        <dgm:presLayoutVars>
          <dgm:bulletEnabled val="1"/>
        </dgm:presLayoutVars>
      </dgm:prSet>
      <dgm:spPr/>
    </dgm:pt>
    <dgm:pt modelId="{84D3C9DF-0FB4-445F-865B-E5BCC47DC734}" type="pres">
      <dgm:prSet presAssocID="{E97A48A7-9E21-4BE7-A9CA-A8B17285167E}" presName="spaceBetweenRectangles" presStyleCnt="0"/>
      <dgm:spPr/>
    </dgm:pt>
    <dgm:pt modelId="{663134C6-AC47-45BC-8763-31D3B5601043}" type="pres">
      <dgm:prSet presAssocID="{F9034FBC-B0CF-434A-91EC-9AE2DDD13C3F}" presName="parentLin" presStyleCnt="0"/>
      <dgm:spPr/>
    </dgm:pt>
    <dgm:pt modelId="{FE307215-0342-4395-85BD-6A98342B90AB}" type="pres">
      <dgm:prSet presAssocID="{F9034FBC-B0CF-434A-91EC-9AE2DDD13C3F}" presName="parentLeftMargin" presStyleLbl="node1" presStyleIdx="1" presStyleCnt="4"/>
      <dgm:spPr/>
    </dgm:pt>
    <dgm:pt modelId="{1E86CE56-2E51-41A6-91F7-C07AA343EE46}" type="pres">
      <dgm:prSet presAssocID="{F9034FBC-B0CF-434A-91EC-9AE2DDD13C3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602754B-41FA-452B-B503-6864F04B201A}" type="pres">
      <dgm:prSet presAssocID="{F9034FBC-B0CF-434A-91EC-9AE2DDD13C3F}" presName="negativeSpace" presStyleCnt="0"/>
      <dgm:spPr/>
    </dgm:pt>
    <dgm:pt modelId="{B0E0A2A4-52BD-4C7D-8A41-751640F08BC0}" type="pres">
      <dgm:prSet presAssocID="{F9034FBC-B0CF-434A-91EC-9AE2DDD13C3F}" presName="childText" presStyleLbl="conFgAcc1" presStyleIdx="2" presStyleCnt="4">
        <dgm:presLayoutVars>
          <dgm:bulletEnabled val="1"/>
        </dgm:presLayoutVars>
      </dgm:prSet>
      <dgm:spPr/>
    </dgm:pt>
    <dgm:pt modelId="{591A2309-D4FF-4249-AFC1-239554C89D81}" type="pres">
      <dgm:prSet presAssocID="{4248F439-708E-4024-AD99-99B6C8EC9CBA}" presName="spaceBetweenRectangles" presStyleCnt="0"/>
      <dgm:spPr/>
    </dgm:pt>
    <dgm:pt modelId="{8E6EEF52-5C80-410D-9897-404440949BF7}" type="pres">
      <dgm:prSet presAssocID="{9FC0D120-601C-467F-94F3-56BE8FD7D355}" presName="parentLin" presStyleCnt="0"/>
      <dgm:spPr/>
    </dgm:pt>
    <dgm:pt modelId="{50FE8815-9821-47D3-A9BD-D229DEFF208E}" type="pres">
      <dgm:prSet presAssocID="{9FC0D120-601C-467F-94F3-56BE8FD7D355}" presName="parentLeftMargin" presStyleLbl="node1" presStyleIdx="2" presStyleCnt="4"/>
      <dgm:spPr/>
    </dgm:pt>
    <dgm:pt modelId="{EC76259C-AC29-4563-9F46-6574ACF3217A}" type="pres">
      <dgm:prSet presAssocID="{9FC0D120-601C-467F-94F3-56BE8FD7D35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2922169-617F-456A-85B0-E152AE3F380B}" type="pres">
      <dgm:prSet presAssocID="{9FC0D120-601C-467F-94F3-56BE8FD7D355}" presName="negativeSpace" presStyleCnt="0"/>
      <dgm:spPr/>
    </dgm:pt>
    <dgm:pt modelId="{49B7A1D4-4A8F-4134-976D-48038D1C9776}" type="pres">
      <dgm:prSet presAssocID="{9FC0D120-601C-467F-94F3-56BE8FD7D35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E94A307-9851-448A-A53C-29F5B0113A44}" type="presOf" srcId="{F9034FBC-B0CF-434A-91EC-9AE2DDD13C3F}" destId="{1E86CE56-2E51-41A6-91F7-C07AA343EE46}" srcOrd="1" destOrd="0" presId="urn:microsoft.com/office/officeart/2005/8/layout/list1"/>
    <dgm:cxn modelId="{B7B94115-2207-4AFA-9399-0A39DE8F179B}" type="presOf" srcId="{9FC0D120-601C-467F-94F3-56BE8FD7D355}" destId="{50FE8815-9821-47D3-A9BD-D229DEFF208E}" srcOrd="0" destOrd="0" presId="urn:microsoft.com/office/officeart/2005/8/layout/list1"/>
    <dgm:cxn modelId="{1B838C2C-FA57-4F81-84EE-32725C2960F0}" srcId="{7291E984-FEDA-4415-8202-FBD0FC264C7C}" destId="{5911FFED-3B82-41DF-B2DB-58100CD1CFEF}" srcOrd="1" destOrd="0" parTransId="{5831D0F2-6186-4362-9F93-3EAF9F0AE41C}" sibTransId="{E97A48A7-9E21-4BE7-A9CA-A8B17285167E}"/>
    <dgm:cxn modelId="{0AFA9164-8991-4911-A8FB-C935EF9629E2}" type="presOf" srcId="{6AEB5631-7ABD-4DBD-A23A-ED65AFF8BA97}" destId="{2B813C69-C01B-42B5-B857-55BEDBB6A7FF}" srcOrd="0" destOrd="0" presId="urn:microsoft.com/office/officeart/2005/8/layout/list1"/>
    <dgm:cxn modelId="{38268F71-FB3D-471C-82D4-E5383FCA0488}" type="presOf" srcId="{5911FFED-3B82-41DF-B2DB-58100CD1CFEF}" destId="{5EFC3DDE-02C2-4CA3-A192-B137064B0E1B}" srcOrd="0" destOrd="0" presId="urn:microsoft.com/office/officeart/2005/8/layout/list1"/>
    <dgm:cxn modelId="{64D31759-FD0D-4B3D-BA81-4449C0EAB184}" type="presOf" srcId="{5911FFED-3B82-41DF-B2DB-58100CD1CFEF}" destId="{00F3D608-E0B7-4A0A-993D-98C73150D6B9}" srcOrd="1" destOrd="0" presId="urn:microsoft.com/office/officeart/2005/8/layout/list1"/>
    <dgm:cxn modelId="{D9A7259D-3FCA-42E2-BB3F-D4FC1D313A8A}" srcId="{7291E984-FEDA-4415-8202-FBD0FC264C7C}" destId="{9FC0D120-601C-467F-94F3-56BE8FD7D355}" srcOrd="3" destOrd="0" parTransId="{9F90CF2A-1AC4-43A6-9EF8-88F6CD39A09B}" sibTransId="{FC5BC5B2-D7D5-4FAE-83A4-67D3BFD0270B}"/>
    <dgm:cxn modelId="{2E072AA0-1FFF-4068-BB9E-3D81488C6F54}" srcId="{7291E984-FEDA-4415-8202-FBD0FC264C7C}" destId="{6AEB5631-7ABD-4DBD-A23A-ED65AFF8BA97}" srcOrd="0" destOrd="0" parTransId="{BE87D6BC-279C-4942-9F5B-706519ECF332}" sibTransId="{72301CC7-8BE2-4664-AF13-5DA1C0C20C15}"/>
    <dgm:cxn modelId="{AD9466AC-0970-43B4-8F6E-AC63F56FCAAA}" type="presOf" srcId="{F9034FBC-B0CF-434A-91EC-9AE2DDD13C3F}" destId="{FE307215-0342-4395-85BD-6A98342B90AB}" srcOrd="0" destOrd="0" presId="urn:microsoft.com/office/officeart/2005/8/layout/list1"/>
    <dgm:cxn modelId="{44A8F8BF-87A7-44C4-AB14-DFE8FBE1FBEB}" type="presOf" srcId="{9FC0D120-601C-467F-94F3-56BE8FD7D355}" destId="{EC76259C-AC29-4563-9F46-6574ACF3217A}" srcOrd="1" destOrd="0" presId="urn:microsoft.com/office/officeart/2005/8/layout/list1"/>
    <dgm:cxn modelId="{A0471CC0-F54E-4B70-B8F6-56B48F2B4EB1}" type="presOf" srcId="{6AEB5631-7ABD-4DBD-A23A-ED65AFF8BA97}" destId="{BBE158C1-9BE5-4CB1-B764-D7FAA35C9B7E}" srcOrd="1" destOrd="0" presId="urn:microsoft.com/office/officeart/2005/8/layout/list1"/>
    <dgm:cxn modelId="{A56575E3-26E8-4B73-9625-A24C9A77A2D3}" srcId="{7291E984-FEDA-4415-8202-FBD0FC264C7C}" destId="{F9034FBC-B0CF-434A-91EC-9AE2DDD13C3F}" srcOrd="2" destOrd="0" parTransId="{C2C79835-575B-4F46-BF73-B711E70ED652}" sibTransId="{4248F439-708E-4024-AD99-99B6C8EC9CBA}"/>
    <dgm:cxn modelId="{3BDA82E8-313B-461A-AE1A-16482A011507}" type="presOf" srcId="{7291E984-FEDA-4415-8202-FBD0FC264C7C}" destId="{EAA40F0B-3B5D-4FC5-B2D5-34BD652B46E5}" srcOrd="0" destOrd="0" presId="urn:microsoft.com/office/officeart/2005/8/layout/list1"/>
    <dgm:cxn modelId="{65721354-94AB-4FCA-BB07-70B5B830C565}" type="presParOf" srcId="{EAA40F0B-3B5D-4FC5-B2D5-34BD652B46E5}" destId="{D10E6B2B-992A-459E-8D29-AF6BCC7F7AFC}" srcOrd="0" destOrd="0" presId="urn:microsoft.com/office/officeart/2005/8/layout/list1"/>
    <dgm:cxn modelId="{DB4B9E3B-36A5-4BAA-B2C5-E1E0D61B0AEA}" type="presParOf" srcId="{D10E6B2B-992A-459E-8D29-AF6BCC7F7AFC}" destId="{2B813C69-C01B-42B5-B857-55BEDBB6A7FF}" srcOrd="0" destOrd="0" presId="urn:microsoft.com/office/officeart/2005/8/layout/list1"/>
    <dgm:cxn modelId="{29B065B5-B3D8-453D-87B7-49182A02E229}" type="presParOf" srcId="{D10E6B2B-992A-459E-8D29-AF6BCC7F7AFC}" destId="{BBE158C1-9BE5-4CB1-B764-D7FAA35C9B7E}" srcOrd="1" destOrd="0" presId="urn:microsoft.com/office/officeart/2005/8/layout/list1"/>
    <dgm:cxn modelId="{2FAF2ED5-EB34-42CD-BF56-523E53331509}" type="presParOf" srcId="{EAA40F0B-3B5D-4FC5-B2D5-34BD652B46E5}" destId="{3CA18D13-3E1A-4D28-8CC3-77F5395FB925}" srcOrd="1" destOrd="0" presId="urn:microsoft.com/office/officeart/2005/8/layout/list1"/>
    <dgm:cxn modelId="{9D8357CC-1E15-45BE-8F02-7261F6D7EB5B}" type="presParOf" srcId="{EAA40F0B-3B5D-4FC5-B2D5-34BD652B46E5}" destId="{86DD6EAC-7CAF-4067-A62B-7ED7C0B28A4A}" srcOrd="2" destOrd="0" presId="urn:microsoft.com/office/officeart/2005/8/layout/list1"/>
    <dgm:cxn modelId="{213980F4-F9E9-41A3-9E74-30480D5778D4}" type="presParOf" srcId="{EAA40F0B-3B5D-4FC5-B2D5-34BD652B46E5}" destId="{CC4BB2F9-C04B-4529-8D16-B6AF36BEF6BA}" srcOrd="3" destOrd="0" presId="urn:microsoft.com/office/officeart/2005/8/layout/list1"/>
    <dgm:cxn modelId="{790EA162-D95E-45D4-B7DA-76F7213AA8F9}" type="presParOf" srcId="{EAA40F0B-3B5D-4FC5-B2D5-34BD652B46E5}" destId="{109EBF8F-E463-4F6E-B0F1-BCCB88D696A2}" srcOrd="4" destOrd="0" presId="urn:microsoft.com/office/officeart/2005/8/layout/list1"/>
    <dgm:cxn modelId="{D6602726-9447-43A9-9C96-53D8B5A05D23}" type="presParOf" srcId="{109EBF8F-E463-4F6E-B0F1-BCCB88D696A2}" destId="{5EFC3DDE-02C2-4CA3-A192-B137064B0E1B}" srcOrd="0" destOrd="0" presId="urn:microsoft.com/office/officeart/2005/8/layout/list1"/>
    <dgm:cxn modelId="{8F73DAE5-A6B4-40C4-B581-49DD03DC9A23}" type="presParOf" srcId="{109EBF8F-E463-4F6E-B0F1-BCCB88D696A2}" destId="{00F3D608-E0B7-4A0A-993D-98C73150D6B9}" srcOrd="1" destOrd="0" presId="urn:microsoft.com/office/officeart/2005/8/layout/list1"/>
    <dgm:cxn modelId="{DBF8529A-F2EB-40D5-933B-A89490575C88}" type="presParOf" srcId="{EAA40F0B-3B5D-4FC5-B2D5-34BD652B46E5}" destId="{0C0EB899-D484-4033-9A89-4AD65FC4ABF4}" srcOrd="5" destOrd="0" presId="urn:microsoft.com/office/officeart/2005/8/layout/list1"/>
    <dgm:cxn modelId="{454DC8B3-A7D7-405E-9679-6D403482C3E2}" type="presParOf" srcId="{EAA40F0B-3B5D-4FC5-B2D5-34BD652B46E5}" destId="{A72CE984-CBD6-482A-985D-ADA0E7CFE909}" srcOrd="6" destOrd="0" presId="urn:microsoft.com/office/officeart/2005/8/layout/list1"/>
    <dgm:cxn modelId="{BBB95704-D6DE-4CD6-97A7-727BE0F4E067}" type="presParOf" srcId="{EAA40F0B-3B5D-4FC5-B2D5-34BD652B46E5}" destId="{84D3C9DF-0FB4-445F-865B-E5BCC47DC734}" srcOrd="7" destOrd="0" presId="urn:microsoft.com/office/officeart/2005/8/layout/list1"/>
    <dgm:cxn modelId="{2050177D-4250-4F34-8DD5-DD47EC23FE49}" type="presParOf" srcId="{EAA40F0B-3B5D-4FC5-B2D5-34BD652B46E5}" destId="{663134C6-AC47-45BC-8763-31D3B5601043}" srcOrd="8" destOrd="0" presId="urn:microsoft.com/office/officeart/2005/8/layout/list1"/>
    <dgm:cxn modelId="{79458EF8-3E4B-4A6C-B4EA-53FC947D0CF7}" type="presParOf" srcId="{663134C6-AC47-45BC-8763-31D3B5601043}" destId="{FE307215-0342-4395-85BD-6A98342B90AB}" srcOrd="0" destOrd="0" presId="urn:microsoft.com/office/officeart/2005/8/layout/list1"/>
    <dgm:cxn modelId="{E6F03B43-02C3-47C2-A7B4-DD4317BC5BA4}" type="presParOf" srcId="{663134C6-AC47-45BC-8763-31D3B5601043}" destId="{1E86CE56-2E51-41A6-91F7-C07AA343EE46}" srcOrd="1" destOrd="0" presId="urn:microsoft.com/office/officeart/2005/8/layout/list1"/>
    <dgm:cxn modelId="{C1700042-7789-4B0C-BB32-86C45ABFF625}" type="presParOf" srcId="{EAA40F0B-3B5D-4FC5-B2D5-34BD652B46E5}" destId="{7602754B-41FA-452B-B503-6864F04B201A}" srcOrd="9" destOrd="0" presId="urn:microsoft.com/office/officeart/2005/8/layout/list1"/>
    <dgm:cxn modelId="{0188717B-823E-4559-A73D-6F2A4EB7C9FA}" type="presParOf" srcId="{EAA40F0B-3B5D-4FC5-B2D5-34BD652B46E5}" destId="{B0E0A2A4-52BD-4C7D-8A41-751640F08BC0}" srcOrd="10" destOrd="0" presId="urn:microsoft.com/office/officeart/2005/8/layout/list1"/>
    <dgm:cxn modelId="{6F4F089D-8E32-4B59-8EB6-075DF290F952}" type="presParOf" srcId="{EAA40F0B-3B5D-4FC5-B2D5-34BD652B46E5}" destId="{591A2309-D4FF-4249-AFC1-239554C89D81}" srcOrd="11" destOrd="0" presId="urn:microsoft.com/office/officeart/2005/8/layout/list1"/>
    <dgm:cxn modelId="{40832746-5B3B-465C-806A-4B9F737E3579}" type="presParOf" srcId="{EAA40F0B-3B5D-4FC5-B2D5-34BD652B46E5}" destId="{8E6EEF52-5C80-410D-9897-404440949BF7}" srcOrd="12" destOrd="0" presId="urn:microsoft.com/office/officeart/2005/8/layout/list1"/>
    <dgm:cxn modelId="{2764D612-7C94-4DE0-84AF-668EBC696511}" type="presParOf" srcId="{8E6EEF52-5C80-410D-9897-404440949BF7}" destId="{50FE8815-9821-47D3-A9BD-D229DEFF208E}" srcOrd="0" destOrd="0" presId="urn:microsoft.com/office/officeart/2005/8/layout/list1"/>
    <dgm:cxn modelId="{B406ACCF-A191-44B0-BB9E-07D5FF2A7AE7}" type="presParOf" srcId="{8E6EEF52-5C80-410D-9897-404440949BF7}" destId="{EC76259C-AC29-4563-9F46-6574ACF3217A}" srcOrd="1" destOrd="0" presId="urn:microsoft.com/office/officeart/2005/8/layout/list1"/>
    <dgm:cxn modelId="{5268932A-4A1E-4137-BB19-05E241AA5124}" type="presParOf" srcId="{EAA40F0B-3B5D-4FC5-B2D5-34BD652B46E5}" destId="{52922169-617F-456A-85B0-E152AE3F380B}" srcOrd="13" destOrd="0" presId="urn:microsoft.com/office/officeart/2005/8/layout/list1"/>
    <dgm:cxn modelId="{38598308-94DD-4616-BC68-80DF2FB23734}" type="presParOf" srcId="{EAA40F0B-3B5D-4FC5-B2D5-34BD652B46E5}" destId="{49B7A1D4-4A8F-4134-976D-48038D1C9776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97FF0B9-EC85-43FA-BD79-2A6F747DB9ED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605BFB-6118-4C6D-941F-7F8527E934C9}">
      <dgm:prSet/>
      <dgm:spPr/>
      <dgm:t>
        <a:bodyPr/>
        <a:lstStyle/>
        <a:p>
          <a:r>
            <a:rPr lang="en-US"/>
            <a:t>General Purpose Instances (M family, i.e. M6i, M7i</a:t>
          </a:r>
        </a:p>
      </dgm:t>
    </dgm:pt>
    <dgm:pt modelId="{ADC2B1D8-B872-4F27-9857-4A0E1326A780}" type="parTrans" cxnId="{9AE56D6C-4AD4-49FF-BA8F-F644A03885D1}">
      <dgm:prSet/>
      <dgm:spPr/>
      <dgm:t>
        <a:bodyPr/>
        <a:lstStyle/>
        <a:p>
          <a:endParaRPr lang="en-US"/>
        </a:p>
      </dgm:t>
    </dgm:pt>
    <dgm:pt modelId="{A44C72B5-8B4D-4D5D-A3FA-9478ADCF8836}" type="sibTrans" cxnId="{9AE56D6C-4AD4-49FF-BA8F-F644A03885D1}">
      <dgm:prSet/>
      <dgm:spPr/>
      <dgm:t>
        <a:bodyPr/>
        <a:lstStyle/>
        <a:p>
          <a:endParaRPr lang="en-US"/>
        </a:p>
      </dgm:t>
    </dgm:pt>
    <dgm:pt modelId="{78FF0507-7203-42C7-9129-7040B21BB90C}">
      <dgm:prSet/>
      <dgm:spPr/>
      <dgm:t>
        <a:bodyPr/>
        <a:lstStyle/>
        <a:p>
          <a:r>
            <a:rPr lang="en-US"/>
            <a:t>Balanced CPU, memory and network</a:t>
          </a:r>
        </a:p>
      </dgm:t>
    </dgm:pt>
    <dgm:pt modelId="{D9A67A7E-B60A-4900-A405-56FF8F743E92}" type="parTrans" cxnId="{DD47C635-06A1-49A5-8C7D-5C8C68DDA08A}">
      <dgm:prSet/>
      <dgm:spPr/>
      <dgm:t>
        <a:bodyPr/>
        <a:lstStyle/>
        <a:p>
          <a:endParaRPr lang="en-US"/>
        </a:p>
      </dgm:t>
    </dgm:pt>
    <dgm:pt modelId="{1A2E7087-6F0C-4061-961E-40009472B9DE}" type="sibTrans" cxnId="{DD47C635-06A1-49A5-8C7D-5C8C68DDA08A}">
      <dgm:prSet/>
      <dgm:spPr/>
      <dgm:t>
        <a:bodyPr/>
        <a:lstStyle/>
        <a:p>
          <a:endParaRPr lang="en-US"/>
        </a:p>
      </dgm:t>
    </dgm:pt>
    <dgm:pt modelId="{24C27D2F-C757-4325-BD58-8C10C984BAA1}">
      <dgm:prSet/>
      <dgm:spPr/>
      <dgm:t>
        <a:bodyPr/>
        <a:lstStyle/>
        <a:p>
          <a:r>
            <a:rPr lang="en-US"/>
            <a:t>Good for OLTP or dev/test</a:t>
          </a:r>
        </a:p>
      </dgm:t>
    </dgm:pt>
    <dgm:pt modelId="{1F741DF6-815B-4444-B39E-B62779D22C1B}" type="parTrans" cxnId="{E69B7210-BA53-45D4-A6F7-178FC5D0D8C0}">
      <dgm:prSet/>
      <dgm:spPr/>
      <dgm:t>
        <a:bodyPr/>
        <a:lstStyle/>
        <a:p>
          <a:endParaRPr lang="en-US"/>
        </a:p>
      </dgm:t>
    </dgm:pt>
    <dgm:pt modelId="{CFB29AE9-2D4C-4523-ADA1-3D7B31DC6047}" type="sibTrans" cxnId="{E69B7210-BA53-45D4-A6F7-178FC5D0D8C0}">
      <dgm:prSet/>
      <dgm:spPr/>
      <dgm:t>
        <a:bodyPr/>
        <a:lstStyle/>
        <a:p>
          <a:endParaRPr lang="en-US"/>
        </a:p>
      </dgm:t>
    </dgm:pt>
    <dgm:pt modelId="{71BCAF00-CE64-4338-A98D-31D4A6E76283}">
      <dgm:prSet/>
      <dgm:spPr/>
      <dgm:t>
        <a:bodyPr/>
        <a:lstStyle/>
        <a:p>
          <a:r>
            <a:rPr lang="en-US"/>
            <a:t>Great for Windows licensing challenges with RDBMS</a:t>
          </a:r>
        </a:p>
      </dgm:t>
    </dgm:pt>
    <dgm:pt modelId="{7029BEC9-1146-4311-98D7-520255AE7FC1}" type="parTrans" cxnId="{E3997CF1-1C4A-4DA1-A84F-28B3E8C9CC44}">
      <dgm:prSet/>
      <dgm:spPr/>
      <dgm:t>
        <a:bodyPr/>
        <a:lstStyle/>
        <a:p>
          <a:endParaRPr lang="en-US"/>
        </a:p>
      </dgm:t>
    </dgm:pt>
    <dgm:pt modelId="{C337391D-80EC-47F1-9B15-367578ACD5FA}" type="sibTrans" cxnId="{E3997CF1-1C4A-4DA1-A84F-28B3E8C9CC44}">
      <dgm:prSet/>
      <dgm:spPr/>
      <dgm:t>
        <a:bodyPr/>
        <a:lstStyle/>
        <a:p>
          <a:endParaRPr lang="en-US"/>
        </a:p>
      </dgm:t>
    </dgm:pt>
    <dgm:pt modelId="{5F0C1A6B-8EDF-4A89-B4A0-A9EAE1BCED81}">
      <dgm:prSet/>
      <dgm:spPr/>
      <dgm:t>
        <a:bodyPr/>
        <a:lstStyle/>
        <a:p>
          <a:r>
            <a:rPr lang="en-US"/>
            <a:t>PostgreSQL dev/test clusters do well here, too</a:t>
          </a:r>
        </a:p>
      </dgm:t>
    </dgm:pt>
    <dgm:pt modelId="{F53D61ED-1ED2-4FFF-B363-0C3D1768EF96}" type="parTrans" cxnId="{C5DA5EAD-9E3E-4B2D-9F39-C57DD2B6EA5C}">
      <dgm:prSet/>
      <dgm:spPr/>
      <dgm:t>
        <a:bodyPr/>
        <a:lstStyle/>
        <a:p>
          <a:endParaRPr lang="en-US"/>
        </a:p>
      </dgm:t>
    </dgm:pt>
    <dgm:pt modelId="{4E1D424E-EBFD-4EDA-9A72-CDD85F6BAA93}" type="sibTrans" cxnId="{C5DA5EAD-9E3E-4B2D-9F39-C57DD2B6EA5C}">
      <dgm:prSet/>
      <dgm:spPr/>
      <dgm:t>
        <a:bodyPr/>
        <a:lstStyle/>
        <a:p>
          <a:endParaRPr lang="en-US"/>
        </a:p>
      </dgm:t>
    </dgm:pt>
    <dgm:pt modelId="{DCBF4D43-D705-4EBA-9EEF-292F27C949EE}">
      <dgm:prSet/>
      <dgm:spPr/>
      <dgm:t>
        <a:bodyPr/>
        <a:lstStyle/>
        <a:p>
          <a:r>
            <a:rPr lang="en-US"/>
            <a:t>Compute Optimized Instances (C family, i.e. C6i, C7i)</a:t>
          </a:r>
        </a:p>
      </dgm:t>
    </dgm:pt>
    <dgm:pt modelId="{1E4EC85D-338B-47D5-98D0-FE5098CAFCBA}" type="parTrans" cxnId="{1B25A688-38FE-4A0A-B1A9-D50FC84C1FF6}">
      <dgm:prSet/>
      <dgm:spPr/>
      <dgm:t>
        <a:bodyPr/>
        <a:lstStyle/>
        <a:p>
          <a:endParaRPr lang="en-US"/>
        </a:p>
      </dgm:t>
    </dgm:pt>
    <dgm:pt modelId="{82AE6887-437F-4310-8015-81BB16A3B7FA}" type="sibTrans" cxnId="{1B25A688-38FE-4A0A-B1A9-D50FC84C1FF6}">
      <dgm:prSet/>
      <dgm:spPr/>
      <dgm:t>
        <a:bodyPr/>
        <a:lstStyle/>
        <a:p>
          <a:endParaRPr lang="en-US"/>
        </a:p>
      </dgm:t>
    </dgm:pt>
    <dgm:pt modelId="{F092625E-4AA2-4884-9975-FC187B950BFB}">
      <dgm:prSet/>
      <dgm:spPr/>
      <dgm:t>
        <a:bodyPr/>
        <a:lstStyle/>
        <a:p>
          <a:r>
            <a:rPr lang="en-US"/>
            <a:t>High vCPU to memory ratio</a:t>
          </a:r>
        </a:p>
      </dgm:t>
    </dgm:pt>
    <dgm:pt modelId="{9284781B-D9C4-47B2-B1ED-2D96DA6580D9}" type="parTrans" cxnId="{1CB3CE98-F7EB-46E5-BB55-EB2D81A1AA61}">
      <dgm:prSet/>
      <dgm:spPr/>
      <dgm:t>
        <a:bodyPr/>
        <a:lstStyle/>
        <a:p>
          <a:endParaRPr lang="en-US"/>
        </a:p>
      </dgm:t>
    </dgm:pt>
    <dgm:pt modelId="{2CF41B47-07BD-42FE-A6E3-D6E430B5CA69}" type="sibTrans" cxnId="{1CB3CE98-F7EB-46E5-BB55-EB2D81A1AA61}">
      <dgm:prSet/>
      <dgm:spPr/>
      <dgm:t>
        <a:bodyPr/>
        <a:lstStyle/>
        <a:p>
          <a:endParaRPr lang="en-US"/>
        </a:p>
      </dgm:t>
    </dgm:pt>
    <dgm:pt modelId="{1177114E-0520-476F-8ED8-B85731230C7C}">
      <dgm:prSet/>
      <dgm:spPr/>
      <dgm:t>
        <a:bodyPr/>
        <a:lstStyle/>
        <a:p>
          <a:r>
            <a:rPr lang="en-US"/>
            <a:t>Best for CPU-bound databases</a:t>
          </a:r>
        </a:p>
      </dgm:t>
    </dgm:pt>
    <dgm:pt modelId="{CD22C29D-9462-424B-9966-9F2D3F6DBACC}" type="parTrans" cxnId="{C9CE7798-50B6-46BC-BC10-48728DBB468D}">
      <dgm:prSet/>
      <dgm:spPr/>
      <dgm:t>
        <a:bodyPr/>
        <a:lstStyle/>
        <a:p>
          <a:endParaRPr lang="en-US"/>
        </a:p>
      </dgm:t>
    </dgm:pt>
    <dgm:pt modelId="{7EDA6A64-5ECB-48E4-BDE5-AA0E8F498151}" type="sibTrans" cxnId="{C9CE7798-50B6-46BC-BC10-48728DBB468D}">
      <dgm:prSet/>
      <dgm:spPr/>
      <dgm:t>
        <a:bodyPr/>
        <a:lstStyle/>
        <a:p>
          <a:endParaRPr lang="en-US"/>
        </a:p>
      </dgm:t>
    </dgm:pt>
    <dgm:pt modelId="{A1A476BE-AD6A-4F02-8600-1A37CD47CA06}">
      <dgm:prSet/>
      <dgm:spPr/>
      <dgm:t>
        <a:bodyPr/>
        <a:lstStyle/>
        <a:p>
          <a:r>
            <a:rPr lang="en-US" dirty="0"/>
            <a:t>Less RAM per vCPU, so not a good choice for memory-hungry Oracle or Postgres deployments</a:t>
          </a:r>
        </a:p>
      </dgm:t>
    </dgm:pt>
    <dgm:pt modelId="{DC627D3A-3A1A-4F58-95AC-CE10EF734BA0}" type="parTrans" cxnId="{854FF2AD-4E77-4877-BF46-809658AF0BB4}">
      <dgm:prSet/>
      <dgm:spPr/>
      <dgm:t>
        <a:bodyPr/>
        <a:lstStyle/>
        <a:p>
          <a:endParaRPr lang="en-US"/>
        </a:p>
      </dgm:t>
    </dgm:pt>
    <dgm:pt modelId="{D689C777-C538-4D6A-BD16-98204C3AD98E}" type="sibTrans" cxnId="{854FF2AD-4E77-4877-BF46-809658AF0BB4}">
      <dgm:prSet/>
      <dgm:spPr/>
      <dgm:t>
        <a:bodyPr/>
        <a:lstStyle/>
        <a:p>
          <a:endParaRPr lang="en-US"/>
        </a:p>
      </dgm:t>
    </dgm:pt>
    <dgm:pt modelId="{DA6D5E0D-B14D-48AF-A134-40BDCBDA098B}" type="pres">
      <dgm:prSet presAssocID="{297FF0B9-EC85-43FA-BD79-2A6F747DB9ED}" presName="linear" presStyleCnt="0">
        <dgm:presLayoutVars>
          <dgm:dir/>
          <dgm:animLvl val="lvl"/>
          <dgm:resizeHandles val="exact"/>
        </dgm:presLayoutVars>
      </dgm:prSet>
      <dgm:spPr/>
    </dgm:pt>
    <dgm:pt modelId="{7C584D58-0863-4C9A-9E80-00013DF25244}" type="pres">
      <dgm:prSet presAssocID="{8E605BFB-6118-4C6D-941F-7F8527E934C9}" presName="parentLin" presStyleCnt="0"/>
      <dgm:spPr/>
    </dgm:pt>
    <dgm:pt modelId="{A5CEEEC3-AE44-4841-A4E2-7D726F20EE54}" type="pres">
      <dgm:prSet presAssocID="{8E605BFB-6118-4C6D-941F-7F8527E934C9}" presName="parentLeftMargin" presStyleLbl="node1" presStyleIdx="0" presStyleCnt="2"/>
      <dgm:spPr/>
    </dgm:pt>
    <dgm:pt modelId="{847AC412-119F-45DA-AE13-A849CA07A274}" type="pres">
      <dgm:prSet presAssocID="{8E605BFB-6118-4C6D-941F-7F8527E934C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57D7B47-E2DC-4420-A386-11D58BEB04EA}" type="pres">
      <dgm:prSet presAssocID="{8E605BFB-6118-4C6D-941F-7F8527E934C9}" presName="negativeSpace" presStyleCnt="0"/>
      <dgm:spPr/>
    </dgm:pt>
    <dgm:pt modelId="{408BCFA7-767A-46A4-8B66-10425A2C2488}" type="pres">
      <dgm:prSet presAssocID="{8E605BFB-6118-4C6D-941F-7F8527E934C9}" presName="childText" presStyleLbl="conFgAcc1" presStyleIdx="0" presStyleCnt="2">
        <dgm:presLayoutVars>
          <dgm:bulletEnabled val="1"/>
        </dgm:presLayoutVars>
      </dgm:prSet>
      <dgm:spPr/>
    </dgm:pt>
    <dgm:pt modelId="{26378486-19AC-4691-88E4-262E6C3DFE39}" type="pres">
      <dgm:prSet presAssocID="{A44C72B5-8B4D-4D5D-A3FA-9478ADCF8836}" presName="spaceBetweenRectangles" presStyleCnt="0"/>
      <dgm:spPr/>
    </dgm:pt>
    <dgm:pt modelId="{6BBC8B92-D394-417A-AD87-B6011D6C929B}" type="pres">
      <dgm:prSet presAssocID="{DCBF4D43-D705-4EBA-9EEF-292F27C949EE}" presName="parentLin" presStyleCnt="0"/>
      <dgm:spPr/>
    </dgm:pt>
    <dgm:pt modelId="{CD2C00AE-7238-4AD4-8492-12A710464092}" type="pres">
      <dgm:prSet presAssocID="{DCBF4D43-D705-4EBA-9EEF-292F27C949EE}" presName="parentLeftMargin" presStyleLbl="node1" presStyleIdx="0" presStyleCnt="2"/>
      <dgm:spPr/>
    </dgm:pt>
    <dgm:pt modelId="{BECB4D6A-A8E9-46AA-B783-3C043445B8E4}" type="pres">
      <dgm:prSet presAssocID="{DCBF4D43-D705-4EBA-9EEF-292F27C949E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223D143-191B-44E9-A719-8CD1B55E4BFA}" type="pres">
      <dgm:prSet presAssocID="{DCBF4D43-D705-4EBA-9EEF-292F27C949EE}" presName="negativeSpace" presStyleCnt="0"/>
      <dgm:spPr/>
    </dgm:pt>
    <dgm:pt modelId="{687B4561-7075-4D65-BF91-AB9DE06BF4EC}" type="pres">
      <dgm:prSet presAssocID="{DCBF4D43-D705-4EBA-9EEF-292F27C949E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F6A490C-6AEC-4994-8024-B889625E171E}" type="presOf" srcId="{8E605BFB-6118-4C6D-941F-7F8527E934C9}" destId="{A5CEEEC3-AE44-4841-A4E2-7D726F20EE54}" srcOrd="0" destOrd="0" presId="urn:microsoft.com/office/officeart/2005/8/layout/list1"/>
    <dgm:cxn modelId="{E69B7210-BA53-45D4-A6F7-178FC5D0D8C0}" srcId="{8E605BFB-6118-4C6D-941F-7F8527E934C9}" destId="{24C27D2F-C757-4325-BD58-8C10C984BAA1}" srcOrd="1" destOrd="0" parTransId="{1F741DF6-815B-4444-B39E-B62779D22C1B}" sibTransId="{CFB29AE9-2D4C-4523-ADA1-3D7B31DC6047}"/>
    <dgm:cxn modelId="{CC440A14-5781-4454-8471-2887CACC9313}" type="presOf" srcId="{DCBF4D43-D705-4EBA-9EEF-292F27C949EE}" destId="{CD2C00AE-7238-4AD4-8492-12A710464092}" srcOrd="0" destOrd="0" presId="urn:microsoft.com/office/officeart/2005/8/layout/list1"/>
    <dgm:cxn modelId="{D39DE516-A50B-473D-8177-3445195D5D02}" type="presOf" srcId="{78FF0507-7203-42C7-9129-7040B21BB90C}" destId="{408BCFA7-767A-46A4-8B66-10425A2C2488}" srcOrd="0" destOrd="0" presId="urn:microsoft.com/office/officeart/2005/8/layout/list1"/>
    <dgm:cxn modelId="{FB199518-9A11-4F37-A86D-D920FF22336D}" type="presOf" srcId="{8E605BFB-6118-4C6D-941F-7F8527E934C9}" destId="{847AC412-119F-45DA-AE13-A849CA07A274}" srcOrd="1" destOrd="0" presId="urn:microsoft.com/office/officeart/2005/8/layout/list1"/>
    <dgm:cxn modelId="{4869E230-03D2-4AEB-BE59-C42EA8138773}" type="presOf" srcId="{297FF0B9-EC85-43FA-BD79-2A6F747DB9ED}" destId="{DA6D5E0D-B14D-48AF-A134-40BDCBDA098B}" srcOrd="0" destOrd="0" presId="urn:microsoft.com/office/officeart/2005/8/layout/list1"/>
    <dgm:cxn modelId="{DD47C635-06A1-49A5-8C7D-5C8C68DDA08A}" srcId="{8E605BFB-6118-4C6D-941F-7F8527E934C9}" destId="{78FF0507-7203-42C7-9129-7040B21BB90C}" srcOrd="0" destOrd="0" parTransId="{D9A67A7E-B60A-4900-A405-56FF8F743E92}" sibTransId="{1A2E7087-6F0C-4061-961E-40009472B9DE}"/>
    <dgm:cxn modelId="{BC815541-8BE0-4130-AD99-E1B3195464CE}" type="presOf" srcId="{24C27D2F-C757-4325-BD58-8C10C984BAA1}" destId="{408BCFA7-767A-46A4-8B66-10425A2C2488}" srcOrd="0" destOrd="1" presId="urn:microsoft.com/office/officeart/2005/8/layout/list1"/>
    <dgm:cxn modelId="{9AE56D6C-4AD4-49FF-BA8F-F644A03885D1}" srcId="{297FF0B9-EC85-43FA-BD79-2A6F747DB9ED}" destId="{8E605BFB-6118-4C6D-941F-7F8527E934C9}" srcOrd="0" destOrd="0" parTransId="{ADC2B1D8-B872-4F27-9857-4A0E1326A780}" sibTransId="{A44C72B5-8B4D-4D5D-A3FA-9478ADCF8836}"/>
    <dgm:cxn modelId="{1B25A688-38FE-4A0A-B1A9-D50FC84C1FF6}" srcId="{297FF0B9-EC85-43FA-BD79-2A6F747DB9ED}" destId="{DCBF4D43-D705-4EBA-9EEF-292F27C949EE}" srcOrd="1" destOrd="0" parTransId="{1E4EC85D-338B-47D5-98D0-FE5098CAFCBA}" sibTransId="{82AE6887-437F-4310-8015-81BB16A3B7FA}"/>
    <dgm:cxn modelId="{8F86148C-E074-4E49-B1ED-EDAB2763CEC7}" type="presOf" srcId="{F092625E-4AA2-4884-9975-FC187B950BFB}" destId="{687B4561-7075-4D65-BF91-AB9DE06BF4EC}" srcOrd="0" destOrd="0" presId="urn:microsoft.com/office/officeart/2005/8/layout/list1"/>
    <dgm:cxn modelId="{C9CE7798-50B6-46BC-BC10-48728DBB468D}" srcId="{DCBF4D43-D705-4EBA-9EEF-292F27C949EE}" destId="{1177114E-0520-476F-8ED8-B85731230C7C}" srcOrd="1" destOrd="0" parTransId="{CD22C29D-9462-424B-9966-9F2D3F6DBACC}" sibTransId="{7EDA6A64-5ECB-48E4-BDE5-AA0E8F498151}"/>
    <dgm:cxn modelId="{1CB3CE98-F7EB-46E5-BB55-EB2D81A1AA61}" srcId="{DCBF4D43-D705-4EBA-9EEF-292F27C949EE}" destId="{F092625E-4AA2-4884-9975-FC187B950BFB}" srcOrd="0" destOrd="0" parTransId="{9284781B-D9C4-47B2-B1ED-2D96DA6580D9}" sibTransId="{2CF41B47-07BD-42FE-A6E3-D6E430B5CA69}"/>
    <dgm:cxn modelId="{8EEED7A5-A0DF-4D27-8F6B-507F6E39E862}" type="presOf" srcId="{71BCAF00-CE64-4338-A98D-31D4A6E76283}" destId="{408BCFA7-767A-46A4-8B66-10425A2C2488}" srcOrd="0" destOrd="2" presId="urn:microsoft.com/office/officeart/2005/8/layout/list1"/>
    <dgm:cxn modelId="{C5DA5EAD-9E3E-4B2D-9F39-C57DD2B6EA5C}" srcId="{8E605BFB-6118-4C6D-941F-7F8527E934C9}" destId="{5F0C1A6B-8EDF-4A89-B4A0-A9EAE1BCED81}" srcOrd="3" destOrd="0" parTransId="{F53D61ED-1ED2-4FFF-B363-0C3D1768EF96}" sibTransId="{4E1D424E-EBFD-4EDA-9A72-CDD85F6BAA93}"/>
    <dgm:cxn modelId="{854FF2AD-4E77-4877-BF46-809658AF0BB4}" srcId="{DCBF4D43-D705-4EBA-9EEF-292F27C949EE}" destId="{A1A476BE-AD6A-4F02-8600-1A37CD47CA06}" srcOrd="2" destOrd="0" parTransId="{DC627D3A-3A1A-4F58-95AC-CE10EF734BA0}" sibTransId="{D689C777-C538-4D6A-BD16-98204C3AD98E}"/>
    <dgm:cxn modelId="{BE4687B9-4FAC-407C-B8C1-28DB80994F57}" type="presOf" srcId="{DCBF4D43-D705-4EBA-9EEF-292F27C949EE}" destId="{BECB4D6A-A8E9-46AA-B783-3C043445B8E4}" srcOrd="1" destOrd="0" presId="urn:microsoft.com/office/officeart/2005/8/layout/list1"/>
    <dgm:cxn modelId="{733062BB-60E6-4A37-B0B1-804B2A749F74}" type="presOf" srcId="{A1A476BE-AD6A-4F02-8600-1A37CD47CA06}" destId="{687B4561-7075-4D65-BF91-AB9DE06BF4EC}" srcOrd="0" destOrd="2" presId="urn:microsoft.com/office/officeart/2005/8/layout/list1"/>
    <dgm:cxn modelId="{0FCF1EC1-DFAC-4201-825E-73561D987966}" type="presOf" srcId="{1177114E-0520-476F-8ED8-B85731230C7C}" destId="{687B4561-7075-4D65-BF91-AB9DE06BF4EC}" srcOrd="0" destOrd="1" presId="urn:microsoft.com/office/officeart/2005/8/layout/list1"/>
    <dgm:cxn modelId="{7E8E1FEF-EECF-43E1-888C-C0240B6405DA}" type="presOf" srcId="{5F0C1A6B-8EDF-4A89-B4A0-A9EAE1BCED81}" destId="{408BCFA7-767A-46A4-8B66-10425A2C2488}" srcOrd="0" destOrd="3" presId="urn:microsoft.com/office/officeart/2005/8/layout/list1"/>
    <dgm:cxn modelId="{E3997CF1-1C4A-4DA1-A84F-28B3E8C9CC44}" srcId="{8E605BFB-6118-4C6D-941F-7F8527E934C9}" destId="{71BCAF00-CE64-4338-A98D-31D4A6E76283}" srcOrd="2" destOrd="0" parTransId="{7029BEC9-1146-4311-98D7-520255AE7FC1}" sibTransId="{C337391D-80EC-47F1-9B15-367578ACD5FA}"/>
    <dgm:cxn modelId="{433F1DB0-B51C-4700-94F9-89400602D557}" type="presParOf" srcId="{DA6D5E0D-B14D-48AF-A134-40BDCBDA098B}" destId="{7C584D58-0863-4C9A-9E80-00013DF25244}" srcOrd="0" destOrd="0" presId="urn:microsoft.com/office/officeart/2005/8/layout/list1"/>
    <dgm:cxn modelId="{68CD4C89-E41D-48BB-AF97-70D0D81D30D8}" type="presParOf" srcId="{7C584D58-0863-4C9A-9E80-00013DF25244}" destId="{A5CEEEC3-AE44-4841-A4E2-7D726F20EE54}" srcOrd="0" destOrd="0" presId="urn:microsoft.com/office/officeart/2005/8/layout/list1"/>
    <dgm:cxn modelId="{6071705D-4768-4828-84B7-63962F0CB832}" type="presParOf" srcId="{7C584D58-0863-4C9A-9E80-00013DF25244}" destId="{847AC412-119F-45DA-AE13-A849CA07A274}" srcOrd="1" destOrd="0" presId="urn:microsoft.com/office/officeart/2005/8/layout/list1"/>
    <dgm:cxn modelId="{F2005D70-6627-4A5D-9A0D-16DB225FFB46}" type="presParOf" srcId="{DA6D5E0D-B14D-48AF-A134-40BDCBDA098B}" destId="{657D7B47-E2DC-4420-A386-11D58BEB04EA}" srcOrd="1" destOrd="0" presId="urn:microsoft.com/office/officeart/2005/8/layout/list1"/>
    <dgm:cxn modelId="{F7CED9BC-6B99-48EB-B5AB-453660461F9E}" type="presParOf" srcId="{DA6D5E0D-B14D-48AF-A134-40BDCBDA098B}" destId="{408BCFA7-767A-46A4-8B66-10425A2C2488}" srcOrd="2" destOrd="0" presId="urn:microsoft.com/office/officeart/2005/8/layout/list1"/>
    <dgm:cxn modelId="{408462EA-92EE-4ACD-B2E0-809145ECC9FA}" type="presParOf" srcId="{DA6D5E0D-B14D-48AF-A134-40BDCBDA098B}" destId="{26378486-19AC-4691-88E4-262E6C3DFE39}" srcOrd="3" destOrd="0" presId="urn:microsoft.com/office/officeart/2005/8/layout/list1"/>
    <dgm:cxn modelId="{13B93561-537A-4FC7-8935-A2E02B31B131}" type="presParOf" srcId="{DA6D5E0D-B14D-48AF-A134-40BDCBDA098B}" destId="{6BBC8B92-D394-417A-AD87-B6011D6C929B}" srcOrd="4" destOrd="0" presId="urn:microsoft.com/office/officeart/2005/8/layout/list1"/>
    <dgm:cxn modelId="{65F9B5A2-83CF-422F-B904-CDECCBBB2865}" type="presParOf" srcId="{6BBC8B92-D394-417A-AD87-B6011D6C929B}" destId="{CD2C00AE-7238-4AD4-8492-12A710464092}" srcOrd="0" destOrd="0" presId="urn:microsoft.com/office/officeart/2005/8/layout/list1"/>
    <dgm:cxn modelId="{94206049-A539-45D2-8A9C-8D63519E73A4}" type="presParOf" srcId="{6BBC8B92-D394-417A-AD87-B6011D6C929B}" destId="{BECB4D6A-A8E9-46AA-B783-3C043445B8E4}" srcOrd="1" destOrd="0" presId="urn:microsoft.com/office/officeart/2005/8/layout/list1"/>
    <dgm:cxn modelId="{E5508FEC-9036-4A0C-B562-AC70840ED3E5}" type="presParOf" srcId="{DA6D5E0D-B14D-48AF-A134-40BDCBDA098B}" destId="{D223D143-191B-44E9-A719-8CD1B55E4BFA}" srcOrd="5" destOrd="0" presId="urn:microsoft.com/office/officeart/2005/8/layout/list1"/>
    <dgm:cxn modelId="{C3690E3A-0256-4496-BE92-050267A80E62}" type="presParOf" srcId="{DA6D5E0D-B14D-48AF-A134-40BDCBDA098B}" destId="{687B4561-7075-4D65-BF91-AB9DE06BF4E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675AA82-3811-494E-B905-BB10674C13C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FFE4DA-AAA1-4310-BCAD-55C8E30FCE9B}">
      <dgm:prSet/>
      <dgm:spPr/>
      <dgm:t>
        <a:bodyPr/>
        <a:lstStyle/>
        <a:p>
          <a:r>
            <a:rPr lang="en-US"/>
            <a:t>EBS: block storage for EC2</a:t>
          </a:r>
        </a:p>
      </dgm:t>
    </dgm:pt>
    <dgm:pt modelId="{E0AE2A7D-9810-46A3-992B-762C8164A0DB}" type="parTrans" cxnId="{80064738-09BE-4046-BD44-2F03A0307AC1}">
      <dgm:prSet/>
      <dgm:spPr/>
      <dgm:t>
        <a:bodyPr/>
        <a:lstStyle/>
        <a:p>
          <a:endParaRPr lang="en-US"/>
        </a:p>
      </dgm:t>
    </dgm:pt>
    <dgm:pt modelId="{3C6D51ED-64A8-4DAF-958B-678FAF05E3A6}" type="sibTrans" cxnId="{80064738-09BE-4046-BD44-2F03A0307AC1}">
      <dgm:prSet/>
      <dgm:spPr/>
      <dgm:t>
        <a:bodyPr/>
        <a:lstStyle/>
        <a:p>
          <a:endParaRPr lang="en-US"/>
        </a:p>
      </dgm:t>
    </dgm:pt>
    <dgm:pt modelId="{2218B334-B53D-4553-9098-D0ABB059191C}">
      <dgm:prSet/>
      <dgm:spPr/>
      <dgm:t>
        <a:bodyPr/>
        <a:lstStyle/>
        <a:p>
          <a:r>
            <a:rPr lang="en-US"/>
            <a:t>S3: object storage (11 9s durability)</a:t>
          </a:r>
        </a:p>
      </dgm:t>
    </dgm:pt>
    <dgm:pt modelId="{20EA3974-7729-41D5-BA1C-E6A1FEEFB0DD}" type="parTrans" cxnId="{1CA9E630-7A5E-4AC2-A545-AB8C6B809C5E}">
      <dgm:prSet/>
      <dgm:spPr/>
      <dgm:t>
        <a:bodyPr/>
        <a:lstStyle/>
        <a:p>
          <a:endParaRPr lang="en-US"/>
        </a:p>
      </dgm:t>
    </dgm:pt>
    <dgm:pt modelId="{779F908F-0533-4968-8F5F-9FEBDE2E070B}" type="sibTrans" cxnId="{1CA9E630-7A5E-4AC2-A545-AB8C6B809C5E}">
      <dgm:prSet/>
      <dgm:spPr/>
      <dgm:t>
        <a:bodyPr/>
        <a:lstStyle/>
        <a:p>
          <a:endParaRPr lang="en-US"/>
        </a:p>
      </dgm:t>
    </dgm:pt>
    <dgm:pt modelId="{DD8837DB-EF0C-444B-ADE3-A7865FD39CAC}">
      <dgm:prSet/>
      <dgm:spPr/>
      <dgm:t>
        <a:bodyPr/>
        <a:lstStyle/>
        <a:p>
          <a:r>
            <a:rPr lang="en-US"/>
            <a:t>EFS: elastic NFS file system</a:t>
          </a:r>
        </a:p>
      </dgm:t>
    </dgm:pt>
    <dgm:pt modelId="{AF54C6B2-1AD8-40D4-8EB8-BB01A98F9A4E}" type="parTrans" cxnId="{08FF66A1-57E4-4B59-9EE2-F2FEA02218CF}">
      <dgm:prSet/>
      <dgm:spPr/>
      <dgm:t>
        <a:bodyPr/>
        <a:lstStyle/>
        <a:p>
          <a:endParaRPr lang="en-US"/>
        </a:p>
      </dgm:t>
    </dgm:pt>
    <dgm:pt modelId="{54737919-CF09-4A71-A957-73FE8A2EDF52}" type="sibTrans" cxnId="{08FF66A1-57E4-4B59-9EE2-F2FEA02218CF}">
      <dgm:prSet/>
      <dgm:spPr/>
      <dgm:t>
        <a:bodyPr/>
        <a:lstStyle/>
        <a:p>
          <a:endParaRPr lang="en-US"/>
        </a:p>
      </dgm:t>
    </dgm:pt>
    <dgm:pt modelId="{0F7790CC-75E6-4029-BC8B-919DD4540F1E}">
      <dgm:prSet/>
      <dgm:spPr/>
      <dgm:t>
        <a:bodyPr/>
        <a:lstStyle/>
        <a:p>
          <a:r>
            <a:rPr lang="en-US"/>
            <a:t>FSx: managed NetApp, Lustre, Windows FS</a:t>
          </a:r>
        </a:p>
      </dgm:t>
    </dgm:pt>
    <dgm:pt modelId="{B750B1F1-269F-4726-A36D-53B86AA17C92}" type="parTrans" cxnId="{4C8F983A-9889-447B-93A2-E571937A0B0A}">
      <dgm:prSet/>
      <dgm:spPr/>
      <dgm:t>
        <a:bodyPr/>
        <a:lstStyle/>
        <a:p>
          <a:endParaRPr lang="en-US"/>
        </a:p>
      </dgm:t>
    </dgm:pt>
    <dgm:pt modelId="{4A2FF4E1-0D24-4445-A151-85D5D4FA40CA}" type="sibTrans" cxnId="{4C8F983A-9889-447B-93A2-E571937A0B0A}">
      <dgm:prSet/>
      <dgm:spPr/>
      <dgm:t>
        <a:bodyPr/>
        <a:lstStyle/>
        <a:p>
          <a:endParaRPr lang="en-US"/>
        </a:p>
      </dgm:t>
    </dgm:pt>
    <dgm:pt modelId="{26823244-7A2D-4D19-AF52-5A4457CACD64}" type="pres">
      <dgm:prSet presAssocID="{4675AA82-3811-494E-B905-BB10674C13C8}" presName="root" presStyleCnt="0">
        <dgm:presLayoutVars>
          <dgm:dir/>
          <dgm:resizeHandles val="exact"/>
        </dgm:presLayoutVars>
      </dgm:prSet>
      <dgm:spPr/>
    </dgm:pt>
    <dgm:pt modelId="{5C39751E-682B-4B09-B9D7-76221D992B75}" type="pres">
      <dgm:prSet presAssocID="{31FFE4DA-AAA1-4310-BCAD-55C8E30FCE9B}" presName="compNode" presStyleCnt="0"/>
      <dgm:spPr/>
    </dgm:pt>
    <dgm:pt modelId="{36890BC1-307B-457A-9D6A-277EAFB3D41D}" type="pres">
      <dgm:prSet presAssocID="{31FFE4DA-AAA1-4310-BCAD-55C8E30FCE9B}" presName="bgRect" presStyleLbl="bgShp" presStyleIdx="0" presStyleCnt="4"/>
      <dgm:spPr/>
    </dgm:pt>
    <dgm:pt modelId="{3D37B2D0-5495-43CA-896A-0A82E3225350}" type="pres">
      <dgm:prSet presAssocID="{31FFE4DA-AAA1-4310-BCAD-55C8E30FCE9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B3259353-2E35-4D50-B294-74C18A3F2F1F}" type="pres">
      <dgm:prSet presAssocID="{31FFE4DA-AAA1-4310-BCAD-55C8E30FCE9B}" presName="spaceRect" presStyleCnt="0"/>
      <dgm:spPr/>
    </dgm:pt>
    <dgm:pt modelId="{8F14B853-41E6-44DB-84D1-5944E9438D79}" type="pres">
      <dgm:prSet presAssocID="{31FFE4DA-AAA1-4310-BCAD-55C8E30FCE9B}" presName="parTx" presStyleLbl="revTx" presStyleIdx="0" presStyleCnt="4">
        <dgm:presLayoutVars>
          <dgm:chMax val="0"/>
          <dgm:chPref val="0"/>
        </dgm:presLayoutVars>
      </dgm:prSet>
      <dgm:spPr/>
    </dgm:pt>
    <dgm:pt modelId="{22E3C757-DF77-45A7-899C-0D173E992ED0}" type="pres">
      <dgm:prSet presAssocID="{3C6D51ED-64A8-4DAF-958B-678FAF05E3A6}" presName="sibTrans" presStyleCnt="0"/>
      <dgm:spPr/>
    </dgm:pt>
    <dgm:pt modelId="{A993791A-53F8-4C30-ACD9-178BE9A06619}" type="pres">
      <dgm:prSet presAssocID="{2218B334-B53D-4553-9098-D0ABB059191C}" presName="compNode" presStyleCnt="0"/>
      <dgm:spPr/>
    </dgm:pt>
    <dgm:pt modelId="{D5EE5AAC-0C59-4DDB-A9A2-915CA50CCAC0}" type="pres">
      <dgm:prSet presAssocID="{2218B334-B53D-4553-9098-D0ABB059191C}" presName="bgRect" presStyleLbl="bgShp" presStyleIdx="1" presStyleCnt="4"/>
      <dgm:spPr/>
    </dgm:pt>
    <dgm:pt modelId="{98B51368-979B-4DB5-AF1D-D11A5E19189C}" type="pres">
      <dgm:prSet presAssocID="{2218B334-B53D-4553-9098-D0ABB059191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6FA5D677-1CF8-4FD9-9219-BF681751E8B6}" type="pres">
      <dgm:prSet presAssocID="{2218B334-B53D-4553-9098-D0ABB059191C}" presName="spaceRect" presStyleCnt="0"/>
      <dgm:spPr/>
    </dgm:pt>
    <dgm:pt modelId="{BF5F5865-F5BF-4BD5-9B0E-6437F1F66E6D}" type="pres">
      <dgm:prSet presAssocID="{2218B334-B53D-4553-9098-D0ABB059191C}" presName="parTx" presStyleLbl="revTx" presStyleIdx="1" presStyleCnt="4">
        <dgm:presLayoutVars>
          <dgm:chMax val="0"/>
          <dgm:chPref val="0"/>
        </dgm:presLayoutVars>
      </dgm:prSet>
      <dgm:spPr/>
    </dgm:pt>
    <dgm:pt modelId="{CB3D1AB3-F441-4222-9AD3-06F713E23314}" type="pres">
      <dgm:prSet presAssocID="{779F908F-0533-4968-8F5F-9FEBDE2E070B}" presName="sibTrans" presStyleCnt="0"/>
      <dgm:spPr/>
    </dgm:pt>
    <dgm:pt modelId="{BBE6303B-D5EC-44E3-996E-F1D189039D67}" type="pres">
      <dgm:prSet presAssocID="{DD8837DB-EF0C-444B-ADE3-A7865FD39CAC}" presName="compNode" presStyleCnt="0"/>
      <dgm:spPr/>
    </dgm:pt>
    <dgm:pt modelId="{8644F39B-EC0F-47B8-8CEC-670C09FE870A}" type="pres">
      <dgm:prSet presAssocID="{DD8837DB-EF0C-444B-ADE3-A7865FD39CAC}" presName="bgRect" presStyleLbl="bgShp" presStyleIdx="2" presStyleCnt="4"/>
      <dgm:spPr/>
    </dgm:pt>
    <dgm:pt modelId="{0E7BEDCA-87DF-40AD-8008-169840C09EBB}" type="pres">
      <dgm:prSet presAssocID="{DD8837DB-EF0C-444B-ADE3-A7865FD39CA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5A9CAA36-71FA-40F4-B5D6-0AB4116E2551}" type="pres">
      <dgm:prSet presAssocID="{DD8837DB-EF0C-444B-ADE3-A7865FD39CAC}" presName="spaceRect" presStyleCnt="0"/>
      <dgm:spPr/>
    </dgm:pt>
    <dgm:pt modelId="{16E8C29E-253A-4D5F-83DD-5B92760B09A9}" type="pres">
      <dgm:prSet presAssocID="{DD8837DB-EF0C-444B-ADE3-A7865FD39CAC}" presName="parTx" presStyleLbl="revTx" presStyleIdx="2" presStyleCnt="4">
        <dgm:presLayoutVars>
          <dgm:chMax val="0"/>
          <dgm:chPref val="0"/>
        </dgm:presLayoutVars>
      </dgm:prSet>
      <dgm:spPr/>
    </dgm:pt>
    <dgm:pt modelId="{11BFCD9E-EFC6-4216-930D-0B2961AB86BC}" type="pres">
      <dgm:prSet presAssocID="{54737919-CF09-4A71-A957-73FE8A2EDF52}" presName="sibTrans" presStyleCnt="0"/>
      <dgm:spPr/>
    </dgm:pt>
    <dgm:pt modelId="{AB290006-9F3E-488E-906A-89E1B69BC71B}" type="pres">
      <dgm:prSet presAssocID="{0F7790CC-75E6-4029-BC8B-919DD4540F1E}" presName="compNode" presStyleCnt="0"/>
      <dgm:spPr/>
    </dgm:pt>
    <dgm:pt modelId="{4F43B849-3085-4DAD-8683-7C8969C65789}" type="pres">
      <dgm:prSet presAssocID="{0F7790CC-75E6-4029-BC8B-919DD4540F1E}" presName="bgRect" presStyleLbl="bgShp" presStyleIdx="3" presStyleCnt="4"/>
      <dgm:spPr/>
    </dgm:pt>
    <dgm:pt modelId="{3400F9F3-9C16-438F-A470-49208C453D11}" type="pres">
      <dgm:prSet presAssocID="{0F7790CC-75E6-4029-BC8B-919DD4540F1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DB2CFE8D-F766-44BE-AF0D-B336C252C5F5}" type="pres">
      <dgm:prSet presAssocID="{0F7790CC-75E6-4029-BC8B-919DD4540F1E}" presName="spaceRect" presStyleCnt="0"/>
      <dgm:spPr/>
    </dgm:pt>
    <dgm:pt modelId="{8D69EF81-43CE-4D8F-A641-F8EF52B6EA67}" type="pres">
      <dgm:prSet presAssocID="{0F7790CC-75E6-4029-BC8B-919DD4540F1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A17310C-4843-4C2E-BAA1-65FFE49B7B69}" type="presOf" srcId="{0F7790CC-75E6-4029-BC8B-919DD4540F1E}" destId="{8D69EF81-43CE-4D8F-A641-F8EF52B6EA67}" srcOrd="0" destOrd="0" presId="urn:microsoft.com/office/officeart/2018/2/layout/IconVerticalSolidList"/>
    <dgm:cxn modelId="{ED9AF629-DCC1-4AEE-B9C1-73F7C5FA73DB}" type="presOf" srcId="{4675AA82-3811-494E-B905-BB10674C13C8}" destId="{26823244-7A2D-4D19-AF52-5A4457CACD64}" srcOrd="0" destOrd="0" presId="urn:microsoft.com/office/officeart/2018/2/layout/IconVerticalSolidList"/>
    <dgm:cxn modelId="{1CA9E630-7A5E-4AC2-A545-AB8C6B809C5E}" srcId="{4675AA82-3811-494E-B905-BB10674C13C8}" destId="{2218B334-B53D-4553-9098-D0ABB059191C}" srcOrd="1" destOrd="0" parTransId="{20EA3974-7729-41D5-BA1C-E6A1FEEFB0DD}" sibTransId="{779F908F-0533-4968-8F5F-9FEBDE2E070B}"/>
    <dgm:cxn modelId="{80064738-09BE-4046-BD44-2F03A0307AC1}" srcId="{4675AA82-3811-494E-B905-BB10674C13C8}" destId="{31FFE4DA-AAA1-4310-BCAD-55C8E30FCE9B}" srcOrd="0" destOrd="0" parTransId="{E0AE2A7D-9810-46A3-992B-762C8164A0DB}" sibTransId="{3C6D51ED-64A8-4DAF-958B-678FAF05E3A6}"/>
    <dgm:cxn modelId="{4C8F983A-9889-447B-93A2-E571937A0B0A}" srcId="{4675AA82-3811-494E-B905-BB10674C13C8}" destId="{0F7790CC-75E6-4029-BC8B-919DD4540F1E}" srcOrd="3" destOrd="0" parTransId="{B750B1F1-269F-4726-A36D-53B86AA17C92}" sibTransId="{4A2FF4E1-0D24-4445-A151-85D5D4FA40CA}"/>
    <dgm:cxn modelId="{EA683F57-BE13-4BE0-8A60-1510240959A2}" type="presOf" srcId="{2218B334-B53D-4553-9098-D0ABB059191C}" destId="{BF5F5865-F5BF-4BD5-9B0E-6437F1F66E6D}" srcOrd="0" destOrd="0" presId="urn:microsoft.com/office/officeart/2018/2/layout/IconVerticalSolidList"/>
    <dgm:cxn modelId="{08FF66A1-57E4-4B59-9EE2-F2FEA02218CF}" srcId="{4675AA82-3811-494E-B905-BB10674C13C8}" destId="{DD8837DB-EF0C-444B-ADE3-A7865FD39CAC}" srcOrd="2" destOrd="0" parTransId="{AF54C6B2-1AD8-40D4-8EB8-BB01A98F9A4E}" sibTransId="{54737919-CF09-4A71-A957-73FE8A2EDF52}"/>
    <dgm:cxn modelId="{A4A17BC6-8910-4D7F-B7DA-12FBD18A66AA}" type="presOf" srcId="{31FFE4DA-AAA1-4310-BCAD-55C8E30FCE9B}" destId="{8F14B853-41E6-44DB-84D1-5944E9438D79}" srcOrd="0" destOrd="0" presId="urn:microsoft.com/office/officeart/2018/2/layout/IconVerticalSolidList"/>
    <dgm:cxn modelId="{7DDBD8FE-FACD-4246-B0C6-4A98FB3AF840}" type="presOf" srcId="{DD8837DB-EF0C-444B-ADE3-A7865FD39CAC}" destId="{16E8C29E-253A-4D5F-83DD-5B92760B09A9}" srcOrd="0" destOrd="0" presId="urn:microsoft.com/office/officeart/2018/2/layout/IconVerticalSolidList"/>
    <dgm:cxn modelId="{DE8530C3-8B7C-4E37-99DF-5BFDFE1016EE}" type="presParOf" srcId="{26823244-7A2D-4D19-AF52-5A4457CACD64}" destId="{5C39751E-682B-4B09-B9D7-76221D992B75}" srcOrd="0" destOrd="0" presId="urn:microsoft.com/office/officeart/2018/2/layout/IconVerticalSolidList"/>
    <dgm:cxn modelId="{695EDBEE-5DE6-409B-9E03-BD75D3909197}" type="presParOf" srcId="{5C39751E-682B-4B09-B9D7-76221D992B75}" destId="{36890BC1-307B-457A-9D6A-277EAFB3D41D}" srcOrd="0" destOrd="0" presId="urn:microsoft.com/office/officeart/2018/2/layout/IconVerticalSolidList"/>
    <dgm:cxn modelId="{62CB9168-4CC7-4979-BD52-80432574D262}" type="presParOf" srcId="{5C39751E-682B-4B09-B9D7-76221D992B75}" destId="{3D37B2D0-5495-43CA-896A-0A82E3225350}" srcOrd="1" destOrd="0" presId="urn:microsoft.com/office/officeart/2018/2/layout/IconVerticalSolidList"/>
    <dgm:cxn modelId="{3A46F635-5D45-4F2C-90D5-E8B3C338F846}" type="presParOf" srcId="{5C39751E-682B-4B09-B9D7-76221D992B75}" destId="{B3259353-2E35-4D50-B294-74C18A3F2F1F}" srcOrd="2" destOrd="0" presId="urn:microsoft.com/office/officeart/2018/2/layout/IconVerticalSolidList"/>
    <dgm:cxn modelId="{A43B104C-4DC4-4DE3-830B-1698E589B4FB}" type="presParOf" srcId="{5C39751E-682B-4B09-B9D7-76221D992B75}" destId="{8F14B853-41E6-44DB-84D1-5944E9438D79}" srcOrd="3" destOrd="0" presId="urn:microsoft.com/office/officeart/2018/2/layout/IconVerticalSolidList"/>
    <dgm:cxn modelId="{4031F48C-C358-4964-B5DE-9CCBF76A0E13}" type="presParOf" srcId="{26823244-7A2D-4D19-AF52-5A4457CACD64}" destId="{22E3C757-DF77-45A7-899C-0D173E992ED0}" srcOrd="1" destOrd="0" presId="urn:microsoft.com/office/officeart/2018/2/layout/IconVerticalSolidList"/>
    <dgm:cxn modelId="{07D8C3F3-47F5-4C00-8308-0683DAA25D8B}" type="presParOf" srcId="{26823244-7A2D-4D19-AF52-5A4457CACD64}" destId="{A993791A-53F8-4C30-ACD9-178BE9A06619}" srcOrd="2" destOrd="0" presId="urn:microsoft.com/office/officeart/2018/2/layout/IconVerticalSolidList"/>
    <dgm:cxn modelId="{50C4562C-C669-4ABC-A37B-22CA8E95EE37}" type="presParOf" srcId="{A993791A-53F8-4C30-ACD9-178BE9A06619}" destId="{D5EE5AAC-0C59-4DDB-A9A2-915CA50CCAC0}" srcOrd="0" destOrd="0" presId="urn:microsoft.com/office/officeart/2018/2/layout/IconVerticalSolidList"/>
    <dgm:cxn modelId="{D28CDFE5-6178-45A1-ABD7-7B35786740B0}" type="presParOf" srcId="{A993791A-53F8-4C30-ACD9-178BE9A06619}" destId="{98B51368-979B-4DB5-AF1D-D11A5E19189C}" srcOrd="1" destOrd="0" presId="urn:microsoft.com/office/officeart/2018/2/layout/IconVerticalSolidList"/>
    <dgm:cxn modelId="{C1FBAF26-5547-45F5-96E8-B7AB19B62B00}" type="presParOf" srcId="{A993791A-53F8-4C30-ACD9-178BE9A06619}" destId="{6FA5D677-1CF8-4FD9-9219-BF681751E8B6}" srcOrd="2" destOrd="0" presId="urn:microsoft.com/office/officeart/2018/2/layout/IconVerticalSolidList"/>
    <dgm:cxn modelId="{8B0CE10D-8D83-4B60-9305-72DF2376948A}" type="presParOf" srcId="{A993791A-53F8-4C30-ACD9-178BE9A06619}" destId="{BF5F5865-F5BF-4BD5-9B0E-6437F1F66E6D}" srcOrd="3" destOrd="0" presId="urn:microsoft.com/office/officeart/2018/2/layout/IconVerticalSolidList"/>
    <dgm:cxn modelId="{06C7E530-56FB-44BD-A32E-B124606AB46B}" type="presParOf" srcId="{26823244-7A2D-4D19-AF52-5A4457CACD64}" destId="{CB3D1AB3-F441-4222-9AD3-06F713E23314}" srcOrd="3" destOrd="0" presId="urn:microsoft.com/office/officeart/2018/2/layout/IconVerticalSolidList"/>
    <dgm:cxn modelId="{E1E0F9DD-9B9B-4ABB-AB0B-FA226DD7FC11}" type="presParOf" srcId="{26823244-7A2D-4D19-AF52-5A4457CACD64}" destId="{BBE6303B-D5EC-44E3-996E-F1D189039D67}" srcOrd="4" destOrd="0" presId="urn:microsoft.com/office/officeart/2018/2/layout/IconVerticalSolidList"/>
    <dgm:cxn modelId="{204650C9-CB33-4F29-986E-E4104856C8E2}" type="presParOf" srcId="{BBE6303B-D5EC-44E3-996E-F1D189039D67}" destId="{8644F39B-EC0F-47B8-8CEC-670C09FE870A}" srcOrd="0" destOrd="0" presId="urn:microsoft.com/office/officeart/2018/2/layout/IconVerticalSolidList"/>
    <dgm:cxn modelId="{7A750028-FF0D-4A70-85ED-CAC0706A89BD}" type="presParOf" srcId="{BBE6303B-D5EC-44E3-996E-F1D189039D67}" destId="{0E7BEDCA-87DF-40AD-8008-169840C09EBB}" srcOrd="1" destOrd="0" presId="urn:microsoft.com/office/officeart/2018/2/layout/IconVerticalSolidList"/>
    <dgm:cxn modelId="{FCF3D0D5-309E-4D0E-BD0F-DC80E5A9B3F7}" type="presParOf" srcId="{BBE6303B-D5EC-44E3-996E-F1D189039D67}" destId="{5A9CAA36-71FA-40F4-B5D6-0AB4116E2551}" srcOrd="2" destOrd="0" presId="urn:microsoft.com/office/officeart/2018/2/layout/IconVerticalSolidList"/>
    <dgm:cxn modelId="{9729969A-8046-4AED-9B5D-4FD79273018A}" type="presParOf" srcId="{BBE6303B-D5EC-44E3-996E-F1D189039D67}" destId="{16E8C29E-253A-4D5F-83DD-5B92760B09A9}" srcOrd="3" destOrd="0" presId="urn:microsoft.com/office/officeart/2018/2/layout/IconVerticalSolidList"/>
    <dgm:cxn modelId="{2CDFF328-A5C5-42B7-9EC9-E8F0E73AC53D}" type="presParOf" srcId="{26823244-7A2D-4D19-AF52-5A4457CACD64}" destId="{11BFCD9E-EFC6-4216-930D-0B2961AB86BC}" srcOrd="5" destOrd="0" presId="urn:microsoft.com/office/officeart/2018/2/layout/IconVerticalSolidList"/>
    <dgm:cxn modelId="{3D91DB2B-D053-4474-8E30-F861F76A12F9}" type="presParOf" srcId="{26823244-7A2D-4D19-AF52-5A4457CACD64}" destId="{AB290006-9F3E-488E-906A-89E1B69BC71B}" srcOrd="6" destOrd="0" presId="urn:microsoft.com/office/officeart/2018/2/layout/IconVerticalSolidList"/>
    <dgm:cxn modelId="{EB7777CF-9A1F-4A9B-B5CB-116BD3F6F2A3}" type="presParOf" srcId="{AB290006-9F3E-488E-906A-89E1B69BC71B}" destId="{4F43B849-3085-4DAD-8683-7C8969C65789}" srcOrd="0" destOrd="0" presId="urn:microsoft.com/office/officeart/2018/2/layout/IconVerticalSolidList"/>
    <dgm:cxn modelId="{EE332791-8853-4F09-9422-D1DA969309F7}" type="presParOf" srcId="{AB290006-9F3E-488E-906A-89E1B69BC71B}" destId="{3400F9F3-9C16-438F-A470-49208C453D11}" srcOrd="1" destOrd="0" presId="urn:microsoft.com/office/officeart/2018/2/layout/IconVerticalSolidList"/>
    <dgm:cxn modelId="{CEE4C53A-1C5E-4C70-B9D6-4DC7A2FC6C5B}" type="presParOf" srcId="{AB290006-9F3E-488E-906A-89E1B69BC71B}" destId="{DB2CFE8D-F766-44BE-AF0D-B336C252C5F5}" srcOrd="2" destOrd="0" presId="urn:microsoft.com/office/officeart/2018/2/layout/IconVerticalSolidList"/>
    <dgm:cxn modelId="{CEF7577C-AA4C-4D28-888C-264D27E8D15C}" type="presParOf" srcId="{AB290006-9F3E-488E-906A-89E1B69BC71B}" destId="{8D69EF81-43CE-4D8F-A641-F8EF52B6EA6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8F382B3-9254-4671-BEDE-3E226DFDCE2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0E6EBC-AB88-4367-9EB0-3DBDA53DCEDF}">
      <dgm:prSet/>
      <dgm:spPr/>
      <dgm:t>
        <a:bodyPr/>
        <a:lstStyle/>
        <a:p>
          <a:r>
            <a:rPr lang="en-US"/>
            <a:t>OLTP &amp; Mid-sized:  M6i/M7i general purpose + EBS gp3/io2</a:t>
          </a:r>
        </a:p>
      </dgm:t>
    </dgm:pt>
    <dgm:pt modelId="{982E1CAD-91EA-4ED9-925F-150593F9DF92}" type="parTrans" cxnId="{C14B60BC-FF14-46FA-B32E-04111B906189}">
      <dgm:prSet/>
      <dgm:spPr/>
      <dgm:t>
        <a:bodyPr/>
        <a:lstStyle/>
        <a:p>
          <a:endParaRPr lang="en-US"/>
        </a:p>
      </dgm:t>
    </dgm:pt>
    <dgm:pt modelId="{434C63ED-FC05-4100-B1FC-0738B2788DA5}" type="sibTrans" cxnId="{C14B60BC-FF14-46FA-B32E-04111B906189}">
      <dgm:prSet/>
      <dgm:spPr/>
      <dgm:t>
        <a:bodyPr/>
        <a:lstStyle/>
        <a:p>
          <a:endParaRPr lang="en-US"/>
        </a:p>
      </dgm:t>
    </dgm:pt>
    <dgm:pt modelId="{D24D0190-B244-4F42-82D0-31BB76DD4289}">
      <dgm:prSet/>
      <dgm:spPr/>
      <dgm:t>
        <a:bodyPr/>
        <a:lstStyle/>
        <a:p>
          <a:r>
            <a:rPr lang="en-US"/>
            <a:t>Enterprise, core-licensed or memory-heavy: R6i/X2idn with io2 Block Express</a:t>
          </a:r>
        </a:p>
      </dgm:t>
    </dgm:pt>
    <dgm:pt modelId="{278BA711-51BF-4B82-B168-58313DD5AAD4}" type="parTrans" cxnId="{EFF61B0B-8F48-404B-81C7-57053E29BBC4}">
      <dgm:prSet/>
      <dgm:spPr/>
      <dgm:t>
        <a:bodyPr/>
        <a:lstStyle/>
        <a:p>
          <a:endParaRPr lang="en-US"/>
        </a:p>
      </dgm:t>
    </dgm:pt>
    <dgm:pt modelId="{2A0A7E64-8535-4EAB-8DAF-BD12687E808D}" type="sibTrans" cxnId="{EFF61B0B-8F48-404B-81C7-57053E29BBC4}">
      <dgm:prSet/>
      <dgm:spPr/>
      <dgm:t>
        <a:bodyPr/>
        <a:lstStyle/>
        <a:p>
          <a:endParaRPr lang="en-US"/>
        </a:p>
      </dgm:t>
    </dgm:pt>
    <dgm:pt modelId="{C38E81D4-ABAA-4A49-944F-F78FC4E29C2D}">
      <dgm:prSet/>
      <dgm:spPr/>
      <dgm:t>
        <a:bodyPr/>
        <a:lstStyle/>
        <a:p>
          <a:r>
            <a:rPr lang="en-US"/>
            <a:t>TempDB/Temp Tablespace bottlenecks: Add I4i with NVME instance to store on ephemeral for performance.</a:t>
          </a:r>
        </a:p>
      </dgm:t>
    </dgm:pt>
    <dgm:pt modelId="{13D0E360-476A-4F37-A340-DE4C03FB8A16}" type="parTrans" cxnId="{8C2FCE55-3EF4-44E7-93C9-5259BBCE1E13}">
      <dgm:prSet/>
      <dgm:spPr/>
      <dgm:t>
        <a:bodyPr/>
        <a:lstStyle/>
        <a:p>
          <a:endParaRPr lang="en-US"/>
        </a:p>
      </dgm:t>
    </dgm:pt>
    <dgm:pt modelId="{A0F2401B-8028-4003-85A2-9DD1C5F4B4E2}" type="sibTrans" cxnId="{8C2FCE55-3EF4-44E7-93C9-5259BBCE1E13}">
      <dgm:prSet/>
      <dgm:spPr/>
      <dgm:t>
        <a:bodyPr/>
        <a:lstStyle/>
        <a:p>
          <a:endParaRPr lang="en-US"/>
        </a:p>
      </dgm:t>
    </dgm:pt>
    <dgm:pt modelId="{58A8628D-8C3B-485B-94B5-5ED6DAA57707}">
      <dgm:prSet/>
      <dgm:spPr/>
      <dgm:t>
        <a:bodyPr/>
        <a:lstStyle/>
        <a:p>
          <a:r>
            <a:rPr lang="en-US"/>
            <a:t>Analytics/time-series: X2iedn (lots of memory) or I4i (fast local SSDs)</a:t>
          </a:r>
        </a:p>
      </dgm:t>
    </dgm:pt>
    <dgm:pt modelId="{9A6B81DF-61FE-41D2-B749-A25B9B35953B}" type="parTrans" cxnId="{D8C9C4D6-FB35-48CB-9A8C-E57EA8E6F19E}">
      <dgm:prSet/>
      <dgm:spPr/>
      <dgm:t>
        <a:bodyPr/>
        <a:lstStyle/>
        <a:p>
          <a:endParaRPr lang="en-US"/>
        </a:p>
      </dgm:t>
    </dgm:pt>
    <dgm:pt modelId="{9395E163-B5B6-45F5-B5A5-B5D3E651C1FD}" type="sibTrans" cxnId="{D8C9C4D6-FB35-48CB-9A8C-E57EA8E6F19E}">
      <dgm:prSet/>
      <dgm:spPr/>
      <dgm:t>
        <a:bodyPr/>
        <a:lstStyle/>
        <a:p>
          <a:endParaRPr lang="en-US"/>
        </a:p>
      </dgm:t>
    </dgm:pt>
    <dgm:pt modelId="{C72114A9-C319-469A-B28F-DD0956CA14F2}">
      <dgm:prSet/>
      <dgm:spPr/>
      <dgm:t>
        <a:bodyPr/>
        <a:lstStyle/>
        <a:p>
          <a:r>
            <a:rPr lang="en-US"/>
            <a:t>Cost-efficiency: Graviton (M7g/R7g) with gp3 volumes</a:t>
          </a:r>
        </a:p>
      </dgm:t>
    </dgm:pt>
    <dgm:pt modelId="{D43071EC-99EE-4AE2-8A6D-B4CFEBB31FC9}" type="parTrans" cxnId="{84FD63B4-9EDF-4059-B264-424DB3A88E12}">
      <dgm:prSet/>
      <dgm:spPr/>
      <dgm:t>
        <a:bodyPr/>
        <a:lstStyle/>
        <a:p>
          <a:endParaRPr lang="en-US"/>
        </a:p>
      </dgm:t>
    </dgm:pt>
    <dgm:pt modelId="{9703EB7E-F90F-494E-9497-190636D2372E}" type="sibTrans" cxnId="{84FD63B4-9EDF-4059-B264-424DB3A88E12}">
      <dgm:prSet/>
      <dgm:spPr/>
      <dgm:t>
        <a:bodyPr/>
        <a:lstStyle/>
        <a:p>
          <a:endParaRPr lang="en-US"/>
        </a:p>
      </dgm:t>
    </dgm:pt>
    <dgm:pt modelId="{003134F3-3834-4B6C-A277-FD5838453CDF}" type="pres">
      <dgm:prSet presAssocID="{C8F382B3-9254-4671-BEDE-3E226DFDCE21}" presName="root" presStyleCnt="0">
        <dgm:presLayoutVars>
          <dgm:dir/>
          <dgm:resizeHandles val="exact"/>
        </dgm:presLayoutVars>
      </dgm:prSet>
      <dgm:spPr/>
    </dgm:pt>
    <dgm:pt modelId="{D0872B85-D15B-4A58-BFED-FC886DB05BD2}" type="pres">
      <dgm:prSet presAssocID="{F00E6EBC-AB88-4367-9EB0-3DBDA53DCEDF}" presName="compNode" presStyleCnt="0"/>
      <dgm:spPr/>
    </dgm:pt>
    <dgm:pt modelId="{22D59A45-6123-40AD-A187-1B3F65402849}" type="pres">
      <dgm:prSet presAssocID="{F00E6EBC-AB88-4367-9EB0-3DBDA53DCEDF}" presName="bgRect" presStyleLbl="bgShp" presStyleIdx="0" presStyleCnt="5"/>
      <dgm:spPr/>
    </dgm:pt>
    <dgm:pt modelId="{DFE6F72F-8EB0-4B43-A9EA-2F0F6BEF903A}" type="pres">
      <dgm:prSet presAssocID="{F00E6EBC-AB88-4367-9EB0-3DBDA53DCED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A4900A57-98A1-4674-9E06-2B60E814C5DC}" type="pres">
      <dgm:prSet presAssocID="{F00E6EBC-AB88-4367-9EB0-3DBDA53DCEDF}" presName="spaceRect" presStyleCnt="0"/>
      <dgm:spPr/>
    </dgm:pt>
    <dgm:pt modelId="{6C1D33C6-772C-4996-B4B6-6D6D716DAF50}" type="pres">
      <dgm:prSet presAssocID="{F00E6EBC-AB88-4367-9EB0-3DBDA53DCEDF}" presName="parTx" presStyleLbl="revTx" presStyleIdx="0" presStyleCnt="5">
        <dgm:presLayoutVars>
          <dgm:chMax val="0"/>
          <dgm:chPref val="0"/>
        </dgm:presLayoutVars>
      </dgm:prSet>
      <dgm:spPr/>
    </dgm:pt>
    <dgm:pt modelId="{DBF8B71E-05E3-4341-9F06-E19090E4F1F0}" type="pres">
      <dgm:prSet presAssocID="{434C63ED-FC05-4100-B1FC-0738B2788DA5}" presName="sibTrans" presStyleCnt="0"/>
      <dgm:spPr/>
    </dgm:pt>
    <dgm:pt modelId="{3BF9D50D-CE1D-4FB5-9412-E2178B69BE00}" type="pres">
      <dgm:prSet presAssocID="{D24D0190-B244-4F42-82D0-31BB76DD4289}" presName="compNode" presStyleCnt="0"/>
      <dgm:spPr/>
    </dgm:pt>
    <dgm:pt modelId="{15366EFE-E382-4AE3-A49F-330FAC4BD510}" type="pres">
      <dgm:prSet presAssocID="{D24D0190-B244-4F42-82D0-31BB76DD4289}" presName="bgRect" presStyleLbl="bgShp" presStyleIdx="1" presStyleCnt="5"/>
      <dgm:spPr/>
    </dgm:pt>
    <dgm:pt modelId="{C632615A-6206-42E1-90A0-A543B898C956}" type="pres">
      <dgm:prSet presAssocID="{D24D0190-B244-4F42-82D0-31BB76DD428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DFC49B4A-EE1A-4D17-8916-69F37CF9CE74}" type="pres">
      <dgm:prSet presAssocID="{D24D0190-B244-4F42-82D0-31BB76DD4289}" presName="spaceRect" presStyleCnt="0"/>
      <dgm:spPr/>
    </dgm:pt>
    <dgm:pt modelId="{A4CFD567-F296-4FA6-9FE9-57F796D2E902}" type="pres">
      <dgm:prSet presAssocID="{D24D0190-B244-4F42-82D0-31BB76DD4289}" presName="parTx" presStyleLbl="revTx" presStyleIdx="1" presStyleCnt="5">
        <dgm:presLayoutVars>
          <dgm:chMax val="0"/>
          <dgm:chPref val="0"/>
        </dgm:presLayoutVars>
      </dgm:prSet>
      <dgm:spPr/>
    </dgm:pt>
    <dgm:pt modelId="{4F3A68CA-909E-47D8-89B1-4DBFA794F566}" type="pres">
      <dgm:prSet presAssocID="{2A0A7E64-8535-4EAB-8DAF-BD12687E808D}" presName="sibTrans" presStyleCnt="0"/>
      <dgm:spPr/>
    </dgm:pt>
    <dgm:pt modelId="{A921512F-863A-4463-9532-35E5AC41E4F7}" type="pres">
      <dgm:prSet presAssocID="{C38E81D4-ABAA-4A49-944F-F78FC4E29C2D}" presName="compNode" presStyleCnt="0"/>
      <dgm:spPr/>
    </dgm:pt>
    <dgm:pt modelId="{B3B0D949-FD9C-4CC8-B533-E988BFBB4E9D}" type="pres">
      <dgm:prSet presAssocID="{C38E81D4-ABAA-4A49-944F-F78FC4E29C2D}" presName="bgRect" presStyleLbl="bgShp" presStyleIdx="2" presStyleCnt="5"/>
      <dgm:spPr/>
    </dgm:pt>
    <dgm:pt modelId="{D8A220C0-90BF-4690-9789-BDBE85AD57DC}" type="pres">
      <dgm:prSet presAssocID="{C38E81D4-ABAA-4A49-944F-F78FC4E29C2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V"/>
        </a:ext>
      </dgm:extLst>
    </dgm:pt>
    <dgm:pt modelId="{A37E2A81-7A50-4B09-B8FA-F832848ACC21}" type="pres">
      <dgm:prSet presAssocID="{C38E81D4-ABAA-4A49-944F-F78FC4E29C2D}" presName="spaceRect" presStyleCnt="0"/>
      <dgm:spPr/>
    </dgm:pt>
    <dgm:pt modelId="{29D920ED-2D24-469D-856C-B4B6093AA49F}" type="pres">
      <dgm:prSet presAssocID="{C38E81D4-ABAA-4A49-944F-F78FC4E29C2D}" presName="parTx" presStyleLbl="revTx" presStyleIdx="2" presStyleCnt="5">
        <dgm:presLayoutVars>
          <dgm:chMax val="0"/>
          <dgm:chPref val="0"/>
        </dgm:presLayoutVars>
      </dgm:prSet>
      <dgm:spPr/>
    </dgm:pt>
    <dgm:pt modelId="{07009111-AA4A-45F5-B12D-D27EE5D5A732}" type="pres">
      <dgm:prSet presAssocID="{A0F2401B-8028-4003-85A2-9DD1C5F4B4E2}" presName="sibTrans" presStyleCnt="0"/>
      <dgm:spPr/>
    </dgm:pt>
    <dgm:pt modelId="{1E34ADE1-3075-4B8B-AF3C-261287457C5E}" type="pres">
      <dgm:prSet presAssocID="{58A8628D-8C3B-485B-94B5-5ED6DAA57707}" presName="compNode" presStyleCnt="0"/>
      <dgm:spPr/>
    </dgm:pt>
    <dgm:pt modelId="{B46A6451-DE32-481A-B2A9-A0DD85E55566}" type="pres">
      <dgm:prSet presAssocID="{58A8628D-8C3B-485B-94B5-5ED6DAA57707}" presName="bgRect" presStyleLbl="bgShp" presStyleIdx="3" presStyleCnt="5"/>
      <dgm:spPr/>
    </dgm:pt>
    <dgm:pt modelId="{0DC57134-AF94-44D3-9477-97526B5071C2}" type="pres">
      <dgm:prSet presAssocID="{58A8628D-8C3B-485B-94B5-5ED6DAA5770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F6919A6-CC8E-45A7-8BD1-314F0BDAD62E}" type="pres">
      <dgm:prSet presAssocID="{58A8628D-8C3B-485B-94B5-5ED6DAA57707}" presName="spaceRect" presStyleCnt="0"/>
      <dgm:spPr/>
    </dgm:pt>
    <dgm:pt modelId="{75D6DCE2-F5E5-403F-8A07-834EEA489B41}" type="pres">
      <dgm:prSet presAssocID="{58A8628D-8C3B-485B-94B5-5ED6DAA57707}" presName="parTx" presStyleLbl="revTx" presStyleIdx="3" presStyleCnt="5">
        <dgm:presLayoutVars>
          <dgm:chMax val="0"/>
          <dgm:chPref val="0"/>
        </dgm:presLayoutVars>
      </dgm:prSet>
      <dgm:spPr/>
    </dgm:pt>
    <dgm:pt modelId="{D694A1E0-B270-46FE-A683-ED97E2D88D0B}" type="pres">
      <dgm:prSet presAssocID="{9395E163-B5B6-45F5-B5A5-B5D3E651C1FD}" presName="sibTrans" presStyleCnt="0"/>
      <dgm:spPr/>
    </dgm:pt>
    <dgm:pt modelId="{FE7D6068-7DB8-44BF-9E7A-3A257091C742}" type="pres">
      <dgm:prSet presAssocID="{C72114A9-C319-469A-B28F-DD0956CA14F2}" presName="compNode" presStyleCnt="0"/>
      <dgm:spPr/>
    </dgm:pt>
    <dgm:pt modelId="{4FCAB117-DEFF-4C1B-AD3D-935211A13722}" type="pres">
      <dgm:prSet presAssocID="{C72114A9-C319-469A-B28F-DD0956CA14F2}" presName="bgRect" presStyleLbl="bgShp" presStyleIdx="4" presStyleCnt="5"/>
      <dgm:spPr/>
    </dgm:pt>
    <dgm:pt modelId="{1AB378A2-C700-4749-A472-A33A46980725}" type="pres">
      <dgm:prSet presAssocID="{C72114A9-C319-469A-B28F-DD0956CA14F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66B0DE0-E9FF-4339-B0F5-63709DACC5D9}" type="pres">
      <dgm:prSet presAssocID="{C72114A9-C319-469A-B28F-DD0956CA14F2}" presName="spaceRect" presStyleCnt="0"/>
      <dgm:spPr/>
    </dgm:pt>
    <dgm:pt modelId="{2921515F-D4EF-4695-8DAF-C1D157A5ABDF}" type="pres">
      <dgm:prSet presAssocID="{C72114A9-C319-469A-B28F-DD0956CA14F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FF61B0B-8F48-404B-81C7-57053E29BBC4}" srcId="{C8F382B3-9254-4671-BEDE-3E226DFDCE21}" destId="{D24D0190-B244-4F42-82D0-31BB76DD4289}" srcOrd="1" destOrd="0" parTransId="{278BA711-51BF-4B82-B168-58313DD5AAD4}" sibTransId="{2A0A7E64-8535-4EAB-8DAF-BD12687E808D}"/>
    <dgm:cxn modelId="{F9E66018-FD54-4CFC-B175-438C6B90861D}" type="presOf" srcId="{58A8628D-8C3B-485B-94B5-5ED6DAA57707}" destId="{75D6DCE2-F5E5-403F-8A07-834EEA489B41}" srcOrd="0" destOrd="0" presId="urn:microsoft.com/office/officeart/2018/2/layout/IconVerticalSolidList"/>
    <dgm:cxn modelId="{D9727043-4467-4466-AF21-EDBB379081CB}" type="presOf" srcId="{D24D0190-B244-4F42-82D0-31BB76DD4289}" destId="{A4CFD567-F296-4FA6-9FE9-57F796D2E902}" srcOrd="0" destOrd="0" presId="urn:microsoft.com/office/officeart/2018/2/layout/IconVerticalSolidList"/>
    <dgm:cxn modelId="{58636465-CC8C-471F-A16D-4A0CD987B0E9}" type="presOf" srcId="{C72114A9-C319-469A-B28F-DD0956CA14F2}" destId="{2921515F-D4EF-4695-8DAF-C1D157A5ABDF}" srcOrd="0" destOrd="0" presId="urn:microsoft.com/office/officeart/2018/2/layout/IconVerticalSolidList"/>
    <dgm:cxn modelId="{8C2FCE55-3EF4-44E7-93C9-5259BBCE1E13}" srcId="{C8F382B3-9254-4671-BEDE-3E226DFDCE21}" destId="{C38E81D4-ABAA-4A49-944F-F78FC4E29C2D}" srcOrd="2" destOrd="0" parTransId="{13D0E360-476A-4F37-A340-DE4C03FB8A16}" sibTransId="{A0F2401B-8028-4003-85A2-9DD1C5F4B4E2}"/>
    <dgm:cxn modelId="{9BF5A282-8B82-4C85-B507-A07F1A5FA52A}" type="presOf" srcId="{C8F382B3-9254-4671-BEDE-3E226DFDCE21}" destId="{003134F3-3834-4B6C-A277-FD5838453CDF}" srcOrd="0" destOrd="0" presId="urn:microsoft.com/office/officeart/2018/2/layout/IconVerticalSolidList"/>
    <dgm:cxn modelId="{78996498-9EEC-4A90-80B1-57A20803BB0B}" type="presOf" srcId="{C38E81D4-ABAA-4A49-944F-F78FC4E29C2D}" destId="{29D920ED-2D24-469D-856C-B4B6093AA49F}" srcOrd="0" destOrd="0" presId="urn:microsoft.com/office/officeart/2018/2/layout/IconVerticalSolidList"/>
    <dgm:cxn modelId="{84FD63B4-9EDF-4059-B264-424DB3A88E12}" srcId="{C8F382B3-9254-4671-BEDE-3E226DFDCE21}" destId="{C72114A9-C319-469A-B28F-DD0956CA14F2}" srcOrd="4" destOrd="0" parTransId="{D43071EC-99EE-4AE2-8A6D-B4CFEBB31FC9}" sibTransId="{9703EB7E-F90F-494E-9497-190636D2372E}"/>
    <dgm:cxn modelId="{7FD384B7-E9C0-48F7-BC89-A6C898DE37CF}" type="presOf" srcId="{F00E6EBC-AB88-4367-9EB0-3DBDA53DCEDF}" destId="{6C1D33C6-772C-4996-B4B6-6D6D716DAF50}" srcOrd="0" destOrd="0" presId="urn:microsoft.com/office/officeart/2018/2/layout/IconVerticalSolidList"/>
    <dgm:cxn modelId="{C14B60BC-FF14-46FA-B32E-04111B906189}" srcId="{C8F382B3-9254-4671-BEDE-3E226DFDCE21}" destId="{F00E6EBC-AB88-4367-9EB0-3DBDA53DCEDF}" srcOrd="0" destOrd="0" parTransId="{982E1CAD-91EA-4ED9-925F-150593F9DF92}" sibTransId="{434C63ED-FC05-4100-B1FC-0738B2788DA5}"/>
    <dgm:cxn modelId="{D8C9C4D6-FB35-48CB-9A8C-E57EA8E6F19E}" srcId="{C8F382B3-9254-4671-BEDE-3E226DFDCE21}" destId="{58A8628D-8C3B-485B-94B5-5ED6DAA57707}" srcOrd="3" destOrd="0" parTransId="{9A6B81DF-61FE-41D2-B749-A25B9B35953B}" sibTransId="{9395E163-B5B6-45F5-B5A5-B5D3E651C1FD}"/>
    <dgm:cxn modelId="{98E471D6-9AF2-47DF-B70E-8CE3BF270C8F}" type="presParOf" srcId="{003134F3-3834-4B6C-A277-FD5838453CDF}" destId="{D0872B85-D15B-4A58-BFED-FC886DB05BD2}" srcOrd="0" destOrd="0" presId="urn:microsoft.com/office/officeart/2018/2/layout/IconVerticalSolidList"/>
    <dgm:cxn modelId="{B324F16B-57DE-4D39-BEE2-30F8EEED85D0}" type="presParOf" srcId="{D0872B85-D15B-4A58-BFED-FC886DB05BD2}" destId="{22D59A45-6123-40AD-A187-1B3F65402849}" srcOrd="0" destOrd="0" presId="urn:microsoft.com/office/officeart/2018/2/layout/IconVerticalSolidList"/>
    <dgm:cxn modelId="{66DA93FA-C42E-4E55-BCC5-51410C264521}" type="presParOf" srcId="{D0872B85-D15B-4A58-BFED-FC886DB05BD2}" destId="{DFE6F72F-8EB0-4B43-A9EA-2F0F6BEF903A}" srcOrd="1" destOrd="0" presId="urn:microsoft.com/office/officeart/2018/2/layout/IconVerticalSolidList"/>
    <dgm:cxn modelId="{7274295D-9031-402D-B256-3967CBF62118}" type="presParOf" srcId="{D0872B85-D15B-4A58-BFED-FC886DB05BD2}" destId="{A4900A57-98A1-4674-9E06-2B60E814C5DC}" srcOrd="2" destOrd="0" presId="urn:microsoft.com/office/officeart/2018/2/layout/IconVerticalSolidList"/>
    <dgm:cxn modelId="{3FD84530-D0A8-4E39-A55C-2F76AEF06A88}" type="presParOf" srcId="{D0872B85-D15B-4A58-BFED-FC886DB05BD2}" destId="{6C1D33C6-772C-4996-B4B6-6D6D716DAF50}" srcOrd="3" destOrd="0" presId="urn:microsoft.com/office/officeart/2018/2/layout/IconVerticalSolidList"/>
    <dgm:cxn modelId="{ED0957C0-6049-4312-82BB-6D5E45E6E7E6}" type="presParOf" srcId="{003134F3-3834-4B6C-A277-FD5838453CDF}" destId="{DBF8B71E-05E3-4341-9F06-E19090E4F1F0}" srcOrd="1" destOrd="0" presId="urn:microsoft.com/office/officeart/2018/2/layout/IconVerticalSolidList"/>
    <dgm:cxn modelId="{B219B6A0-1AA9-48D5-9A5D-7DDCE07E796C}" type="presParOf" srcId="{003134F3-3834-4B6C-A277-FD5838453CDF}" destId="{3BF9D50D-CE1D-4FB5-9412-E2178B69BE00}" srcOrd="2" destOrd="0" presId="urn:microsoft.com/office/officeart/2018/2/layout/IconVerticalSolidList"/>
    <dgm:cxn modelId="{A08DE8C4-F3B8-430F-AC7F-0C6C586AA629}" type="presParOf" srcId="{3BF9D50D-CE1D-4FB5-9412-E2178B69BE00}" destId="{15366EFE-E382-4AE3-A49F-330FAC4BD510}" srcOrd="0" destOrd="0" presId="urn:microsoft.com/office/officeart/2018/2/layout/IconVerticalSolidList"/>
    <dgm:cxn modelId="{F1513AE8-72BF-4E4A-A344-10BCC82DA53C}" type="presParOf" srcId="{3BF9D50D-CE1D-4FB5-9412-E2178B69BE00}" destId="{C632615A-6206-42E1-90A0-A543B898C956}" srcOrd="1" destOrd="0" presId="urn:microsoft.com/office/officeart/2018/2/layout/IconVerticalSolidList"/>
    <dgm:cxn modelId="{7DFBF795-70D9-4959-9FE1-07C0A9AD9FCE}" type="presParOf" srcId="{3BF9D50D-CE1D-4FB5-9412-E2178B69BE00}" destId="{DFC49B4A-EE1A-4D17-8916-69F37CF9CE74}" srcOrd="2" destOrd="0" presId="urn:microsoft.com/office/officeart/2018/2/layout/IconVerticalSolidList"/>
    <dgm:cxn modelId="{28652978-462C-4FD3-81A9-3F3A87732E47}" type="presParOf" srcId="{3BF9D50D-CE1D-4FB5-9412-E2178B69BE00}" destId="{A4CFD567-F296-4FA6-9FE9-57F796D2E902}" srcOrd="3" destOrd="0" presId="urn:microsoft.com/office/officeart/2018/2/layout/IconVerticalSolidList"/>
    <dgm:cxn modelId="{723A2CBD-D70F-40CE-B8A6-94337220A9CE}" type="presParOf" srcId="{003134F3-3834-4B6C-A277-FD5838453CDF}" destId="{4F3A68CA-909E-47D8-89B1-4DBFA794F566}" srcOrd="3" destOrd="0" presId="urn:microsoft.com/office/officeart/2018/2/layout/IconVerticalSolidList"/>
    <dgm:cxn modelId="{F017434A-0832-480D-96D3-4F2003F43ED5}" type="presParOf" srcId="{003134F3-3834-4B6C-A277-FD5838453CDF}" destId="{A921512F-863A-4463-9532-35E5AC41E4F7}" srcOrd="4" destOrd="0" presId="urn:microsoft.com/office/officeart/2018/2/layout/IconVerticalSolidList"/>
    <dgm:cxn modelId="{7E1EC2DC-AFD9-4C90-BB77-87EDC663DCD5}" type="presParOf" srcId="{A921512F-863A-4463-9532-35E5AC41E4F7}" destId="{B3B0D949-FD9C-4CC8-B533-E988BFBB4E9D}" srcOrd="0" destOrd="0" presId="urn:microsoft.com/office/officeart/2018/2/layout/IconVerticalSolidList"/>
    <dgm:cxn modelId="{80CFDB04-ADF1-405D-8516-AFDC73AD0AF5}" type="presParOf" srcId="{A921512F-863A-4463-9532-35E5AC41E4F7}" destId="{D8A220C0-90BF-4690-9789-BDBE85AD57DC}" srcOrd="1" destOrd="0" presId="urn:microsoft.com/office/officeart/2018/2/layout/IconVerticalSolidList"/>
    <dgm:cxn modelId="{C18F875B-7E9E-42D6-BC6D-EC99317E1E5C}" type="presParOf" srcId="{A921512F-863A-4463-9532-35E5AC41E4F7}" destId="{A37E2A81-7A50-4B09-B8FA-F832848ACC21}" srcOrd="2" destOrd="0" presId="urn:microsoft.com/office/officeart/2018/2/layout/IconVerticalSolidList"/>
    <dgm:cxn modelId="{1EBDC9EA-9243-44F8-B734-B4BEDEAFD834}" type="presParOf" srcId="{A921512F-863A-4463-9532-35E5AC41E4F7}" destId="{29D920ED-2D24-469D-856C-B4B6093AA49F}" srcOrd="3" destOrd="0" presId="urn:microsoft.com/office/officeart/2018/2/layout/IconVerticalSolidList"/>
    <dgm:cxn modelId="{354BC057-00DC-483F-A25E-504661DA39CC}" type="presParOf" srcId="{003134F3-3834-4B6C-A277-FD5838453CDF}" destId="{07009111-AA4A-45F5-B12D-D27EE5D5A732}" srcOrd="5" destOrd="0" presId="urn:microsoft.com/office/officeart/2018/2/layout/IconVerticalSolidList"/>
    <dgm:cxn modelId="{AB9D26C9-C49C-4F1E-BE64-2D9E5BF858D7}" type="presParOf" srcId="{003134F3-3834-4B6C-A277-FD5838453CDF}" destId="{1E34ADE1-3075-4B8B-AF3C-261287457C5E}" srcOrd="6" destOrd="0" presId="urn:microsoft.com/office/officeart/2018/2/layout/IconVerticalSolidList"/>
    <dgm:cxn modelId="{50DB6D06-7AEA-4695-9877-EABA99F5FDF7}" type="presParOf" srcId="{1E34ADE1-3075-4B8B-AF3C-261287457C5E}" destId="{B46A6451-DE32-481A-B2A9-A0DD85E55566}" srcOrd="0" destOrd="0" presId="urn:microsoft.com/office/officeart/2018/2/layout/IconVerticalSolidList"/>
    <dgm:cxn modelId="{F91F0BE8-D2FC-4AC8-8668-2D91F2FE5FF4}" type="presParOf" srcId="{1E34ADE1-3075-4B8B-AF3C-261287457C5E}" destId="{0DC57134-AF94-44D3-9477-97526B5071C2}" srcOrd="1" destOrd="0" presId="urn:microsoft.com/office/officeart/2018/2/layout/IconVerticalSolidList"/>
    <dgm:cxn modelId="{767FFCE4-C859-406B-9195-EF5E97E6EC9B}" type="presParOf" srcId="{1E34ADE1-3075-4B8B-AF3C-261287457C5E}" destId="{2F6919A6-CC8E-45A7-8BD1-314F0BDAD62E}" srcOrd="2" destOrd="0" presId="urn:microsoft.com/office/officeart/2018/2/layout/IconVerticalSolidList"/>
    <dgm:cxn modelId="{F2994F6D-37A7-4276-9916-0CCD639CD330}" type="presParOf" srcId="{1E34ADE1-3075-4B8B-AF3C-261287457C5E}" destId="{75D6DCE2-F5E5-403F-8A07-834EEA489B41}" srcOrd="3" destOrd="0" presId="urn:microsoft.com/office/officeart/2018/2/layout/IconVerticalSolidList"/>
    <dgm:cxn modelId="{D2193D21-E226-464E-8DA6-5D02927BD198}" type="presParOf" srcId="{003134F3-3834-4B6C-A277-FD5838453CDF}" destId="{D694A1E0-B270-46FE-A683-ED97E2D88D0B}" srcOrd="7" destOrd="0" presId="urn:microsoft.com/office/officeart/2018/2/layout/IconVerticalSolidList"/>
    <dgm:cxn modelId="{E0E9A6E9-633B-45B8-ACA8-78E3D1A70D1A}" type="presParOf" srcId="{003134F3-3834-4B6C-A277-FD5838453CDF}" destId="{FE7D6068-7DB8-44BF-9E7A-3A257091C742}" srcOrd="8" destOrd="0" presId="urn:microsoft.com/office/officeart/2018/2/layout/IconVerticalSolidList"/>
    <dgm:cxn modelId="{BCF8F17D-397F-42C1-B56D-97BFF156D08C}" type="presParOf" srcId="{FE7D6068-7DB8-44BF-9E7A-3A257091C742}" destId="{4FCAB117-DEFF-4C1B-AD3D-935211A13722}" srcOrd="0" destOrd="0" presId="urn:microsoft.com/office/officeart/2018/2/layout/IconVerticalSolidList"/>
    <dgm:cxn modelId="{EF5242AE-52BF-48D4-B516-88051C00B07C}" type="presParOf" srcId="{FE7D6068-7DB8-44BF-9E7A-3A257091C742}" destId="{1AB378A2-C700-4749-A472-A33A46980725}" srcOrd="1" destOrd="0" presId="urn:microsoft.com/office/officeart/2018/2/layout/IconVerticalSolidList"/>
    <dgm:cxn modelId="{886EED21-7315-487D-9A1E-862ED82E0FBF}" type="presParOf" srcId="{FE7D6068-7DB8-44BF-9E7A-3A257091C742}" destId="{666B0DE0-E9FF-4339-B0F5-63709DACC5D9}" srcOrd="2" destOrd="0" presId="urn:microsoft.com/office/officeart/2018/2/layout/IconVerticalSolidList"/>
    <dgm:cxn modelId="{9BFA95D2-ACA8-4C0A-9894-31DFCD051765}" type="presParOf" srcId="{FE7D6068-7DB8-44BF-9E7A-3A257091C742}" destId="{2921515F-D4EF-4695-8DAF-C1D157A5ABD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833A16B-9DB2-49C3-93E0-F0D26EE30FCD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4A4A847-88F2-4A0C-BB6A-F4F73347C3A7}">
      <dgm:prSet/>
      <dgm:spPr/>
      <dgm:t>
        <a:bodyPr/>
        <a:lstStyle/>
        <a:p>
          <a:r>
            <a:rPr lang="en-US"/>
            <a:t>Virtual Machines: Dv, Ev, Mv, H-series HPC</a:t>
          </a:r>
        </a:p>
      </dgm:t>
    </dgm:pt>
    <dgm:pt modelId="{26A13B27-C05B-47DB-987A-3BB5E3B97613}" type="parTrans" cxnId="{5AEAFB01-E481-4B53-86A6-8A2B421920B2}">
      <dgm:prSet/>
      <dgm:spPr/>
      <dgm:t>
        <a:bodyPr/>
        <a:lstStyle/>
        <a:p>
          <a:endParaRPr lang="en-US"/>
        </a:p>
      </dgm:t>
    </dgm:pt>
    <dgm:pt modelId="{681E47DC-7648-46E3-B550-4EABCED36CAD}" type="sibTrans" cxnId="{5AEAFB01-E481-4B53-86A6-8A2B421920B2}">
      <dgm:prSet/>
      <dgm:spPr/>
      <dgm:t>
        <a:bodyPr/>
        <a:lstStyle/>
        <a:p>
          <a:endParaRPr lang="en-US"/>
        </a:p>
      </dgm:t>
    </dgm:pt>
    <dgm:pt modelId="{3B96D937-1487-4028-904A-1C24E4A3E81A}">
      <dgm:prSet/>
      <dgm:spPr/>
      <dgm:t>
        <a:bodyPr/>
        <a:lstStyle/>
        <a:p>
          <a:r>
            <a:rPr lang="en-US"/>
            <a:t>Azure VM Scale Sets for autoscaling</a:t>
          </a:r>
        </a:p>
      </dgm:t>
    </dgm:pt>
    <dgm:pt modelId="{036C240C-78ED-4944-81C4-BE3F5CE9B17A}" type="parTrans" cxnId="{3EAFD3FC-F3F5-4EDA-BAAA-DBCB9935AF70}">
      <dgm:prSet/>
      <dgm:spPr/>
      <dgm:t>
        <a:bodyPr/>
        <a:lstStyle/>
        <a:p>
          <a:endParaRPr lang="en-US"/>
        </a:p>
      </dgm:t>
    </dgm:pt>
    <dgm:pt modelId="{2F6F2121-65CA-444D-80D9-544B2366DCD0}" type="sibTrans" cxnId="{3EAFD3FC-F3F5-4EDA-BAAA-DBCB9935AF70}">
      <dgm:prSet/>
      <dgm:spPr/>
      <dgm:t>
        <a:bodyPr/>
        <a:lstStyle/>
        <a:p>
          <a:endParaRPr lang="en-US"/>
        </a:p>
      </dgm:t>
    </dgm:pt>
    <dgm:pt modelId="{025F3FC4-26B2-4BAA-8906-1B13835FB721}">
      <dgm:prSet/>
      <dgm:spPr/>
      <dgm:t>
        <a:bodyPr/>
        <a:lstStyle/>
        <a:p>
          <a:r>
            <a:rPr lang="en-US"/>
            <a:t>Azure Kubernetes Service (AKS)</a:t>
          </a:r>
        </a:p>
      </dgm:t>
    </dgm:pt>
    <dgm:pt modelId="{BF2E5467-B877-4781-B370-9770357BCF15}" type="parTrans" cxnId="{2171506A-9E93-40AC-A8AC-E0270EB450C9}">
      <dgm:prSet/>
      <dgm:spPr/>
      <dgm:t>
        <a:bodyPr/>
        <a:lstStyle/>
        <a:p>
          <a:endParaRPr lang="en-US"/>
        </a:p>
      </dgm:t>
    </dgm:pt>
    <dgm:pt modelId="{0B386C6E-911B-460F-B761-29280AC01900}" type="sibTrans" cxnId="{2171506A-9E93-40AC-A8AC-E0270EB450C9}">
      <dgm:prSet/>
      <dgm:spPr/>
      <dgm:t>
        <a:bodyPr/>
        <a:lstStyle/>
        <a:p>
          <a:endParaRPr lang="en-US"/>
        </a:p>
      </dgm:t>
    </dgm:pt>
    <dgm:pt modelId="{5A805DBF-6BDB-42B6-8FA9-8EB8F17D4704}">
      <dgm:prSet/>
      <dgm:spPr/>
      <dgm:t>
        <a:bodyPr/>
        <a:lstStyle/>
        <a:p>
          <a:r>
            <a:rPr lang="en-US"/>
            <a:t>Windows/SQL Server integration</a:t>
          </a:r>
        </a:p>
      </dgm:t>
    </dgm:pt>
    <dgm:pt modelId="{182A3874-F6FE-45F2-AB1F-F82775DD1AE0}" type="parTrans" cxnId="{65829329-04DE-466E-9636-92B0F50151E9}">
      <dgm:prSet/>
      <dgm:spPr/>
      <dgm:t>
        <a:bodyPr/>
        <a:lstStyle/>
        <a:p>
          <a:endParaRPr lang="en-US"/>
        </a:p>
      </dgm:t>
    </dgm:pt>
    <dgm:pt modelId="{7B6D4EF5-46F3-4ECD-8C03-E7E74DE1F093}" type="sibTrans" cxnId="{65829329-04DE-466E-9636-92B0F50151E9}">
      <dgm:prSet/>
      <dgm:spPr/>
      <dgm:t>
        <a:bodyPr/>
        <a:lstStyle/>
        <a:p>
          <a:endParaRPr lang="en-US"/>
        </a:p>
      </dgm:t>
    </dgm:pt>
    <dgm:pt modelId="{D93C8F72-1983-40BA-A123-3FC0A7AE8822}" type="pres">
      <dgm:prSet presAssocID="{8833A16B-9DB2-49C3-93E0-F0D26EE30FCD}" presName="linear" presStyleCnt="0">
        <dgm:presLayoutVars>
          <dgm:dir/>
          <dgm:animLvl val="lvl"/>
          <dgm:resizeHandles val="exact"/>
        </dgm:presLayoutVars>
      </dgm:prSet>
      <dgm:spPr/>
    </dgm:pt>
    <dgm:pt modelId="{4454CAB3-CB05-4869-8DA2-2EA67FF955E3}" type="pres">
      <dgm:prSet presAssocID="{94A4A847-88F2-4A0C-BB6A-F4F73347C3A7}" presName="parentLin" presStyleCnt="0"/>
      <dgm:spPr/>
    </dgm:pt>
    <dgm:pt modelId="{3BC6B670-F865-4B4C-BE5F-C0D63E6E16E5}" type="pres">
      <dgm:prSet presAssocID="{94A4A847-88F2-4A0C-BB6A-F4F73347C3A7}" presName="parentLeftMargin" presStyleLbl="node1" presStyleIdx="0" presStyleCnt="4"/>
      <dgm:spPr/>
    </dgm:pt>
    <dgm:pt modelId="{9CF74F93-776A-4857-99B5-8C93A65B5F24}" type="pres">
      <dgm:prSet presAssocID="{94A4A847-88F2-4A0C-BB6A-F4F73347C3A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EC9AF56-6EF0-43E6-BE88-B6387E127D7C}" type="pres">
      <dgm:prSet presAssocID="{94A4A847-88F2-4A0C-BB6A-F4F73347C3A7}" presName="negativeSpace" presStyleCnt="0"/>
      <dgm:spPr/>
    </dgm:pt>
    <dgm:pt modelId="{E3478453-BA92-4793-89F5-A71AA07EBB98}" type="pres">
      <dgm:prSet presAssocID="{94A4A847-88F2-4A0C-BB6A-F4F73347C3A7}" presName="childText" presStyleLbl="conFgAcc1" presStyleIdx="0" presStyleCnt="4">
        <dgm:presLayoutVars>
          <dgm:bulletEnabled val="1"/>
        </dgm:presLayoutVars>
      </dgm:prSet>
      <dgm:spPr/>
    </dgm:pt>
    <dgm:pt modelId="{13669135-5D32-4CC3-85AD-C98B1FEAAEA1}" type="pres">
      <dgm:prSet presAssocID="{681E47DC-7648-46E3-B550-4EABCED36CAD}" presName="spaceBetweenRectangles" presStyleCnt="0"/>
      <dgm:spPr/>
    </dgm:pt>
    <dgm:pt modelId="{4C21349B-E9B4-4A7B-BEF8-269969CF1F2C}" type="pres">
      <dgm:prSet presAssocID="{3B96D937-1487-4028-904A-1C24E4A3E81A}" presName="parentLin" presStyleCnt="0"/>
      <dgm:spPr/>
    </dgm:pt>
    <dgm:pt modelId="{5647BE67-1288-4458-BCFB-52528DEA54E2}" type="pres">
      <dgm:prSet presAssocID="{3B96D937-1487-4028-904A-1C24E4A3E81A}" presName="parentLeftMargin" presStyleLbl="node1" presStyleIdx="0" presStyleCnt="4"/>
      <dgm:spPr/>
    </dgm:pt>
    <dgm:pt modelId="{267AEFEF-0E0D-4AFA-A13A-455045C2DB36}" type="pres">
      <dgm:prSet presAssocID="{3B96D937-1487-4028-904A-1C24E4A3E81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FF36107-BFA3-4C65-A5BC-E630F23E6A5B}" type="pres">
      <dgm:prSet presAssocID="{3B96D937-1487-4028-904A-1C24E4A3E81A}" presName="negativeSpace" presStyleCnt="0"/>
      <dgm:spPr/>
    </dgm:pt>
    <dgm:pt modelId="{4F2766A0-48ED-4AC0-AF64-19DCB378ED97}" type="pres">
      <dgm:prSet presAssocID="{3B96D937-1487-4028-904A-1C24E4A3E81A}" presName="childText" presStyleLbl="conFgAcc1" presStyleIdx="1" presStyleCnt="4">
        <dgm:presLayoutVars>
          <dgm:bulletEnabled val="1"/>
        </dgm:presLayoutVars>
      </dgm:prSet>
      <dgm:spPr/>
    </dgm:pt>
    <dgm:pt modelId="{4FC7A55E-D9F0-4980-B9B0-E91B68A2FDEA}" type="pres">
      <dgm:prSet presAssocID="{2F6F2121-65CA-444D-80D9-544B2366DCD0}" presName="spaceBetweenRectangles" presStyleCnt="0"/>
      <dgm:spPr/>
    </dgm:pt>
    <dgm:pt modelId="{F33DC40A-CB7F-487B-80E7-1A5325906600}" type="pres">
      <dgm:prSet presAssocID="{025F3FC4-26B2-4BAA-8906-1B13835FB721}" presName="parentLin" presStyleCnt="0"/>
      <dgm:spPr/>
    </dgm:pt>
    <dgm:pt modelId="{82E522BB-BD66-4AFE-8474-518DF1B0D274}" type="pres">
      <dgm:prSet presAssocID="{025F3FC4-26B2-4BAA-8906-1B13835FB721}" presName="parentLeftMargin" presStyleLbl="node1" presStyleIdx="1" presStyleCnt="4"/>
      <dgm:spPr/>
    </dgm:pt>
    <dgm:pt modelId="{0BE3975B-8226-413B-99C3-4906FE557D65}" type="pres">
      <dgm:prSet presAssocID="{025F3FC4-26B2-4BAA-8906-1B13835FB72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C6FE211-2010-43FD-9878-E12FE6E096F4}" type="pres">
      <dgm:prSet presAssocID="{025F3FC4-26B2-4BAA-8906-1B13835FB721}" presName="negativeSpace" presStyleCnt="0"/>
      <dgm:spPr/>
    </dgm:pt>
    <dgm:pt modelId="{DF329636-E65B-4330-BD10-E732CCA5D134}" type="pres">
      <dgm:prSet presAssocID="{025F3FC4-26B2-4BAA-8906-1B13835FB721}" presName="childText" presStyleLbl="conFgAcc1" presStyleIdx="2" presStyleCnt="4">
        <dgm:presLayoutVars>
          <dgm:bulletEnabled val="1"/>
        </dgm:presLayoutVars>
      </dgm:prSet>
      <dgm:spPr/>
    </dgm:pt>
    <dgm:pt modelId="{D5AAAC31-30E6-4679-9D04-5F3C239E67D6}" type="pres">
      <dgm:prSet presAssocID="{0B386C6E-911B-460F-B761-29280AC01900}" presName="spaceBetweenRectangles" presStyleCnt="0"/>
      <dgm:spPr/>
    </dgm:pt>
    <dgm:pt modelId="{8C1D9A56-9A3C-47EC-883E-405DD19014AB}" type="pres">
      <dgm:prSet presAssocID="{5A805DBF-6BDB-42B6-8FA9-8EB8F17D4704}" presName="parentLin" presStyleCnt="0"/>
      <dgm:spPr/>
    </dgm:pt>
    <dgm:pt modelId="{2917362D-9861-43EF-AF1A-BF4D369AD994}" type="pres">
      <dgm:prSet presAssocID="{5A805DBF-6BDB-42B6-8FA9-8EB8F17D4704}" presName="parentLeftMargin" presStyleLbl="node1" presStyleIdx="2" presStyleCnt="4"/>
      <dgm:spPr/>
    </dgm:pt>
    <dgm:pt modelId="{6B445821-6AFA-46F1-B8C8-790E8555424B}" type="pres">
      <dgm:prSet presAssocID="{5A805DBF-6BDB-42B6-8FA9-8EB8F17D470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D369956-DC50-4197-8779-5CBBB1FA996B}" type="pres">
      <dgm:prSet presAssocID="{5A805DBF-6BDB-42B6-8FA9-8EB8F17D4704}" presName="negativeSpace" presStyleCnt="0"/>
      <dgm:spPr/>
    </dgm:pt>
    <dgm:pt modelId="{D438E778-5106-4524-9548-1C1D34AF016D}" type="pres">
      <dgm:prSet presAssocID="{5A805DBF-6BDB-42B6-8FA9-8EB8F17D470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5AEAFB01-E481-4B53-86A6-8A2B421920B2}" srcId="{8833A16B-9DB2-49C3-93E0-F0D26EE30FCD}" destId="{94A4A847-88F2-4A0C-BB6A-F4F73347C3A7}" srcOrd="0" destOrd="0" parTransId="{26A13B27-C05B-47DB-987A-3BB5E3B97613}" sibTransId="{681E47DC-7648-46E3-B550-4EABCED36CAD}"/>
    <dgm:cxn modelId="{4F7B2E0C-C500-4243-946C-8F505C690D14}" type="presOf" srcId="{94A4A847-88F2-4A0C-BB6A-F4F73347C3A7}" destId="{9CF74F93-776A-4857-99B5-8C93A65B5F24}" srcOrd="1" destOrd="0" presId="urn:microsoft.com/office/officeart/2005/8/layout/list1"/>
    <dgm:cxn modelId="{7008FD15-08D1-4E7E-A940-647DA84355E5}" type="presOf" srcId="{3B96D937-1487-4028-904A-1C24E4A3E81A}" destId="{5647BE67-1288-4458-BCFB-52528DEA54E2}" srcOrd="0" destOrd="0" presId="urn:microsoft.com/office/officeart/2005/8/layout/list1"/>
    <dgm:cxn modelId="{AE819127-4FA2-4A4D-8153-E52868160983}" type="presOf" srcId="{5A805DBF-6BDB-42B6-8FA9-8EB8F17D4704}" destId="{2917362D-9861-43EF-AF1A-BF4D369AD994}" srcOrd="0" destOrd="0" presId="urn:microsoft.com/office/officeart/2005/8/layout/list1"/>
    <dgm:cxn modelId="{65829329-04DE-466E-9636-92B0F50151E9}" srcId="{8833A16B-9DB2-49C3-93E0-F0D26EE30FCD}" destId="{5A805DBF-6BDB-42B6-8FA9-8EB8F17D4704}" srcOrd="3" destOrd="0" parTransId="{182A3874-F6FE-45F2-AB1F-F82775DD1AE0}" sibTransId="{7B6D4EF5-46F3-4ECD-8C03-E7E74DE1F093}"/>
    <dgm:cxn modelId="{24BA7B5F-CBC5-4876-A494-D82CC70D229F}" type="presOf" srcId="{025F3FC4-26B2-4BAA-8906-1B13835FB721}" destId="{0BE3975B-8226-413B-99C3-4906FE557D65}" srcOrd="1" destOrd="0" presId="urn:microsoft.com/office/officeart/2005/8/layout/list1"/>
    <dgm:cxn modelId="{1C9BE243-9D60-4565-862F-E88AAC6FD7D8}" type="presOf" srcId="{8833A16B-9DB2-49C3-93E0-F0D26EE30FCD}" destId="{D93C8F72-1983-40BA-A123-3FC0A7AE8822}" srcOrd="0" destOrd="0" presId="urn:microsoft.com/office/officeart/2005/8/layout/list1"/>
    <dgm:cxn modelId="{2171506A-9E93-40AC-A8AC-E0270EB450C9}" srcId="{8833A16B-9DB2-49C3-93E0-F0D26EE30FCD}" destId="{025F3FC4-26B2-4BAA-8906-1B13835FB721}" srcOrd="2" destOrd="0" parTransId="{BF2E5467-B877-4781-B370-9770357BCF15}" sibTransId="{0B386C6E-911B-460F-B761-29280AC01900}"/>
    <dgm:cxn modelId="{E417DE56-4116-4779-8870-E0758269A5DE}" type="presOf" srcId="{3B96D937-1487-4028-904A-1C24E4A3E81A}" destId="{267AEFEF-0E0D-4AFA-A13A-455045C2DB36}" srcOrd="1" destOrd="0" presId="urn:microsoft.com/office/officeart/2005/8/layout/list1"/>
    <dgm:cxn modelId="{5A793995-B8E4-42BB-8D35-36055C18405B}" type="presOf" srcId="{025F3FC4-26B2-4BAA-8906-1B13835FB721}" destId="{82E522BB-BD66-4AFE-8474-518DF1B0D274}" srcOrd="0" destOrd="0" presId="urn:microsoft.com/office/officeart/2005/8/layout/list1"/>
    <dgm:cxn modelId="{2EE1A4C5-D528-4F31-BBC4-91F137C4E31D}" type="presOf" srcId="{94A4A847-88F2-4A0C-BB6A-F4F73347C3A7}" destId="{3BC6B670-F865-4B4C-BE5F-C0D63E6E16E5}" srcOrd="0" destOrd="0" presId="urn:microsoft.com/office/officeart/2005/8/layout/list1"/>
    <dgm:cxn modelId="{3EAFD3FC-F3F5-4EDA-BAAA-DBCB9935AF70}" srcId="{8833A16B-9DB2-49C3-93E0-F0D26EE30FCD}" destId="{3B96D937-1487-4028-904A-1C24E4A3E81A}" srcOrd="1" destOrd="0" parTransId="{036C240C-78ED-4944-81C4-BE3F5CE9B17A}" sibTransId="{2F6F2121-65CA-444D-80D9-544B2366DCD0}"/>
    <dgm:cxn modelId="{26F27CFF-579C-4477-BB97-D197BAA4C3DA}" type="presOf" srcId="{5A805DBF-6BDB-42B6-8FA9-8EB8F17D4704}" destId="{6B445821-6AFA-46F1-B8C8-790E8555424B}" srcOrd="1" destOrd="0" presId="urn:microsoft.com/office/officeart/2005/8/layout/list1"/>
    <dgm:cxn modelId="{745B58D1-E3F3-4950-981B-00D76AE5FF74}" type="presParOf" srcId="{D93C8F72-1983-40BA-A123-3FC0A7AE8822}" destId="{4454CAB3-CB05-4869-8DA2-2EA67FF955E3}" srcOrd="0" destOrd="0" presId="urn:microsoft.com/office/officeart/2005/8/layout/list1"/>
    <dgm:cxn modelId="{C23A31C3-C828-4B16-B8E5-9F6E598DA034}" type="presParOf" srcId="{4454CAB3-CB05-4869-8DA2-2EA67FF955E3}" destId="{3BC6B670-F865-4B4C-BE5F-C0D63E6E16E5}" srcOrd="0" destOrd="0" presId="urn:microsoft.com/office/officeart/2005/8/layout/list1"/>
    <dgm:cxn modelId="{9D8357C8-915B-4F34-8431-4DA181EC1A6C}" type="presParOf" srcId="{4454CAB3-CB05-4869-8DA2-2EA67FF955E3}" destId="{9CF74F93-776A-4857-99B5-8C93A65B5F24}" srcOrd="1" destOrd="0" presId="urn:microsoft.com/office/officeart/2005/8/layout/list1"/>
    <dgm:cxn modelId="{CA5F55F4-1147-4735-85EA-525A79D8F189}" type="presParOf" srcId="{D93C8F72-1983-40BA-A123-3FC0A7AE8822}" destId="{6EC9AF56-6EF0-43E6-BE88-B6387E127D7C}" srcOrd="1" destOrd="0" presId="urn:microsoft.com/office/officeart/2005/8/layout/list1"/>
    <dgm:cxn modelId="{F8219443-20F8-40AD-8BC9-E96D580855F4}" type="presParOf" srcId="{D93C8F72-1983-40BA-A123-3FC0A7AE8822}" destId="{E3478453-BA92-4793-89F5-A71AA07EBB98}" srcOrd="2" destOrd="0" presId="urn:microsoft.com/office/officeart/2005/8/layout/list1"/>
    <dgm:cxn modelId="{B526BF70-FDC0-451C-AA62-C04DFCDC1331}" type="presParOf" srcId="{D93C8F72-1983-40BA-A123-3FC0A7AE8822}" destId="{13669135-5D32-4CC3-85AD-C98B1FEAAEA1}" srcOrd="3" destOrd="0" presId="urn:microsoft.com/office/officeart/2005/8/layout/list1"/>
    <dgm:cxn modelId="{E3DF8DD8-1195-4074-82E5-63C07029239C}" type="presParOf" srcId="{D93C8F72-1983-40BA-A123-3FC0A7AE8822}" destId="{4C21349B-E9B4-4A7B-BEF8-269969CF1F2C}" srcOrd="4" destOrd="0" presId="urn:microsoft.com/office/officeart/2005/8/layout/list1"/>
    <dgm:cxn modelId="{85822624-AA4D-4B86-A159-CA737317BC96}" type="presParOf" srcId="{4C21349B-E9B4-4A7B-BEF8-269969CF1F2C}" destId="{5647BE67-1288-4458-BCFB-52528DEA54E2}" srcOrd="0" destOrd="0" presId="urn:microsoft.com/office/officeart/2005/8/layout/list1"/>
    <dgm:cxn modelId="{01A6A2C6-FDD5-44A2-B228-D1B05B8121EE}" type="presParOf" srcId="{4C21349B-E9B4-4A7B-BEF8-269969CF1F2C}" destId="{267AEFEF-0E0D-4AFA-A13A-455045C2DB36}" srcOrd="1" destOrd="0" presId="urn:microsoft.com/office/officeart/2005/8/layout/list1"/>
    <dgm:cxn modelId="{84A0555A-4AC9-47F5-9DE0-6B8A6BA9FC57}" type="presParOf" srcId="{D93C8F72-1983-40BA-A123-3FC0A7AE8822}" destId="{AFF36107-BFA3-4C65-A5BC-E630F23E6A5B}" srcOrd="5" destOrd="0" presId="urn:microsoft.com/office/officeart/2005/8/layout/list1"/>
    <dgm:cxn modelId="{4115161A-9976-4279-A032-12A792C82616}" type="presParOf" srcId="{D93C8F72-1983-40BA-A123-3FC0A7AE8822}" destId="{4F2766A0-48ED-4AC0-AF64-19DCB378ED97}" srcOrd="6" destOrd="0" presId="urn:microsoft.com/office/officeart/2005/8/layout/list1"/>
    <dgm:cxn modelId="{D201E52F-0525-4002-8FC5-3771462B3B7A}" type="presParOf" srcId="{D93C8F72-1983-40BA-A123-3FC0A7AE8822}" destId="{4FC7A55E-D9F0-4980-B9B0-E91B68A2FDEA}" srcOrd="7" destOrd="0" presId="urn:microsoft.com/office/officeart/2005/8/layout/list1"/>
    <dgm:cxn modelId="{DB706E46-E288-4959-AA5E-85C82F4FB41E}" type="presParOf" srcId="{D93C8F72-1983-40BA-A123-3FC0A7AE8822}" destId="{F33DC40A-CB7F-487B-80E7-1A5325906600}" srcOrd="8" destOrd="0" presId="urn:microsoft.com/office/officeart/2005/8/layout/list1"/>
    <dgm:cxn modelId="{EE7C9FAE-0EBC-4F8F-9880-85593B59C2E1}" type="presParOf" srcId="{F33DC40A-CB7F-487B-80E7-1A5325906600}" destId="{82E522BB-BD66-4AFE-8474-518DF1B0D274}" srcOrd="0" destOrd="0" presId="urn:microsoft.com/office/officeart/2005/8/layout/list1"/>
    <dgm:cxn modelId="{67FD5F36-A69F-493F-A865-7ED363A29144}" type="presParOf" srcId="{F33DC40A-CB7F-487B-80E7-1A5325906600}" destId="{0BE3975B-8226-413B-99C3-4906FE557D65}" srcOrd="1" destOrd="0" presId="urn:microsoft.com/office/officeart/2005/8/layout/list1"/>
    <dgm:cxn modelId="{3FB6DCB2-BE38-4EA1-96F0-EBB06CB547F1}" type="presParOf" srcId="{D93C8F72-1983-40BA-A123-3FC0A7AE8822}" destId="{1C6FE211-2010-43FD-9878-E12FE6E096F4}" srcOrd="9" destOrd="0" presId="urn:microsoft.com/office/officeart/2005/8/layout/list1"/>
    <dgm:cxn modelId="{DC1E1FF5-0B73-4D45-8E33-8BE05CD5B104}" type="presParOf" srcId="{D93C8F72-1983-40BA-A123-3FC0A7AE8822}" destId="{DF329636-E65B-4330-BD10-E732CCA5D134}" srcOrd="10" destOrd="0" presId="urn:microsoft.com/office/officeart/2005/8/layout/list1"/>
    <dgm:cxn modelId="{189F857A-185B-4D8D-8EA8-CD48EAC34D31}" type="presParOf" srcId="{D93C8F72-1983-40BA-A123-3FC0A7AE8822}" destId="{D5AAAC31-30E6-4679-9D04-5F3C239E67D6}" srcOrd="11" destOrd="0" presId="urn:microsoft.com/office/officeart/2005/8/layout/list1"/>
    <dgm:cxn modelId="{FBDF368A-ECE6-4FF5-9D21-CB096725CB94}" type="presParOf" srcId="{D93C8F72-1983-40BA-A123-3FC0A7AE8822}" destId="{8C1D9A56-9A3C-47EC-883E-405DD19014AB}" srcOrd="12" destOrd="0" presId="urn:microsoft.com/office/officeart/2005/8/layout/list1"/>
    <dgm:cxn modelId="{03E26379-04A4-4FAF-9679-29B495645FD3}" type="presParOf" srcId="{8C1D9A56-9A3C-47EC-883E-405DD19014AB}" destId="{2917362D-9861-43EF-AF1A-BF4D369AD994}" srcOrd="0" destOrd="0" presId="urn:microsoft.com/office/officeart/2005/8/layout/list1"/>
    <dgm:cxn modelId="{DA1C9E24-6EDA-4B1B-9FD3-24A39E1BB55C}" type="presParOf" srcId="{8C1D9A56-9A3C-47EC-883E-405DD19014AB}" destId="{6B445821-6AFA-46F1-B8C8-790E8555424B}" srcOrd="1" destOrd="0" presId="urn:microsoft.com/office/officeart/2005/8/layout/list1"/>
    <dgm:cxn modelId="{93109959-8055-42B4-9476-8CF52E70F261}" type="presParOf" srcId="{D93C8F72-1983-40BA-A123-3FC0A7AE8822}" destId="{ED369956-DC50-4197-8779-5CBBB1FA996B}" srcOrd="13" destOrd="0" presId="urn:microsoft.com/office/officeart/2005/8/layout/list1"/>
    <dgm:cxn modelId="{80A0E3BE-B8FF-4454-9380-8C53054EC6FD}" type="presParOf" srcId="{D93C8F72-1983-40BA-A123-3FC0A7AE8822}" destId="{D438E778-5106-4524-9548-1C1D34AF016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62CCB3A-8550-4686-A0F4-C24D84DDE88F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5B37811-B782-4FA8-A0C3-41372BB6B176}">
      <dgm:prSet/>
      <dgm:spPr/>
      <dgm:t>
        <a:bodyPr/>
        <a:lstStyle/>
        <a:p>
          <a:r>
            <a:rPr lang="en-US" b="0" i="0"/>
            <a:t>General Purpose (Dsv5, Dasv5, etc.)</a:t>
          </a:r>
          <a:endParaRPr lang="en-US"/>
        </a:p>
      </dgm:t>
    </dgm:pt>
    <dgm:pt modelId="{A06A8FDA-3EA0-42DE-AEE4-7EEE72E596F1}" type="parTrans" cxnId="{B6C602AA-8BFF-4F43-A07A-1B081796F9DD}">
      <dgm:prSet/>
      <dgm:spPr/>
      <dgm:t>
        <a:bodyPr/>
        <a:lstStyle/>
        <a:p>
          <a:endParaRPr lang="en-US"/>
        </a:p>
      </dgm:t>
    </dgm:pt>
    <dgm:pt modelId="{57CB01C4-3E81-4047-8089-B10ACBE95C1D}" type="sibTrans" cxnId="{B6C602AA-8BFF-4F43-A07A-1B081796F9DD}">
      <dgm:prSet/>
      <dgm:spPr/>
      <dgm:t>
        <a:bodyPr/>
        <a:lstStyle/>
        <a:p>
          <a:endParaRPr lang="en-US"/>
        </a:p>
      </dgm:t>
    </dgm:pt>
    <dgm:pt modelId="{BA480658-AFF9-4B3E-9E84-EAFEC7C09973}">
      <dgm:prSet/>
      <dgm:spPr/>
      <dgm:t>
        <a:bodyPr/>
        <a:lstStyle/>
        <a:p>
          <a:r>
            <a:rPr lang="en-US" b="0" i="0"/>
            <a:t>Balanced CPU/Memory, good for standard OLTP workloads.</a:t>
          </a:r>
          <a:endParaRPr lang="en-US"/>
        </a:p>
      </dgm:t>
    </dgm:pt>
    <dgm:pt modelId="{3CB47793-2796-49AD-B5A7-CDB0C39AF39C}" type="parTrans" cxnId="{4CDD9641-1D18-45BF-9585-688A76DC66CD}">
      <dgm:prSet/>
      <dgm:spPr/>
      <dgm:t>
        <a:bodyPr/>
        <a:lstStyle/>
        <a:p>
          <a:endParaRPr lang="en-US"/>
        </a:p>
      </dgm:t>
    </dgm:pt>
    <dgm:pt modelId="{74AD6D06-573F-4A83-B206-BF5ECE6A7DE0}" type="sibTrans" cxnId="{4CDD9641-1D18-45BF-9585-688A76DC66CD}">
      <dgm:prSet/>
      <dgm:spPr/>
      <dgm:t>
        <a:bodyPr/>
        <a:lstStyle/>
        <a:p>
          <a:endParaRPr lang="en-US"/>
        </a:p>
      </dgm:t>
    </dgm:pt>
    <dgm:pt modelId="{50F248C1-C8AC-4EEA-9D9A-AB8B6AB3D179}">
      <dgm:prSet/>
      <dgm:spPr/>
      <dgm:t>
        <a:bodyPr/>
        <a:lstStyle/>
        <a:p>
          <a:r>
            <a:rPr lang="en-US" b="0" i="0"/>
            <a:t>SQL Server standard edition choice to avoid over-licensing per-core.</a:t>
          </a:r>
          <a:endParaRPr lang="en-US"/>
        </a:p>
      </dgm:t>
    </dgm:pt>
    <dgm:pt modelId="{EACC27E4-49D8-4CF2-9BC5-D8A5D01796D1}" type="parTrans" cxnId="{03A5F311-D648-48C5-8DAC-11E3B90C53BF}">
      <dgm:prSet/>
      <dgm:spPr/>
      <dgm:t>
        <a:bodyPr/>
        <a:lstStyle/>
        <a:p>
          <a:endParaRPr lang="en-US"/>
        </a:p>
      </dgm:t>
    </dgm:pt>
    <dgm:pt modelId="{50C41DC2-CC53-40E4-BB11-4D84F8F619FE}" type="sibTrans" cxnId="{03A5F311-D648-48C5-8DAC-11E3B90C53BF}">
      <dgm:prSet/>
      <dgm:spPr/>
      <dgm:t>
        <a:bodyPr/>
        <a:lstStyle/>
        <a:p>
          <a:endParaRPr lang="en-US"/>
        </a:p>
      </dgm:t>
    </dgm:pt>
    <dgm:pt modelId="{74455BA8-7139-4AEC-B96F-9FC4912E468C}">
      <dgm:prSet/>
      <dgm:spPr/>
      <dgm:t>
        <a:bodyPr/>
        <a:lstStyle/>
        <a:p>
          <a:r>
            <a:rPr lang="en-US" b="0" i="0"/>
            <a:t>Dev/test for small production Postgres</a:t>
          </a:r>
          <a:endParaRPr lang="en-US"/>
        </a:p>
      </dgm:t>
    </dgm:pt>
    <dgm:pt modelId="{E46DE64F-32DE-4F11-8EAD-EE3CBAC56994}" type="parTrans" cxnId="{AB81C93F-5D44-4365-ABD2-1286737BD9F4}">
      <dgm:prSet/>
      <dgm:spPr/>
      <dgm:t>
        <a:bodyPr/>
        <a:lstStyle/>
        <a:p>
          <a:endParaRPr lang="en-US"/>
        </a:p>
      </dgm:t>
    </dgm:pt>
    <dgm:pt modelId="{AD6BDD49-6D4F-438B-AFFB-338ABCF326BE}" type="sibTrans" cxnId="{AB81C93F-5D44-4365-ABD2-1286737BD9F4}">
      <dgm:prSet/>
      <dgm:spPr/>
      <dgm:t>
        <a:bodyPr/>
        <a:lstStyle/>
        <a:p>
          <a:endParaRPr lang="en-US"/>
        </a:p>
      </dgm:t>
    </dgm:pt>
    <dgm:pt modelId="{5AD8DA48-01CF-46AC-9C07-D30C337B2E63}">
      <dgm:prSet/>
      <dgm:spPr/>
      <dgm:t>
        <a:bodyPr/>
        <a:lstStyle/>
        <a:p>
          <a:r>
            <a:rPr lang="en-US" b="0" i="0"/>
            <a:t>Remember letters stand for something:</a:t>
          </a:r>
          <a:endParaRPr lang="en-US"/>
        </a:p>
      </dgm:t>
    </dgm:pt>
    <dgm:pt modelId="{8F5CBF18-CFF1-40B7-991A-B96A6AE19E83}" type="parTrans" cxnId="{89CB0AB9-CE50-421C-B5EB-7E691DE208AC}">
      <dgm:prSet/>
      <dgm:spPr/>
      <dgm:t>
        <a:bodyPr/>
        <a:lstStyle/>
        <a:p>
          <a:endParaRPr lang="en-US"/>
        </a:p>
      </dgm:t>
    </dgm:pt>
    <dgm:pt modelId="{01D456BD-1379-4365-B4B6-7C48B9DC04F3}" type="sibTrans" cxnId="{89CB0AB9-CE50-421C-B5EB-7E691DE208AC}">
      <dgm:prSet/>
      <dgm:spPr/>
      <dgm:t>
        <a:bodyPr/>
        <a:lstStyle/>
        <a:p>
          <a:endParaRPr lang="en-US"/>
        </a:p>
      </dgm:t>
    </dgm:pt>
    <dgm:pt modelId="{5C3C006A-3C98-4B92-9690-9C5B6DCEE23D}">
      <dgm:prSet/>
      <dgm:spPr/>
      <dgm:t>
        <a:bodyPr/>
        <a:lstStyle/>
        <a:p>
          <a:r>
            <a:rPr lang="en-US" b="0" i="0"/>
            <a:t>D(family)</a:t>
          </a:r>
          <a:endParaRPr lang="en-US"/>
        </a:p>
      </dgm:t>
    </dgm:pt>
    <dgm:pt modelId="{C20F5556-CDB1-425C-A41A-74355DB3F288}" type="parTrans" cxnId="{7438FA72-7C87-451C-934E-3EF3D65FD38F}">
      <dgm:prSet/>
      <dgm:spPr/>
      <dgm:t>
        <a:bodyPr/>
        <a:lstStyle/>
        <a:p>
          <a:endParaRPr lang="en-US"/>
        </a:p>
      </dgm:t>
    </dgm:pt>
    <dgm:pt modelId="{CF1BC0A3-1B62-41B1-98BF-A9F18E4E07A3}" type="sibTrans" cxnId="{7438FA72-7C87-451C-934E-3EF3D65FD38F}">
      <dgm:prSet/>
      <dgm:spPr/>
      <dgm:t>
        <a:bodyPr/>
        <a:lstStyle/>
        <a:p>
          <a:endParaRPr lang="en-US"/>
        </a:p>
      </dgm:t>
    </dgm:pt>
    <dgm:pt modelId="{614FB90A-BCF0-4308-8875-3CEECECAAFC2}">
      <dgm:prSet/>
      <dgm:spPr/>
      <dgm:t>
        <a:bodyPr/>
        <a:lstStyle/>
        <a:p>
          <a:r>
            <a:rPr lang="en-US" b="0" i="0"/>
            <a:t>Default(Intel)  A(AMD)</a:t>
          </a:r>
          <a:endParaRPr lang="en-US"/>
        </a:p>
      </dgm:t>
    </dgm:pt>
    <dgm:pt modelId="{30AF6617-D82A-4EE7-88E1-1B402384C5D1}" type="parTrans" cxnId="{7943FC40-1F88-450E-BD8C-AD2815292942}">
      <dgm:prSet/>
      <dgm:spPr/>
      <dgm:t>
        <a:bodyPr/>
        <a:lstStyle/>
        <a:p>
          <a:endParaRPr lang="en-US"/>
        </a:p>
      </dgm:t>
    </dgm:pt>
    <dgm:pt modelId="{B5B63141-874C-4F3E-859A-F2A6B5EE493D}" type="sibTrans" cxnId="{7943FC40-1F88-450E-BD8C-AD2815292942}">
      <dgm:prSet/>
      <dgm:spPr/>
      <dgm:t>
        <a:bodyPr/>
        <a:lstStyle/>
        <a:p>
          <a:endParaRPr lang="en-US"/>
        </a:p>
      </dgm:t>
    </dgm:pt>
    <dgm:pt modelId="{93DFBF68-E254-4C83-A1B8-18A53BFA9231}">
      <dgm:prSet/>
      <dgm:spPr/>
      <dgm:t>
        <a:bodyPr/>
        <a:lstStyle/>
        <a:p>
          <a:r>
            <a:rPr lang="en-US" b="0" i="0"/>
            <a:t>S ephemeral SSD local disk attached</a:t>
          </a:r>
          <a:endParaRPr lang="en-US"/>
        </a:p>
      </dgm:t>
    </dgm:pt>
    <dgm:pt modelId="{670454B1-C4E7-46EA-9438-BE13E4E91AE9}" type="parTrans" cxnId="{82CEB2E7-BF61-4156-B1FC-5FB4835193E5}">
      <dgm:prSet/>
      <dgm:spPr/>
      <dgm:t>
        <a:bodyPr/>
        <a:lstStyle/>
        <a:p>
          <a:endParaRPr lang="en-US"/>
        </a:p>
      </dgm:t>
    </dgm:pt>
    <dgm:pt modelId="{48D0B159-CAEF-45F5-9D62-23F3C04A0504}" type="sibTrans" cxnId="{82CEB2E7-BF61-4156-B1FC-5FB4835193E5}">
      <dgm:prSet/>
      <dgm:spPr/>
      <dgm:t>
        <a:bodyPr/>
        <a:lstStyle/>
        <a:p>
          <a:endParaRPr lang="en-US"/>
        </a:p>
      </dgm:t>
    </dgm:pt>
    <dgm:pt modelId="{9EA41CA7-2B0B-4C6B-9958-A3316B4AA25F}">
      <dgm:prSet/>
      <dgm:spPr/>
      <dgm:t>
        <a:bodyPr/>
        <a:lstStyle/>
        <a:p>
          <a:r>
            <a:rPr lang="en-US" b="0" i="0"/>
            <a:t>V# is the version.  Different families=different current versions.</a:t>
          </a:r>
          <a:endParaRPr lang="en-US"/>
        </a:p>
      </dgm:t>
    </dgm:pt>
    <dgm:pt modelId="{65A3F3CF-C946-4C24-BD9E-BF0D742CF54C}" type="parTrans" cxnId="{96BDA49C-9459-4EA3-B991-2C2C7A2E37E4}">
      <dgm:prSet/>
      <dgm:spPr/>
      <dgm:t>
        <a:bodyPr/>
        <a:lstStyle/>
        <a:p>
          <a:endParaRPr lang="en-US"/>
        </a:p>
      </dgm:t>
    </dgm:pt>
    <dgm:pt modelId="{26245EAF-1798-4781-A440-418C29DBF906}" type="sibTrans" cxnId="{96BDA49C-9459-4EA3-B991-2C2C7A2E37E4}">
      <dgm:prSet/>
      <dgm:spPr/>
      <dgm:t>
        <a:bodyPr/>
        <a:lstStyle/>
        <a:p>
          <a:endParaRPr lang="en-US"/>
        </a:p>
      </dgm:t>
    </dgm:pt>
    <dgm:pt modelId="{FAC2028A-B76F-4DB8-9955-1ABAB836267F}" type="pres">
      <dgm:prSet presAssocID="{462CCB3A-8550-4686-A0F4-C24D84DDE88F}" presName="linear" presStyleCnt="0">
        <dgm:presLayoutVars>
          <dgm:dir/>
          <dgm:animLvl val="lvl"/>
          <dgm:resizeHandles val="exact"/>
        </dgm:presLayoutVars>
      </dgm:prSet>
      <dgm:spPr/>
    </dgm:pt>
    <dgm:pt modelId="{B1C4F10E-1BD2-470E-929A-221367475C4F}" type="pres">
      <dgm:prSet presAssocID="{85B37811-B782-4FA8-A0C3-41372BB6B176}" presName="parentLin" presStyleCnt="0"/>
      <dgm:spPr/>
    </dgm:pt>
    <dgm:pt modelId="{4A06FFA8-8156-42BD-8E4F-21115635635A}" type="pres">
      <dgm:prSet presAssocID="{85B37811-B782-4FA8-A0C3-41372BB6B176}" presName="parentLeftMargin" presStyleLbl="node1" presStyleIdx="0" presStyleCnt="2"/>
      <dgm:spPr/>
    </dgm:pt>
    <dgm:pt modelId="{C70532C5-43FE-4CF9-847A-0D1C7D1BCC7A}" type="pres">
      <dgm:prSet presAssocID="{85B37811-B782-4FA8-A0C3-41372BB6B17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1937CD2-7DAC-4B4A-BDCD-62A0E4C07481}" type="pres">
      <dgm:prSet presAssocID="{85B37811-B782-4FA8-A0C3-41372BB6B176}" presName="negativeSpace" presStyleCnt="0"/>
      <dgm:spPr/>
    </dgm:pt>
    <dgm:pt modelId="{2F0C6729-DC6F-415B-A858-44BA7975B29B}" type="pres">
      <dgm:prSet presAssocID="{85B37811-B782-4FA8-A0C3-41372BB6B176}" presName="childText" presStyleLbl="conFgAcc1" presStyleIdx="0" presStyleCnt="2">
        <dgm:presLayoutVars>
          <dgm:bulletEnabled val="1"/>
        </dgm:presLayoutVars>
      </dgm:prSet>
      <dgm:spPr/>
    </dgm:pt>
    <dgm:pt modelId="{60D739C6-78E3-4A42-9057-2B2E2B7ACAFF}" type="pres">
      <dgm:prSet presAssocID="{57CB01C4-3E81-4047-8089-B10ACBE95C1D}" presName="spaceBetweenRectangles" presStyleCnt="0"/>
      <dgm:spPr/>
    </dgm:pt>
    <dgm:pt modelId="{C9003537-4A40-442D-8096-BE2DB25B4285}" type="pres">
      <dgm:prSet presAssocID="{5AD8DA48-01CF-46AC-9C07-D30C337B2E63}" presName="parentLin" presStyleCnt="0"/>
      <dgm:spPr/>
    </dgm:pt>
    <dgm:pt modelId="{52892475-E7C8-4AF6-BACE-371F64E9CFEB}" type="pres">
      <dgm:prSet presAssocID="{5AD8DA48-01CF-46AC-9C07-D30C337B2E63}" presName="parentLeftMargin" presStyleLbl="node1" presStyleIdx="0" presStyleCnt="2"/>
      <dgm:spPr/>
    </dgm:pt>
    <dgm:pt modelId="{8C2B03E2-3643-42BC-8992-48B1463FB268}" type="pres">
      <dgm:prSet presAssocID="{5AD8DA48-01CF-46AC-9C07-D30C337B2E6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BE84CC6-B5F8-416C-9000-C5628F52C02C}" type="pres">
      <dgm:prSet presAssocID="{5AD8DA48-01CF-46AC-9C07-D30C337B2E63}" presName="negativeSpace" presStyleCnt="0"/>
      <dgm:spPr/>
    </dgm:pt>
    <dgm:pt modelId="{6E1E4218-9327-491C-80A2-86E925962BBC}" type="pres">
      <dgm:prSet presAssocID="{5AD8DA48-01CF-46AC-9C07-D30C337B2E6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3A5F311-D648-48C5-8DAC-11E3B90C53BF}" srcId="{85B37811-B782-4FA8-A0C3-41372BB6B176}" destId="{50F248C1-C8AC-4EEA-9D9A-AB8B6AB3D179}" srcOrd="1" destOrd="0" parTransId="{EACC27E4-49D8-4CF2-9BC5-D8A5D01796D1}" sibTransId="{50C41DC2-CC53-40E4-BB11-4D84F8F619FE}"/>
    <dgm:cxn modelId="{7486D916-5F59-4751-8C11-A68951AFCC5A}" type="presOf" srcId="{614FB90A-BCF0-4308-8875-3CEECECAAFC2}" destId="{6E1E4218-9327-491C-80A2-86E925962BBC}" srcOrd="0" destOrd="1" presId="urn:microsoft.com/office/officeart/2005/8/layout/list1"/>
    <dgm:cxn modelId="{61B1E12B-BC95-4100-B925-A2889B36B19D}" type="presOf" srcId="{5C3C006A-3C98-4B92-9690-9C5B6DCEE23D}" destId="{6E1E4218-9327-491C-80A2-86E925962BBC}" srcOrd="0" destOrd="0" presId="urn:microsoft.com/office/officeart/2005/8/layout/list1"/>
    <dgm:cxn modelId="{AB81C93F-5D44-4365-ABD2-1286737BD9F4}" srcId="{85B37811-B782-4FA8-A0C3-41372BB6B176}" destId="{74455BA8-7139-4AEC-B96F-9FC4912E468C}" srcOrd="2" destOrd="0" parTransId="{E46DE64F-32DE-4F11-8EAD-EE3CBAC56994}" sibTransId="{AD6BDD49-6D4F-438B-AFFB-338ABCF326BE}"/>
    <dgm:cxn modelId="{7943FC40-1F88-450E-BD8C-AD2815292942}" srcId="{5AD8DA48-01CF-46AC-9C07-D30C337B2E63}" destId="{614FB90A-BCF0-4308-8875-3CEECECAAFC2}" srcOrd="1" destOrd="0" parTransId="{30AF6617-D82A-4EE7-88E1-1B402384C5D1}" sibTransId="{B5B63141-874C-4F3E-859A-F2A6B5EE493D}"/>
    <dgm:cxn modelId="{CF3C0E41-DB84-482D-B8CA-6C98A2059F61}" type="presOf" srcId="{50F248C1-C8AC-4EEA-9D9A-AB8B6AB3D179}" destId="{2F0C6729-DC6F-415B-A858-44BA7975B29B}" srcOrd="0" destOrd="1" presId="urn:microsoft.com/office/officeart/2005/8/layout/list1"/>
    <dgm:cxn modelId="{4CDD9641-1D18-45BF-9585-688A76DC66CD}" srcId="{85B37811-B782-4FA8-A0C3-41372BB6B176}" destId="{BA480658-AFF9-4B3E-9E84-EAFEC7C09973}" srcOrd="0" destOrd="0" parTransId="{3CB47793-2796-49AD-B5A7-CDB0C39AF39C}" sibTransId="{74AD6D06-573F-4A83-B206-BF5ECE6A7DE0}"/>
    <dgm:cxn modelId="{01AE1668-0F74-4AD2-8C50-2E538E544AAE}" type="presOf" srcId="{5AD8DA48-01CF-46AC-9C07-D30C337B2E63}" destId="{52892475-E7C8-4AF6-BACE-371F64E9CFEB}" srcOrd="0" destOrd="0" presId="urn:microsoft.com/office/officeart/2005/8/layout/list1"/>
    <dgm:cxn modelId="{7438FA72-7C87-451C-934E-3EF3D65FD38F}" srcId="{5AD8DA48-01CF-46AC-9C07-D30C337B2E63}" destId="{5C3C006A-3C98-4B92-9690-9C5B6DCEE23D}" srcOrd="0" destOrd="0" parTransId="{C20F5556-CDB1-425C-A41A-74355DB3F288}" sibTransId="{CF1BC0A3-1B62-41B1-98BF-A9F18E4E07A3}"/>
    <dgm:cxn modelId="{A790DA86-76DD-4050-AE43-D9B127D7F731}" type="presOf" srcId="{9EA41CA7-2B0B-4C6B-9958-A3316B4AA25F}" destId="{6E1E4218-9327-491C-80A2-86E925962BBC}" srcOrd="0" destOrd="3" presId="urn:microsoft.com/office/officeart/2005/8/layout/list1"/>
    <dgm:cxn modelId="{64871199-AA3E-4A80-AAAA-18A9AFC024D9}" type="presOf" srcId="{462CCB3A-8550-4686-A0F4-C24D84DDE88F}" destId="{FAC2028A-B76F-4DB8-9955-1ABAB836267F}" srcOrd="0" destOrd="0" presId="urn:microsoft.com/office/officeart/2005/8/layout/list1"/>
    <dgm:cxn modelId="{96BDA49C-9459-4EA3-B991-2C2C7A2E37E4}" srcId="{5AD8DA48-01CF-46AC-9C07-D30C337B2E63}" destId="{9EA41CA7-2B0B-4C6B-9958-A3316B4AA25F}" srcOrd="3" destOrd="0" parTransId="{65A3F3CF-C946-4C24-BD9E-BF0D742CF54C}" sibTransId="{26245EAF-1798-4781-A440-418C29DBF906}"/>
    <dgm:cxn modelId="{9CBA199D-E32D-4D57-A5A8-E511DE8722C0}" type="presOf" srcId="{85B37811-B782-4FA8-A0C3-41372BB6B176}" destId="{C70532C5-43FE-4CF9-847A-0D1C7D1BCC7A}" srcOrd="1" destOrd="0" presId="urn:microsoft.com/office/officeart/2005/8/layout/list1"/>
    <dgm:cxn modelId="{B6C602AA-8BFF-4F43-A07A-1B081796F9DD}" srcId="{462CCB3A-8550-4686-A0F4-C24D84DDE88F}" destId="{85B37811-B782-4FA8-A0C3-41372BB6B176}" srcOrd="0" destOrd="0" parTransId="{A06A8FDA-3EA0-42DE-AEE4-7EEE72E596F1}" sibTransId="{57CB01C4-3E81-4047-8089-B10ACBE95C1D}"/>
    <dgm:cxn modelId="{89CB0AB9-CE50-421C-B5EB-7E691DE208AC}" srcId="{462CCB3A-8550-4686-A0F4-C24D84DDE88F}" destId="{5AD8DA48-01CF-46AC-9C07-D30C337B2E63}" srcOrd="1" destOrd="0" parTransId="{8F5CBF18-CFF1-40B7-991A-B96A6AE19E83}" sibTransId="{01D456BD-1379-4365-B4B6-7C48B9DC04F3}"/>
    <dgm:cxn modelId="{2BFC95BA-4CEA-45DF-AD8D-4444660A400B}" type="presOf" srcId="{74455BA8-7139-4AEC-B96F-9FC4912E468C}" destId="{2F0C6729-DC6F-415B-A858-44BA7975B29B}" srcOrd="0" destOrd="2" presId="urn:microsoft.com/office/officeart/2005/8/layout/list1"/>
    <dgm:cxn modelId="{21798DCF-1855-4343-B435-4725B7929AAF}" type="presOf" srcId="{5AD8DA48-01CF-46AC-9C07-D30C337B2E63}" destId="{8C2B03E2-3643-42BC-8992-48B1463FB268}" srcOrd="1" destOrd="0" presId="urn:microsoft.com/office/officeart/2005/8/layout/list1"/>
    <dgm:cxn modelId="{20A5C6D9-327A-4CFF-A698-000F3014C0CB}" type="presOf" srcId="{93DFBF68-E254-4C83-A1B8-18A53BFA9231}" destId="{6E1E4218-9327-491C-80A2-86E925962BBC}" srcOrd="0" destOrd="2" presId="urn:microsoft.com/office/officeart/2005/8/layout/list1"/>
    <dgm:cxn modelId="{82CEB2E7-BF61-4156-B1FC-5FB4835193E5}" srcId="{5AD8DA48-01CF-46AC-9C07-D30C337B2E63}" destId="{93DFBF68-E254-4C83-A1B8-18A53BFA9231}" srcOrd="2" destOrd="0" parTransId="{670454B1-C4E7-46EA-9438-BE13E4E91AE9}" sibTransId="{48D0B159-CAEF-45F5-9D62-23F3C04A0504}"/>
    <dgm:cxn modelId="{6606A3FB-0BF9-4505-8AF9-ED4BE5639812}" type="presOf" srcId="{85B37811-B782-4FA8-A0C3-41372BB6B176}" destId="{4A06FFA8-8156-42BD-8E4F-21115635635A}" srcOrd="0" destOrd="0" presId="urn:microsoft.com/office/officeart/2005/8/layout/list1"/>
    <dgm:cxn modelId="{6D8087FD-C07B-4E14-856A-B174F8D446EB}" type="presOf" srcId="{BA480658-AFF9-4B3E-9E84-EAFEC7C09973}" destId="{2F0C6729-DC6F-415B-A858-44BA7975B29B}" srcOrd="0" destOrd="0" presId="urn:microsoft.com/office/officeart/2005/8/layout/list1"/>
    <dgm:cxn modelId="{C3747F9F-B509-4332-868A-DD6ED84AD59C}" type="presParOf" srcId="{FAC2028A-B76F-4DB8-9955-1ABAB836267F}" destId="{B1C4F10E-1BD2-470E-929A-221367475C4F}" srcOrd="0" destOrd="0" presId="urn:microsoft.com/office/officeart/2005/8/layout/list1"/>
    <dgm:cxn modelId="{41420427-66C6-47D3-96FB-A8D6FF6C2E86}" type="presParOf" srcId="{B1C4F10E-1BD2-470E-929A-221367475C4F}" destId="{4A06FFA8-8156-42BD-8E4F-21115635635A}" srcOrd="0" destOrd="0" presId="urn:microsoft.com/office/officeart/2005/8/layout/list1"/>
    <dgm:cxn modelId="{0A2007CE-60DB-4328-878D-EC88E66F85DC}" type="presParOf" srcId="{B1C4F10E-1BD2-470E-929A-221367475C4F}" destId="{C70532C5-43FE-4CF9-847A-0D1C7D1BCC7A}" srcOrd="1" destOrd="0" presId="urn:microsoft.com/office/officeart/2005/8/layout/list1"/>
    <dgm:cxn modelId="{390FA542-B414-472D-A3D6-685F1493E2B0}" type="presParOf" srcId="{FAC2028A-B76F-4DB8-9955-1ABAB836267F}" destId="{91937CD2-7DAC-4B4A-BDCD-62A0E4C07481}" srcOrd="1" destOrd="0" presId="urn:microsoft.com/office/officeart/2005/8/layout/list1"/>
    <dgm:cxn modelId="{086F0D6D-19C8-4B79-9685-4534503FEDA7}" type="presParOf" srcId="{FAC2028A-B76F-4DB8-9955-1ABAB836267F}" destId="{2F0C6729-DC6F-415B-A858-44BA7975B29B}" srcOrd="2" destOrd="0" presId="urn:microsoft.com/office/officeart/2005/8/layout/list1"/>
    <dgm:cxn modelId="{89F145E3-D919-401A-B5F5-214847ECDF3F}" type="presParOf" srcId="{FAC2028A-B76F-4DB8-9955-1ABAB836267F}" destId="{60D739C6-78E3-4A42-9057-2B2E2B7ACAFF}" srcOrd="3" destOrd="0" presId="urn:microsoft.com/office/officeart/2005/8/layout/list1"/>
    <dgm:cxn modelId="{881BED0B-0353-456D-8A18-EF22CDAB9789}" type="presParOf" srcId="{FAC2028A-B76F-4DB8-9955-1ABAB836267F}" destId="{C9003537-4A40-442D-8096-BE2DB25B4285}" srcOrd="4" destOrd="0" presId="urn:microsoft.com/office/officeart/2005/8/layout/list1"/>
    <dgm:cxn modelId="{8504DF54-CA84-4F6F-91C3-38DE94D2A4F0}" type="presParOf" srcId="{C9003537-4A40-442D-8096-BE2DB25B4285}" destId="{52892475-E7C8-4AF6-BACE-371F64E9CFEB}" srcOrd="0" destOrd="0" presId="urn:microsoft.com/office/officeart/2005/8/layout/list1"/>
    <dgm:cxn modelId="{CCCBDFFD-D361-4EA2-ADF3-8082A55D38A6}" type="presParOf" srcId="{C9003537-4A40-442D-8096-BE2DB25B4285}" destId="{8C2B03E2-3643-42BC-8992-48B1463FB268}" srcOrd="1" destOrd="0" presId="urn:microsoft.com/office/officeart/2005/8/layout/list1"/>
    <dgm:cxn modelId="{22BBA58D-D050-42BB-9087-AC22DBB828B6}" type="presParOf" srcId="{FAC2028A-B76F-4DB8-9955-1ABAB836267F}" destId="{DBE84CC6-B5F8-416C-9000-C5628F52C02C}" srcOrd="5" destOrd="0" presId="urn:microsoft.com/office/officeart/2005/8/layout/list1"/>
    <dgm:cxn modelId="{01E190FB-9D07-489A-915A-741F28A330F1}" type="presParOf" srcId="{FAC2028A-B76F-4DB8-9955-1ABAB836267F}" destId="{6E1E4218-9327-491C-80A2-86E925962BB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26C6A5C-A13B-4D0B-BA7D-04D8410050A6}" type="doc">
      <dgm:prSet loTypeId="urn:microsoft.com/office/officeart/2005/8/layout/vList5" loCatId="list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FB83BEF5-23E3-48FC-B551-8FCE22479F90}">
      <dgm:prSet/>
      <dgm:spPr/>
      <dgm:t>
        <a:bodyPr/>
        <a:lstStyle/>
        <a:p>
          <a:r>
            <a:rPr lang="en-US" b="0" i="0"/>
            <a:t>M-series/Mv2 (Older M Family)</a:t>
          </a:r>
          <a:endParaRPr lang="en-US"/>
        </a:p>
      </dgm:t>
    </dgm:pt>
    <dgm:pt modelId="{2CAB518E-970A-42B5-8B0B-0E23BE00F354}" type="parTrans" cxnId="{909B2D11-BEC8-4AAC-999A-8096CC011B8B}">
      <dgm:prSet/>
      <dgm:spPr/>
      <dgm:t>
        <a:bodyPr/>
        <a:lstStyle/>
        <a:p>
          <a:endParaRPr lang="en-US"/>
        </a:p>
      </dgm:t>
    </dgm:pt>
    <dgm:pt modelId="{E6452057-CF9A-4A8F-9F9C-9B4374CFA8DA}" type="sibTrans" cxnId="{909B2D11-BEC8-4AAC-999A-8096CC011B8B}">
      <dgm:prSet/>
      <dgm:spPr/>
      <dgm:t>
        <a:bodyPr/>
        <a:lstStyle/>
        <a:p>
          <a:endParaRPr lang="en-US"/>
        </a:p>
      </dgm:t>
    </dgm:pt>
    <dgm:pt modelId="{42F03CB0-217B-4F29-8B4D-8BCCD5EF864C}">
      <dgm:prSet/>
      <dgm:spPr/>
      <dgm:t>
        <a:bodyPr/>
        <a:lstStyle/>
        <a:p>
          <a:r>
            <a:rPr lang="en-US" b="0" i="0"/>
            <a:t>High memory</a:t>
          </a:r>
          <a:endParaRPr lang="en-US"/>
        </a:p>
      </dgm:t>
    </dgm:pt>
    <dgm:pt modelId="{E4C9986B-7BC2-4AAA-B0E5-FAEE2551AAD2}" type="parTrans" cxnId="{CA72B924-E123-4DB1-868A-D5C919ADA798}">
      <dgm:prSet/>
      <dgm:spPr/>
      <dgm:t>
        <a:bodyPr/>
        <a:lstStyle/>
        <a:p>
          <a:endParaRPr lang="en-US"/>
        </a:p>
      </dgm:t>
    </dgm:pt>
    <dgm:pt modelId="{D3E43636-20E5-4D74-8610-287051428CB2}" type="sibTrans" cxnId="{CA72B924-E123-4DB1-868A-D5C919ADA798}">
      <dgm:prSet/>
      <dgm:spPr/>
      <dgm:t>
        <a:bodyPr/>
        <a:lstStyle/>
        <a:p>
          <a:endParaRPr lang="en-US"/>
        </a:p>
      </dgm:t>
    </dgm:pt>
    <dgm:pt modelId="{7BAEFA73-A9CC-4396-9F8E-22FD3EC421DF}">
      <dgm:prSet/>
      <dgm:spPr/>
      <dgm:t>
        <a:bodyPr/>
        <a:lstStyle/>
        <a:p>
          <a:r>
            <a:rPr lang="en-US" b="0" i="0"/>
            <a:t>Low throttle values(I’ll explain)</a:t>
          </a:r>
          <a:endParaRPr lang="en-US"/>
        </a:p>
      </dgm:t>
    </dgm:pt>
    <dgm:pt modelId="{93AB0CE5-3D2A-458E-96DB-EC2789691754}" type="parTrans" cxnId="{D992D5E2-8D2B-4F45-AB68-5673C1EA9624}">
      <dgm:prSet/>
      <dgm:spPr/>
      <dgm:t>
        <a:bodyPr/>
        <a:lstStyle/>
        <a:p>
          <a:endParaRPr lang="en-US"/>
        </a:p>
      </dgm:t>
    </dgm:pt>
    <dgm:pt modelId="{4C87D5DB-3EEB-4584-9CCB-5903AC45DCD5}" type="sibTrans" cxnId="{D992D5E2-8D2B-4F45-AB68-5673C1EA9624}">
      <dgm:prSet/>
      <dgm:spPr/>
      <dgm:t>
        <a:bodyPr/>
        <a:lstStyle/>
        <a:p>
          <a:endParaRPr lang="en-US"/>
        </a:p>
      </dgm:t>
    </dgm:pt>
    <dgm:pt modelId="{8D1D73D5-038B-4F0B-8DC9-6D205F36FEC3}">
      <dgm:prSet/>
      <dgm:spPr/>
      <dgm:t>
        <a:bodyPr/>
        <a:lstStyle/>
        <a:p>
          <a:r>
            <a:rPr lang="en-US" b="0" i="0"/>
            <a:t>High CPU</a:t>
          </a:r>
          <a:endParaRPr lang="en-US"/>
        </a:p>
      </dgm:t>
    </dgm:pt>
    <dgm:pt modelId="{9F831F15-2C01-41C5-8DE2-BD161F8E84D2}" type="parTrans" cxnId="{B3D9EA02-59BC-4583-9A71-41C73CAA5BC7}">
      <dgm:prSet/>
      <dgm:spPr/>
      <dgm:t>
        <a:bodyPr/>
        <a:lstStyle/>
        <a:p>
          <a:endParaRPr lang="en-US"/>
        </a:p>
      </dgm:t>
    </dgm:pt>
    <dgm:pt modelId="{8A6AEC91-FB79-497A-8F59-8BE08C54834D}" type="sibTrans" cxnId="{B3D9EA02-59BC-4583-9A71-41C73CAA5BC7}">
      <dgm:prSet/>
      <dgm:spPr/>
      <dgm:t>
        <a:bodyPr/>
        <a:lstStyle/>
        <a:p>
          <a:endParaRPr lang="en-US"/>
        </a:p>
      </dgm:t>
    </dgm:pt>
    <dgm:pt modelId="{935EDAAB-639E-4C42-89AF-BB914A616F84}">
      <dgm:prSet/>
      <dgm:spPr/>
      <dgm:t>
        <a:bodyPr/>
        <a:lstStyle/>
        <a:p>
          <a:r>
            <a:rPr lang="en-US" b="0" i="0"/>
            <a:t>Mv3</a:t>
          </a:r>
          <a:endParaRPr lang="en-US"/>
        </a:p>
      </dgm:t>
    </dgm:pt>
    <dgm:pt modelId="{9BE5D8DF-6F79-4119-BDC2-D1145D96E183}" type="parTrans" cxnId="{FB2F097A-9BCC-4DFA-836D-646508975DA8}">
      <dgm:prSet/>
      <dgm:spPr/>
      <dgm:t>
        <a:bodyPr/>
        <a:lstStyle/>
        <a:p>
          <a:endParaRPr lang="en-US"/>
        </a:p>
      </dgm:t>
    </dgm:pt>
    <dgm:pt modelId="{6DFDA3F4-9C1C-4B7C-B501-AE581593834B}" type="sibTrans" cxnId="{FB2F097A-9BCC-4DFA-836D-646508975DA8}">
      <dgm:prSet/>
      <dgm:spPr/>
      <dgm:t>
        <a:bodyPr/>
        <a:lstStyle/>
        <a:p>
          <a:endParaRPr lang="en-US"/>
        </a:p>
      </dgm:t>
    </dgm:pt>
    <dgm:pt modelId="{1287E430-3689-4684-9DF0-22A3BB323411}">
      <dgm:prSet/>
      <dgm:spPr/>
      <dgm:t>
        <a:bodyPr/>
        <a:lstStyle/>
        <a:p>
          <a:r>
            <a:rPr lang="en-US" b="0" i="0"/>
            <a:t>High memory and CPU</a:t>
          </a:r>
          <a:endParaRPr lang="en-US"/>
        </a:p>
      </dgm:t>
    </dgm:pt>
    <dgm:pt modelId="{5B492A95-D03A-4199-AA03-813D3CF2DB93}" type="parTrans" cxnId="{9840D872-AA74-44A5-8D80-EAA198B21C64}">
      <dgm:prSet/>
      <dgm:spPr/>
      <dgm:t>
        <a:bodyPr/>
        <a:lstStyle/>
        <a:p>
          <a:endParaRPr lang="en-US"/>
        </a:p>
      </dgm:t>
    </dgm:pt>
    <dgm:pt modelId="{D99B7155-8D7A-420B-9906-6FDB432AE811}" type="sibTrans" cxnId="{9840D872-AA74-44A5-8D80-EAA198B21C64}">
      <dgm:prSet/>
      <dgm:spPr/>
      <dgm:t>
        <a:bodyPr/>
        <a:lstStyle/>
        <a:p>
          <a:endParaRPr lang="en-US"/>
        </a:p>
      </dgm:t>
    </dgm:pt>
    <dgm:pt modelId="{A455277A-24AA-46AA-9589-64DEF4C4F2F7}">
      <dgm:prSet/>
      <dgm:spPr/>
      <dgm:t>
        <a:bodyPr/>
        <a:lstStyle/>
        <a:p>
          <a:r>
            <a:rPr lang="en-US" b="0" i="0"/>
            <a:t>Newest NIC(highest network speeds)</a:t>
          </a:r>
          <a:endParaRPr lang="en-US"/>
        </a:p>
      </dgm:t>
    </dgm:pt>
    <dgm:pt modelId="{24B32715-7387-4FAD-95FC-165487B9E808}" type="parTrans" cxnId="{2F879C23-1844-4A27-8421-0BCE15FED59D}">
      <dgm:prSet/>
      <dgm:spPr/>
      <dgm:t>
        <a:bodyPr/>
        <a:lstStyle/>
        <a:p>
          <a:endParaRPr lang="en-US"/>
        </a:p>
      </dgm:t>
    </dgm:pt>
    <dgm:pt modelId="{AB985415-3CC4-4A82-B7B6-61E0ED51D2E2}" type="sibTrans" cxnId="{2F879C23-1844-4A27-8421-0BCE15FED59D}">
      <dgm:prSet/>
      <dgm:spPr/>
      <dgm:t>
        <a:bodyPr/>
        <a:lstStyle/>
        <a:p>
          <a:endParaRPr lang="en-US"/>
        </a:p>
      </dgm:t>
    </dgm:pt>
    <dgm:pt modelId="{786FD8BA-0533-41C9-A405-A74D8FED31BB}">
      <dgm:prSet/>
      <dgm:spPr/>
      <dgm:t>
        <a:bodyPr/>
        <a:lstStyle/>
        <a:p>
          <a:r>
            <a:rPr lang="en-US" b="0" i="0"/>
            <a:t>High throttle values!</a:t>
          </a:r>
          <a:endParaRPr lang="en-US"/>
        </a:p>
      </dgm:t>
    </dgm:pt>
    <dgm:pt modelId="{D114BFE1-6979-4489-9E3E-62084C3AE41C}" type="parTrans" cxnId="{64658283-5E6D-465A-9BCC-0295CCC52AA5}">
      <dgm:prSet/>
      <dgm:spPr/>
      <dgm:t>
        <a:bodyPr/>
        <a:lstStyle/>
        <a:p>
          <a:endParaRPr lang="en-US"/>
        </a:p>
      </dgm:t>
    </dgm:pt>
    <dgm:pt modelId="{A22E466D-9C0A-426B-A54F-8ACA1254EF51}" type="sibTrans" cxnId="{64658283-5E6D-465A-9BCC-0295CCC52AA5}">
      <dgm:prSet/>
      <dgm:spPr/>
      <dgm:t>
        <a:bodyPr/>
        <a:lstStyle/>
        <a:p>
          <a:endParaRPr lang="en-US"/>
        </a:p>
      </dgm:t>
    </dgm:pt>
    <dgm:pt modelId="{B9B28784-7E18-4744-86EC-3FB4D485E1FA}">
      <dgm:prSet/>
      <dgm:spPr/>
      <dgm:t>
        <a:bodyPr/>
        <a:lstStyle/>
        <a:p>
          <a:r>
            <a:rPr lang="en-US" b="0" i="0"/>
            <a:t>Esv5 (Ebdsv5/Epdsv5, etc.)</a:t>
          </a:r>
          <a:endParaRPr lang="en-US"/>
        </a:p>
      </dgm:t>
    </dgm:pt>
    <dgm:pt modelId="{121BD7FC-0133-4ED9-B002-92DB50EB491D}" type="parTrans" cxnId="{1B8B8714-31DA-45C1-B6A9-D2298533CD15}">
      <dgm:prSet/>
      <dgm:spPr/>
      <dgm:t>
        <a:bodyPr/>
        <a:lstStyle/>
        <a:p>
          <a:endParaRPr lang="en-US"/>
        </a:p>
      </dgm:t>
    </dgm:pt>
    <dgm:pt modelId="{5AB7364C-BD2B-4759-8C3D-0DF192EDF610}" type="sibTrans" cxnId="{1B8B8714-31DA-45C1-B6A9-D2298533CD15}">
      <dgm:prSet/>
      <dgm:spPr/>
      <dgm:t>
        <a:bodyPr/>
        <a:lstStyle/>
        <a:p>
          <a:endParaRPr lang="en-US"/>
        </a:p>
      </dgm:t>
    </dgm:pt>
    <dgm:pt modelId="{8D61684A-8A97-45A3-B0A1-8225E3F3898E}">
      <dgm:prSet/>
      <dgm:spPr/>
      <dgm:t>
        <a:bodyPr/>
        <a:lstStyle/>
        <a:p>
          <a:r>
            <a:rPr lang="en-US" b="0" i="0"/>
            <a:t>Balanced CPU/memory</a:t>
          </a:r>
          <a:endParaRPr lang="en-US"/>
        </a:p>
      </dgm:t>
    </dgm:pt>
    <dgm:pt modelId="{D6220E9B-9577-4237-AF16-55D263DD812D}" type="parTrans" cxnId="{75C5CE14-597D-45AE-BB36-88B7FD34B855}">
      <dgm:prSet/>
      <dgm:spPr/>
      <dgm:t>
        <a:bodyPr/>
        <a:lstStyle/>
        <a:p>
          <a:endParaRPr lang="en-US"/>
        </a:p>
      </dgm:t>
    </dgm:pt>
    <dgm:pt modelId="{3BEB8455-A4D4-457E-BE2C-0908DFC6A385}" type="sibTrans" cxnId="{75C5CE14-597D-45AE-BB36-88B7FD34B855}">
      <dgm:prSet/>
      <dgm:spPr/>
      <dgm:t>
        <a:bodyPr/>
        <a:lstStyle/>
        <a:p>
          <a:endParaRPr lang="en-US"/>
        </a:p>
      </dgm:t>
    </dgm:pt>
    <dgm:pt modelId="{18CF4623-56AF-45D9-AC39-47D4B5F5FFBF}">
      <dgm:prSet/>
      <dgm:spPr/>
      <dgm:t>
        <a:bodyPr/>
        <a:lstStyle/>
        <a:p>
          <a:r>
            <a:rPr lang="en-US" b="0" i="0"/>
            <a:t>Best for most enterprise, mission critical database workloads</a:t>
          </a:r>
          <a:endParaRPr lang="en-US"/>
        </a:p>
      </dgm:t>
    </dgm:pt>
    <dgm:pt modelId="{8298B4E2-B2C7-4C8F-BF5C-488E5EDFB0AB}" type="parTrans" cxnId="{729514F9-0448-42CF-8C00-62C137F470E7}">
      <dgm:prSet/>
      <dgm:spPr/>
      <dgm:t>
        <a:bodyPr/>
        <a:lstStyle/>
        <a:p>
          <a:endParaRPr lang="en-US"/>
        </a:p>
      </dgm:t>
    </dgm:pt>
    <dgm:pt modelId="{7E51DD2A-9D27-45E9-B88D-53AD46D631FB}" type="sibTrans" cxnId="{729514F9-0448-42CF-8C00-62C137F470E7}">
      <dgm:prSet/>
      <dgm:spPr/>
      <dgm:t>
        <a:bodyPr/>
        <a:lstStyle/>
        <a:p>
          <a:endParaRPr lang="en-US"/>
        </a:p>
      </dgm:t>
    </dgm:pt>
    <dgm:pt modelId="{5EE45901-F9DA-4203-9F3A-F3438A16BDE4}" type="pres">
      <dgm:prSet presAssocID="{E26C6A5C-A13B-4D0B-BA7D-04D8410050A6}" presName="Name0" presStyleCnt="0">
        <dgm:presLayoutVars>
          <dgm:dir/>
          <dgm:animLvl val="lvl"/>
          <dgm:resizeHandles val="exact"/>
        </dgm:presLayoutVars>
      </dgm:prSet>
      <dgm:spPr/>
    </dgm:pt>
    <dgm:pt modelId="{B248AB29-1056-4899-A9F3-1CD7431FCF03}" type="pres">
      <dgm:prSet presAssocID="{FB83BEF5-23E3-48FC-B551-8FCE22479F90}" presName="linNode" presStyleCnt="0"/>
      <dgm:spPr/>
    </dgm:pt>
    <dgm:pt modelId="{387B016B-A3D4-43C6-93D3-3E3701F196B8}" type="pres">
      <dgm:prSet presAssocID="{FB83BEF5-23E3-48FC-B551-8FCE22479F90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86FA8CAE-E5D6-4A55-9CC3-F5493567CA13}" type="pres">
      <dgm:prSet presAssocID="{FB83BEF5-23E3-48FC-B551-8FCE22479F90}" presName="descendantText" presStyleLbl="alignAccFollowNode1" presStyleIdx="0" presStyleCnt="3">
        <dgm:presLayoutVars>
          <dgm:bulletEnabled val="1"/>
        </dgm:presLayoutVars>
      </dgm:prSet>
      <dgm:spPr/>
    </dgm:pt>
    <dgm:pt modelId="{985E362D-212A-4B4E-8358-9EA774AA6E84}" type="pres">
      <dgm:prSet presAssocID="{E6452057-CF9A-4A8F-9F9C-9B4374CFA8DA}" presName="sp" presStyleCnt="0"/>
      <dgm:spPr/>
    </dgm:pt>
    <dgm:pt modelId="{7C550157-4E89-49E0-8E3A-C2EA61A76046}" type="pres">
      <dgm:prSet presAssocID="{935EDAAB-639E-4C42-89AF-BB914A616F84}" presName="linNode" presStyleCnt="0"/>
      <dgm:spPr/>
    </dgm:pt>
    <dgm:pt modelId="{815468E7-1E84-4BD9-9E67-F3AD3F8CC489}" type="pres">
      <dgm:prSet presAssocID="{935EDAAB-639E-4C42-89AF-BB914A616F84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0489AE8A-D84A-4198-A8A5-5552E82936C5}" type="pres">
      <dgm:prSet presAssocID="{935EDAAB-639E-4C42-89AF-BB914A616F84}" presName="descendantText" presStyleLbl="alignAccFollowNode1" presStyleIdx="1" presStyleCnt="3">
        <dgm:presLayoutVars>
          <dgm:bulletEnabled val="1"/>
        </dgm:presLayoutVars>
      </dgm:prSet>
      <dgm:spPr/>
    </dgm:pt>
    <dgm:pt modelId="{90856742-2C30-4186-B6F8-58E6826CDB7E}" type="pres">
      <dgm:prSet presAssocID="{6DFDA3F4-9C1C-4B7C-B501-AE581593834B}" presName="sp" presStyleCnt="0"/>
      <dgm:spPr/>
    </dgm:pt>
    <dgm:pt modelId="{3531E15D-2A85-433A-9E7A-E359B805E4F3}" type="pres">
      <dgm:prSet presAssocID="{B9B28784-7E18-4744-86EC-3FB4D485E1FA}" presName="linNode" presStyleCnt="0"/>
      <dgm:spPr/>
    </dgm:pt>
    <dgm:pt modelId="{6F9B00FC-6909-4EC7-AAB0-97EC60264D42}" type="pres">
      <dgm:prSet presAssocID="{B9B28784-7E18-4744-86EC-3FB4D485E1FA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E78F3A86-3AFB-4626-9634-CF5E807A799A}" type="pres">
      <dgm:prSet presAssocID="{B9B28784-7E18-4744-86EC-3FB4D485E1FA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B3D9EA02-59BC-4583-9A71-41C73CAA5BC7}" srcId="{FB83BEF5-23E3-48FC-B551-8FCE22479F90}" destId="{8D1D73D5-038B-4F0B-8DC9-6D205F36FEC3}" srcOrd="2" destOrd="0" parTransId="{9F831F15-2C01-41C5-8DE2-BD161F8E84D2}" sibTransId="{8A6AEC91-FB79-497A-8F59-8BE08C54834D}"/>
    <dgm:cxn modelId="{CB4CFB0C-24C0-486D-8194-BDBE4BA4A7FB}" type="presOf" srcId="{B9B28784-7E18-4744-86EC-3FB4D485E1FA}" destId="{6F9B00FC-6909-4EC7-AAB0-97EC60264D42}" srcOrd="0" destOrd="0" presId="urn:microsoft.com/office/officeart/2005/8/layout/vList5"/>
    <dgm:cxn modelId="{909B2D11-BEC8-4AAC-999A-8096CC011B8B}" srcId="{E26C6A5C-A13B-4D0B-BA7D-04D8410050A6}" destId="{FB83BEF5-23E3-48FC-B551-8FCE22479F90}" srcOrd="0" destOrd="0" parTransId="{2CAB518E-970A-42B5-8B0B-0E23BE00F354}" sibTransId="{E6452057-CF9A-4A8F-9F9C-9B4374CFA8DA}"/>
    <dgm:cxn modelId="{1B8B8714-31DA-45C1-B6A9-D2298533CD15}" srcId="{E26C6A5C-A13B-4D0B-BA7D-04D8410050A6}" destId="{B9B28784-7E18-4744-86EC-3FB4D485E1FA}" srcOrd="2" destOrd="0" parTransId="{121BD7FC-0133-4ED9-B002-92DB50EB491D}" sibTransId="{5AB7364C-BD2B-4759-8C3D-0DF192EDF610}"/>
    <dgm:cxn modelId="{75C5CE14-597D-45AE-BB36-88B7FD34B855}" srcId="{B9B28784-7E18-4744-86EC-3FB4D485E1FA}" destId="{8D61684A-8A97-45A3-B0A1-8225E3F3898E}" srcOrd="0" destOrd="0" parTransId="{D6220E9B-9577-4237-AF16-55D263DD812D}" sibTransId="{3BEB8455-A4D4-457E-BE2C-0908DFC6A385}"/>
    <dgm:cxn modelId="{A479A01D-4A3B-4F2F-9049-9131F04B2F87}" type="presOf" srcId="{1287E430-3689-4684-9DF0-22A3BB323411}" destId="{0489AE8A-D84A-4198-A8A5-5552E82936C5}" srcOrd="0" destOrd="0" presId="urn:microsoft.com/office/officeart/2005/8/layout/vList5"/>
    <dgm:cxn modelId="{2F879C23-1844-4A27-8421-0BCE15FED59D}" srcId="{935EDAAB-639E-4C42-89AF-BB914A616F84}" destId="{A455277A-24AA-46AA-9589-64DEF4C4F2F7}" srcOrd="1" destOrd="0" parTransId="{24B32715-7387-4FAD-95FC-165487B9E808}" sibTransId="{AB985415-3CC4-4A82-B7B6-61E0ED51D2E2}"/>
    <dgm:cxn modelId="{CA72B924-E123-4DB1-868A-D5C919ADA798}" srcId="{FB83BEF5-23E3-48FC-B551-8FCE22479F90}" destId="{42F03CB0-217B-4F29-8B4D-8BCCD5EF864C}" srcOrd="0" destOrd="0" parTransId="{E4C9986B-7BC2-4AAA-B0E5-FAEE2551AAD2}" sibTransId="{D3E43636-20E5-4D74-8610-287051428CB2}"/>
    <dgm:cxn modelId="{54482165-EAE5-49EA-BC6D-79E07D5B6A96}" type="presOf" srcId="{935EDAAB-639E-4C42-89AF-BB914A616F84}" destId="{815468E7-1E84-4BD9-9E67-F3AD3F8CC489}" srcOrd="0" destOrd="0" presId="urn:microsoft.com/office/officeart/2005/8/layout/vList5"/>
    <dgm:cxn modelId="{6B137269-4F13-46AD-BC2B-84EED5F45AA7}" type="presOf" srcId="{E26C6A5C-A13B-4D0B-BA7D-04D8410050A6}" destId="{5EE45901-F9DA-4203-9F3A-F3438A16BDE4}" srcOrd="0" destOrd="0" presId="urn:microsoft.com/office/officeart/2005/8/layout/vList5"/>
    <dgm:cxn modelId="{65DCE66A-BA5C-4B75-B9F6-16A484E2C5C6}" type="presOf" srcId="{A455277A-24AA-46AA-9589-64DEF4C4F2F7}" destId="{0489AE8A-D84A-4198-A8A5-5552E82936C5}" srcOrd="0" destOrd="1" presId="urn:microsoft.com/office/officeart/2005/8/layout/vList5"/>
    <dgm:cxn modelId="{B456656E-E471-499C-978A-619ABE15436F}" type="presOf" srcId="{42F03CB0-217B-4F29-8B4D-8BCCD5EF864C}" destId="{86FA8CAE-E5D6-4A55-9CC3-F5493567CA13}" srcOrd="0" destOrd="0" presId="urn:microsoft.com/office/officeart/2005/8/layout/vList5"/>
    <dgm:cxn modelId="{9840D872-AA74-44A5-8D80-EAA198B21C64}" srcId="{935EDAAB-639E-4C42-89AF-BB914A616F84}" destId="{1287E430-3689-4684-9DF0-22A3BB323411}" srcOrd="0" destOrd="0" parTransId="{5B492A95-D03A-4199-AA03-813D3CF2DB93}" sibTransId="{D99B7155-8D7A-420B-9906-6FDB432AE811}"/>
    <dgm:cxn modelId="{FB2F097A-9BCC-4DFA-836D-646508975DA8}" srcId="{E26C6A5C-A13B-4D0B-BA7D-04D8410050A6}" destId="{935EDAAB-639E-4C42-89AF-BB914A616F84}" srcOrd="1" destOrd="0" parTransId="{9BE5D8DF-6F79-4119-BDC2-D1145D96E183}" sibTransId="{6DFDA3F4-9C1C-4B7C-B501-AE581593834B}"/>
    <dgm:cxn modelId="{7BB1997D-B774-471F-9ABA-10E7F4521801}" type="presOf" srcId="{18CF4623-56AF-45D9-AC39-47D4B5F5FFBF}" destId="{E78F3A86-3AFB-4626-9634-CF5E807A799A}" srcOrd="0" destOrd="1" presId="urn:microsoft.com/office/officeart/2005/8/layout/vList5"/>
    <dgm:cxn modelId="{7ABD2282-58C1-4B37-A5A6-DADE0ED2D827}" type="presOf" srcId="{8D61684A-8A97-45A3-B0A1-8225E3F3898E}" destId="{E78F3A86-3AFB-4626-9634-CF5E807A799A}" srcOrd="0" destOrd="0" presId="urn:microsoft.com/office/officeart/2005/8/layout/vList5"/>
    <dgm:cxn modelId="{64658283-5E6D-465A-9BCC-0295CCC52AA5}" srcId="{935EDAAB-639E-4C42-89AF-BB914A616F84}" destId="{786FD8BA-0533-41C9-A405-A74D8FED31BB}" srcOrd="2" destOrd="0" parTransId="{D114BFE1-6979-4489-9E3E-62084C3AE41C}" sibTransId="{A22E466D-9C0A-426B-A54F-8ACA1254EF51}"/>
    <dgm:cxn modelId="{A284728E-9D5B-487D-9EC4-043EEDCA0B76}" type="presOf" srcId="{7BAEFA73-A9CC-4396-9F8E-22FD3EC421DF}" destId="{86FA8CAE-E5D6-4A55-9CC3-F5493567CA13}" srcOrd="0" destOrd="1" presId="urn:microsoft.com/office/officeart/2005/8/layout/vList5"/>
    <dgm:cxn modelId="{9FEB7BC6-43CC-486B-A353-CCF7FFF6EB49}" type="presOf" srcId="{786FD8BA-0533-41C9-A405-A74D8FED31BB}" destId="{0489AE8A-D84A-4198-A8A5-5552E82936C5}" srcOrd="0" destOrd="2" presId="urn:microsoft.com/office/officeart/2005/8/layout/vList5"/>
    <dgm:cxn modelId="{7C75D2C8-2329-493D-A9BA-7285DB012CE0}" type="presOf" srcId="{FB83BEF5-23E3-48FC-B551-8FCE22479F90}" destId="{387B016B-A3D4-43C6-93D3-3E3701F196B8}" srcOrd="0" destOrd="0" presId="urn:microsoft.com/office/officeart/2005/8/layout/vList5"/>
    <dgm:cxn modelId="{27D7F6CF-3963-4FC2-9971-CBA8BAFAB603}" type="presOf" srcId="{8D1D73D5-038B-4F0B-8DC9-6D205F36FEC3}" destId="{86FA8CAE-E5D6-4A55-9CC3-F5493567CA13}" srcOrd="0" destOrd="2" presId="urn:microsoft.com/office/officeart/2005/8/layout/vList5"/>
    <dgm:cxn modelId="{D992D5E2-8D2B-4F45-AB68-5673C1EA9624}" srcId="{FB83BEF5-23E3-48FC-B551-8FCE22479F90}" destId="{7BAEFA73-A9CC-4396-9F8E-22FD3EC421DF}" srcOrd="1" destOrd="0" parTransId="{93AB0CE5-3D2A-458E-96DB-EC2789691754}" sibTransId="{4C87D5DB-3EEB-4584-9CCB-5903AC45DCD5}"/>
    <dgm:cxn modelId="{729514F9-0448-42CF-8C00-62C137F470E7}" srcId="{B9B28784-7E18-4744-86EC-3FB4D485E1FA}" destId="{18CF4623-56AF-45D9-AC39-47D4B5F5FFBF}" srcOrd="1" destOrd="0" parTransId="{8298B4E2-B2C7-4C8F-BF5C-488E5EDFB0AB}" sibTransId="{7E51DD2A-9D27-45E9-B88D-53AD46D631FB}"/>
    <dgm:cxn modelId="{A83B5F61-B981-4B6F-97A3-36B6604AC520}" type="presParOf" srcId="{5EE45901-F9DA-4203-9F3A-F3438A16BDE4}" destId="{B248AB29-1056-4899-A9F3-1CD7431FCF03}" srcOrd="0" destOrd="0" presId="urn:microsoft.com/office/officeart/2005/8/layout/vList5"/>
    <dgm:cxn modelId="{84CD7894-E1F1-4B12-B9E1-B31F7F3817EE}" type="presParOf" srcId="{B248AB29-1056-4899-A9F3-1CD7431FCF03}" destId="{387B016B-A3D4-43C6-93D3-3E3701F196B8}" srcOrd="0" destOrd="0" presId="urn:microsoft.com/office/officeart/2005/8/layout/vList5"/>
    <dgm:cxn modelId="{222E9F54-78F0-41C0-A40D-BF1F6CA3847B}" type="presParOf" srcId="{B248AB29-1056-4899-A9F3-1CD7431FCF03}" destId="{86FA8CAE-E5D6-4A55-9CC3-F5493567CA13}" srcOrd="1" destOrd="0" presId="urn:microsoft.com/office/officeart/2005/8/layout/vList5"/>
    <dgm:cxn modelId="{2FB01F0C-DF56-4443-B35E-E6A8D8C55125}" type="presParOf" srcId="{5EE45901-F9DA-4203-9F3A-F3438A16BDE4}" destId="{985E362D-212A-4B4E-8358-9EA774AA6E84}" srcOrd="1" destOrd="0" presId="urn:microsoft.com/office/officeart/2005/8/layout/vList5"/>
    <dgm:cxn modelId="{76677539-30E3-4AD7-9B2C-F64A450CBC57}" type="presParOf" srcId="{5EE45901-F9DA-4203-9F3A-F3438A16BDE4}" destId="{7C550157-4E89-49E0-8E3A-C2EA61A76046}" srcOrd="2" destOrd="0" presId="urn:microsoft.com/office/officeart/2005/8/layout/vList5"/>
    <dgm:cxn modelId="{28DC25FB-8B0B-4357-8B22-BBD73DD1AD60}" type="presParOf" srcId="{7C550157-4E89-49E0-8E3A-C2EA61A76046}" destId="{815468E7-1E84-4BD9-9E67-F3AD3F8CC489}" srcOrd="0" destOrd="0" presId="urn:microsoft.com/office/officeart/2005/8/layout/vList5"/>
    <dgm:cxn modelId="{09D46357-622B-4542-B3C8-DA444390A078}" type="presParOf" srcId="{7C550157-4E89-49E0-8E3A-C2EA61A76046}" destId="{0489AE8A-D84A-4198-A8A5-5552E82936C5}" srcOrd="1" destOrd="0" presId="urn:microsoft.com/office/officeart/2005/8/layout/vList5"/>
    <dgm:cxn modelId="{0C0D22B2-3194-4506-AB66-1CE3679C12AD}" type="presParOf" srcId="{5EE45901-F9DA-4203-9F3A-F3438A16BDE4}" destId="{90856742-2C30-4186-B6F8-58E6826CDB7E}" srcOrd="3" destOrd="0" presId="urn:microsoft.com/office/officeart/2005/8/layout/vList5"/>
    <dgm:cxn modelId="{6353115A-FA21-45EE-817F-1BC667C31ADE}" type="presParOf" srcId="{5EE45901-F9DA-4203-9F3A-F3438A16BDE4}" destId="{3531E15D-2A85-433A-9E7A-E359B805E4F3}" srcOrd="4" destOrd="0" presId="urn:microsoft.com/office/officeart/2005/8/layout/vList5"/>
    <dgm:cxn modelId="{A4146678-EF89-4439-8794-08783CA72CB2}" type="presParOf" srcId="{3531E15D-2A85-433A-9E7A-E359B805E4F3}" destId="{6F9B00FC-6909-4EC7-AAB0-97EC60264D42}" srcOrd="0" destOrd="0" presId="urn:microsoft.com/office/officeart/2005/8/layout/vList5"/>
    <dgm:cxn modelId="{CADEFED5-7FFE-4F3C-AEC0-262CB202B378}" type="presParOf" srcId="{3531E15D-2A85-433A-9E7A-E359B805E4F3}" destId="{E78F3A86-3AFB-4626-9634-CF5E807A799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42AE6E7-99EA-4606-AAC6-48AB3879254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E3CAADC-DAF0-4DC8-8C83-E122B5FCCB45}">
      <dgm:prSet/>
      <dgm:spPr/>
      <dgm:t>
        <a:bodyPr/>
        <a:lstStyle/>
        <a:p>
          <a:r>
            <a:rPr lang="en-US"/>
            <a:t>Azure Disks: Premium SSD, Ultra Disk</a:t>
          </a:r>
        </a:p>
      </dgm:t>
    </dgm:pt>
    <dgm:pt modelId="{72C40910-8CC9-4528-A8A2-45DB0C38516F}" type="parTrans" cxnId="{ABE26B36-424A-4C6A-A9DB-AD6CC8301B07}">
      <dgm:prSet/>
      <dgm:spPr/>
      <dgm:t>
        <a:bodyPr/>
        <a:lstStyle/>
        <a:p>
          <a:endParaRPr lang="en-US"/>
        </a:p>
      </dgm:t>
    </dgm:pt>
    <dgm:pt modelId="{97B7B026-6B70-4029-B991-B4F5C249BF1E}" type="sibTrans" cxnId="{ABE26B36-424A-4C6A-A9DB-AD6CC8301B07}">
      <dgm:prSet/>
      <dgm:spPr/>
      <dgm:t>
        <a:bodyPr/>
        <a:lstStyle/>
        <a:p>
          <a:endParaRPr lang="en-US"/>
        </a:p>
      </dgm:t>
    </dgm:pt>
    <dgm:pt modelId="{49103B38-5B47-42E0-9162-D588393BECF2}">
      <dgm:prSet/>
      <dgm:spPr/>
      <dgm:t>
        <a:bodyPr/>
        <a:lstStyle/>
        <a:p>
          <a:r>
            <a:rPr lang="en-US"/>
            <a:t>Blob Storage: Hot, Cool, Archive tiers</a:t>
          </a:r>
        </a:p>
      </dgm:t>
    </dgm:pt>
    <dgm:pt modelId="{3B269DFD-87A4-4E9D-91AF-DBAB58C32352}" type="parTrans" cxnId="{D4DF6555-30D3-4FE4-8EB4-40BB6EBCF060}">
      <dgm:prSet/>
      <dgm:spPr/>
      <dgm:t>
        <a:bodyPr/>
        <a:lstStyle/>
        <a:p>
          <a:endParaRPr lang="en-US"/>
        </a:p>
      </dgm:t>
    </dgm:pt>
    <dgm:pt modelId="{BFDFA33C-830E-41E2-AF90-A6A834406717}" type="sibTrans" cxnId="{D4DF6555-30D3-4FE4-8EB4-40BB6EBCF060}">
      <dgm:prSet/>
      <dgm:spPr/>
      <dgm:t>
        <a:bodyPr/>
        <a:lstStyle/>
        <a:p>
          <a:endParaRPr lang="en-US"/>
        </a:p>
      </dgm:t>
    </dgm:pt>
    <dgm:pt modelId="{D782D43E-AC03-49EE-80A1-51DD9219BBEE}">
      <dgm:prSet/>
      <dgm:spPr/>
      <dgm:t>
        <a:bodyPr/>
        <a:lstStyle/>
        <a:p>
          <a:r>
            <a:rPr lang="en-US"/>
            <a:t>Azure Files: SMB/NFS shared storage</a:t>
          </a:r>
        </a:p>
      </dgm:t>
    </dgm:pt>
    <dgm:pt modelId="{DCC106C8-EE86-4262-8560-414881B09DD4}" type="parTrans" cxnId="{6CF68334-643F-4DCC-A44A-8340D6650E82}">
      <dgm:prSet/>
      <dgm:spPr/>
      <dgm:t>
        <a:bodyPr/>
        <a:lstStyle/>
        <a:p>
          <a:endParaRPr lang="en-US"/>
        </a:p>
      </dgm:t>
    </dgm:pt>
    <dgm:pt modelId="{738D0715-DAF0-49C5-A696-AD57FBBD3AD5}" type="sibTrans" cxnId="{6CF68334-643F-4DCC-A44A-8340D6650E82}">
      <dgm:prSet/>
      <dgm:spPr/>
      <dgm:t>
        <a:bodyPr/>
        <a:lstStyle/>
        <a:p>
          <a:endParaRPr lang="en-US"/>
        </a:p>
      </dgm:t>
    </dgm:pt>
    <dgm:pt modelId="{11F32C7C-997C-48A3-8DD2-8221B42307B2}">
      <dgm:prSet/>
      <dgm:spPr/>
      <dgm:t>
        <a:bodyPr/>
        <a:lstStyle/>
        <a:p>
          <a:r>
            <a:rPr lang="en-US"/>
            <a:t>Azure NetApp Files: enterprise file storage</a:t>
          </a:r>
        </a:p>
      </dgm:t>
    </dgm:pt>
    <dgm:pt modelId="{1EB116F2-3F35-46FE-A7AA-547F001D0E8A}" type="parTrans" cxnId="{D09A54D0-691D-4ACC-9E80-81C179BC3DF5}">
      <dgm:prSet/>
      <dgm:spPr/>
      <dgm:t>
        <a:bodyPr/>
        <a:lstStyle/>
        <a:p>
          <a:endParaRPr lang="en-US"/>
        </a:p>
      </dgm:t>
    </dgm:pt>
    <dgm:pt modelId="{038F8C3B-0CC8-455E-A60E-E05DC68A9B96}" type="sibTrans" cxnId="{D09A54D0-691D-4ACC-9E80-81C179BC3DF5}">
      <dgm:prSet/>
      <dgm:spPr/>
      <dgm:t>
        <a:bodyPr/>
        <a:lstStyle/>
        <a:p>
          <a:endParaRPr lang="en-US"/>
        </a:p>
      </dgm:t>
    </dgm:pt>
    <dgm:pt modelId="{C0DCEE70-0612-4A57-9C31-2ADF9B3199FA}" type="pres">
      <dgm:prSet presAssocID="{542AE6E7-99EA-4606-AAC6-48AB3879254B}" presName="root" presStyleCnt="0">
        <dgm:presLayoutVars>
          <dgm:dir/>
          <dgm:resizeHandles val="exact"/>
        </dgm:presLayoutVars>
      </dgm:prSet>
      <dgm:spPr/>
    </dgm:pt>
    <dgm:pt modelId="{38C6DE1C-2DAF-44BC-9DEE-A1210BB1B599}" type="pres">
      <dgm:prSet presAssocID="{9E3CAADC-DAF0-4DC8-8C83-E122B5FCCB45}" presName="compNode" presStyleCnt="0"/>
      <dgm:spPr/>
    </dgm:pt>
    <dgm:pt modelId="{B4A29F34-C93F-4639-8F86-B02509808BEB}" type="pres">
      <dgm:prSet presAssocID="{9E3CAADC-DAF0-4DC8-8C83-E122B5FCCB45}" presName="bgRect" presStyleLbl="bgShp" presStyleIdx="0" presStyleCnt="4"/>
      <dgm:spPr/>
    </dgm:pt>
    <dgm:pt modelId="{3C446B46-0950-4109-9BC7-44788EFED54B}" type="pres">
      <dgm:prSet presAssocID="{9E3CAADC-DAF0-4DC8-8C83-E122B5FCCB4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C890111-EE15-44E5-9774-A96D92A8EC14}" type="pres">
      <dgm:prSet presAssocID="{9E3CAADC-DAF0-4DC8-8C83-E122B5FCCB45}" presName="spaceRect" presStyleCnt="0"/>
      <dgm:spPr/>
    </dgm:pt>
    <dgm:pt modelId="{CFE8D351-776C-411F-AC47-0E66A5CE7038}" type="pres">
      <dgm:prSet presAssocID="{9E3CAADC-DAF0-4DC8-8C83-E122B5FCCB45}" presName="parTx" presStyleLbl="revTx" presStyleIdx="0" presStyleCnt="4">
        <dgm:presLayoutVars>
          <dgm:chMax val="0"/>
          <dgm:chPref val="0"/>
        </dgm:presLayoutVars>
      </dgm:prSet>
      <dgm:spPr/>
    </dgm:pt>
    <dgm:pt modelId="{D72F0B32-7BB0-4833-A2F7-84374B68006B}" type="pres">
      <dgm:prSet presAssocID="{97B7B026-6B70-4029-B991-B4F5C249BF1E}" presName="sibTrans" presStyleCnt="0"/>
      <dgm:spPr/>
    </dgm:pt>
    <dgm:pt modelId="{72C59D70-F5DE-4BEB-917E-18D539FC89B7}" type="pres">
      <dgm:prSet presAssocID="{49103B38-5B47-42E0-9162-D588393BECF2}" presName="compNode" presStyleCnt="0"/>
      <dgm:spPr/>
    </dgm:pt>
    <dgm:pt modelId="{FB56F65D-2B7B-41EB-A003-27643E18F247}" type="pres">
      <dgm:prSet presAssocID="{49103B38-5B47-42E0-9162-D588393BECF2}" presName="bgRect" presStyleLbl="bgShp" presStyleIdx="1" presStyleCnt="4"/>
      <dgm:spPr/>
    </dgm:pt>
    <dgm:pt modelId="{8DD66020-B8C3-467D-8031-EE3B82AE20CC}" type="pres">
      <dgm:prSet presAssocID="{49103B38-5B47-42E0-9162-D588393BECF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lo"/>
        </a:ext>
      </dgm:extLst>
    </dgm:pt>
    <dgm:pt modelId="{3A543CFD-897C-48E4-9822-B3DF82AAD660}" type="pres">
      <dgm:prSet presAssocID="{49103B38-5B47-42E0-9162-D588393BECF2}" presName="spaceRect" presStyleCnt="0"/>
      <dgm:spPr/>
    </dgm:pt>
    <dgm:pt modelId="{6DA16F79-21AB-4454-B75E-C90E00A834E5}" type="pres">
      <dgm:prSet presAssocID="{49103B38-5B47-42E0-9162-D588393BECF2}" presName="parTx" presStyleLbl="revTx" presStyleIdx="1" presStyleCnt="4">
        <dgm:presLayoutVars>
          <dgm:chMax val="0"/>
          <dgm:chPref val="0"/>
        </dgm:presLayoutVars>
      </dgm:prSet>
      <dgm:spPr/>
    </dgm:pt>
    <dgm:pt modelId="{A7E7E6E4-F844-47CC-BBE6-AD58F1B2C7C0}" type="pres">
      <dgm:prSet presAssocID="{BFDFA33C-830E-41E2-AF90-A6A834406717}" presName="sibTrans" presStyleCnt="0"/>
      <dgm:spPr/>
    </dgm:pt>
    <dgm:pt modelId="{9FD20D8A-28F0-4257-974A-EC699BC49283}" type="pres">
      <dgm:prSet presAssocID="{D782D43E-AC03-49EE-80A1-51DD9219BBEE}" presName="compNode" presStyleCnt="0"/>
      <dgm:spPr/>
    </dgm:pt>
    <dgm:pt modelId="{E7698A18-BD8D-4BC6-A6EC-D4BE415699C7}" type="pres">
      <dgm:prSet presAssocID="{D782D43E-AC03-49EE-80A1-51DD9219BBEE}" presName="bgRect" presStyleLbl="bgShp" presStyleIdx="2" presStyleCnt="4"/>
      <dgm:spPr/>
    </dgm:pt>
    <dgm:pt modelId="{20113425-32E7-4DDB-87E4-159379573D17}" type="pres">
      <dgm:prSet presAssocID="{D782D43E-AC03-49EE-80A1-51DD9219BBE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E1AE8FA-CFB9-4DEB-8476-C2E6D06EB7AC}" type="pres">
      <dgm:prSet presAssocID="{D782D43E-AC03-49EE-80A1-51DD9219BBEE}" presName="spaceRect" presStyleCnt="0"/>
      <dgm:spPr/>
    </dgm:pt>
    <dgm:pt modelId="{B1C1EA9C-30AA-4932-8028-B8EDC25A5A39}" type="pres">
      <dgm:prSet presAssocID="{D782D43E-AC03-49EE-80A1-51DD9219BBEE}" presName="parTx" presStyleLbl="revTx" presStyleIdx="2" presStyleCnt="4">
        <dgm:presLayoutVars>
          <dgm:chMax val="0"/>
          <dgm:chPref val="0"/>
        </dgm:presLayoutVars>
      </dgm:prSet>
      <dgm:spPr/>
    </dgm:pt>
    <dgm:pt modelId="{19EA2FF1-7E02-4D35-BC8A-679E590DD44F}" type="pres">
      <dgm:prSet presAssocID="{738D0715-DAF0-49C5-A696-AD57FBBD3AD5}" presName="sibTrans" presStyleCnt="0"/>
      <dgm:spPr/>
    </dgm:pt>
    <dgm:pt modelId="{CFF54441-8BE3-48D0-82C1-79AB53CAC87B}" type="pres">
      <dgm:prSet presAssocID="{11F32C7C-997C-48A3-8DD2-8221B42307B2}" presName="compNode" presStyleCnt="0"/>
      <dgm:spPr/>
    </dgm:pt>
    <dgm:pt modelId="{1B4CEF0B-551A-4E2A-8639-2A1E27221271}" type="pres">
      <dgm:prSet presAssocID="{11F32C7C-997C-48A3-8DD2-8221B42307B2}" presName="bgRect" presStyleLbl="bgShp" presStyleIdx="3" presStyleCnt="4"/>
      <dgm:spPr/>
    </dgm:pt>
    <dgm:pt modelId="{C08C0B1B-90B4-4361-AE06-4DE6FF2A72DD}" type="pres">
      <dgm:prSet presAssocID="{11F32C7C-997C-48A3-8DD2-8221B42307B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02B02810-4137-4E17-BEF4-97053B40975B}" type="pres">
      <dgm:prSet presAssocID="{11F32C7C-997C-48A3-8DD2-8221B42307B2}" presName="spaceRect" presStyleCnt="0"/>
      <dgm:spPr/>
    </dgm:pt>
    <dgm:pt modelId="{609D358F-5597-47C0-A450-82BEFDB5B093}" type="pres">
      <dgm:prSet presAssocID="{11F32C7C-997C-48A3-8DD2-8221B42307B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0D3551B-650B-4430-834A-1E634A53F7E7}" type="presOf" srcId="{9E3CAADC-DAF0-4DC8-8C83-E122B5FCCB45}" destId="{CFE8D351-776C-411F-AC47-0E66A5CE7038}" srcOrd="0" destOrd="0" presId="urn:microsoft.com/office/officeart/2018/2/layout/IconVerticalSolidList"/>
    <dgm:cxn modelId="{6CF68334-643F-4DCC-A44A-8340D6650E82}" srcId="{542AE6E7-99EA-4606-AAC6-48AB3879254B}" destId="{D782D43E-AC03-49EE-80A1-51DD9219BBEE}" srcOrd="2" destOrd="0" parTransId="{DCC106C8-EE86-4262-8560-414881B09DD4}" sibTransId="{738D0715-DAF0-49C5-A696-AD57FBBD3AD5}"/>
    <dgm:cxn modelId="{ABE26B36-424A-4C6A-A9DB-AD6CC8301B07}" srcId="{542AE6E7-99EA-4606-AAC6-48AB3879254B}" destId="{9E3CAADC-DAF0-4DC8-8C83-E122B5FCCB45}" srcOrd="0" destOrd="0" parTransId="{72C40910-8CC9-4528-A8A2-45DB0C38516F}" sibTransId="{97B7B026-6B70-4029-B991-B4F5C249BF1E}"/>
    <dgm:cxn modelId="{3AA0C439-A184-4DEB-91E6-1C31215F2C2B}" type="presOf" srcId="{542AE6E7-99EA-4606-AAC6-48AB3879254B}" destId="{C0DCEE70-0612-4A57-9C31-2ADF9B3199FA}" srcOrd="0" destOrd="0" presId="urn:microsoft.com/office/officeart/2018/2/layout/IconVerticalSolidList"/>
    <dgm:cxn modelId="{D4DF6555-30D3-4FE4-8EB4-40BB6EBCF060}" srcId="{542AE6E7-99EA-4606-AAC6-48AB3879254B}" destId="{49103B38-5B47-42E0-9162-D588393BECF2}" srcOrd="1" destOrd="0" parTransId="{3B269DFD-87A4-4E9D-91AF-DBAB58C32352}" sibTransId="{BFDFA33C-830E-41E2-AF90-A6A834406717}"/>
    <dgm:cxn modelId="{5DBB7F83-4F01-4518-BDEF-83BC00AB4810}" type="presOf" srcId="{49103B38-5B47-42E0-9162-D588393BECF2}" destId="{6DA16F79-21AB-4454-B75E-C90E00A834E5}" srcOrd="0" destOrd="0" presId="urn:microsoft.com/office/officeart/2018/2/layout/IconVerticalSolidList"/>
    <dgm:cxn modelId="{CF40EAB0-C2C3-44CF-8AF3-06E8F24CA5B9}" type="presOf" srcId="{D782D43E-AC03-49EE-80A1-51DD9219BBEE}" destId="{B1C1EA9C-30AA-4932-8028-B8EDC25A5A39}" srcOrd="0" destOrd="0" presId="urn:microsoft.com/office/officeart/2018/2/layout/IconVerticalSolidList"/>
    <dgm:cxn modelId="{D09A54D0-691D-4ACC-9E80-81C179BC3DF5}" srcId="{542AE6E7-99EA-4606-AAC6-48AB3879254B}" destId="{11F32C7C-997C-48A3-8DD2-8221B42307B2}" srcOrd="3" destOrd="0" parTransId="{1EB116F2-3F35-46FE-A7AA-547F001D0E8A}" sibTransId="{038F8C3B-0CC8-455E-A60E-E05DC68A9B96}"/>
    <dgm:cxn modelId="{8EE73CD8-91C7-4550-9B04-325B81E67888}" type="presOf" srcId="{11F32C7C-997C-48A3-8DD2-8221B42307B2}" destId="{609D358F-5597-47C0-A450-82BEFDB5B093}" srcOrd="0" destOrd="0" presId="urn:microsoft.com/office/officeart/2018/2/layout/IconVerticalSolidList"/>
    <dgm:cxn modelId="{6492BA68-DE0F-413B-B33C-A2EE25C7580F}" type="presParOf" srcId="{C0DCEE70-0612-4A57-9C31-2ADF9B3199FA}" destId="{38C6DE1C-2DAF-44BC-9DEE-A1210BB1B599}" srcOrd="0" destOrd="0" presId="urn:microsoft.com/office/officeart/2018/2/layout/IconVerticalSolidList"/>
    <dgm:cxn modelId="{E20CD0DC-EF71-4380-A04B-BE16BC2CAEAA}" type="presParOf" srcId="{38C6DE1C-2DAF-44BC-9DEE-A1210BB1B599}" destId="{B4A29F34-C93F-4639-8F86-B02509808BEB}" srcOrd="0" destOrd="0" presId="urn:microsoft.com/office/officeart/2018/2/layout/IconVerticalSolidList"/>
    <dgm:cxn modelId="{D2C6F194-5DA1-4AA7-B03E-9A5EA432EB8B}" type="presParOf" srcId="{38C6DE1C-2DAF-44BC-9DEE-A1210BB1B599}" destId="{3C446B46-0950-4109-9BC7-44788EFED54B}" srcOrd="1" destOrd="0" presId="urn:microsoft.com/office/officeart/2018/2/layout/IconVerticalSolidList"/>
    <dgm:cxn modelId="{4BE6A175-4DE3-47C7-8BE9-AE0B49ABAFB9}" type="presParOf" srcId="{38C6DE1C-2DAF-44BC-9DEE-A1210BB1B599}" destId="{BC890111-EE15-44E5-9774-A96D92A8EC14}" srcOrd="2" destOrd="0" presId="urn:microsoft.com/office/officeart/2018/2/layout/IconVerticalSolidList"/>
    <dgm:cxn modelId="{92116CC9-786A-4DB5-9881-1FD979A632C6}" type="presParOf" srcId="{38C6DE1C-2DAF-44BC-9DEE-A1210BB1B599}" destId="{CFE8D351-776C-411F-AC47-0E66A5CE7038}" srcOrd="3" destOrd="0" presId="urn:microsoft.com/office/officeart/2018/2/layout/IconVerticalSolidList"/>
    <dgm:cxn modelId="{5592795E-1CD5-4D8D-B4DE-835F023854D1}" type="presParOf" srcId="{C0DCEE70-0612-4A57-9C31-2ADF9B3199FA}" destId="{D72F0B32-7BB0-4833-A2F7-84374B68006B}" srcOrd="1" destOrd="0" presId="urn:microsoft.com/office/officeart/2018/2/layout/IconVerticalSolidList"/>
    <dgm:cxn modelId="{39950342-787C-4EDC-92D8-133418EA7095}" type="presParOf" srcId="{C0DCEE70-0612-4A57-9C31-2ADF9B3199FA}" destId="{72C59D70-F5DE-4BEB-917E-18D539FC89B7}" srcOrd="2" destOrd="0" presId="urn:microsoft.com/office/officeart/2018/2/layout/IconVerticalSolidList"/>
    <dgm:cxn modelId="{2512CFEC-21C8-40E9-B3EC-89D77A8EBFF8}" type="presParOf" srcId="{72C59D70-F5DE-4BEB-917E-18D539FC89B7}" destId="{FB56F65D-2B7B-41EB-A003-27643E18F247}" srcOrd="0" destOrd="0" presId="urn:microsoft.com/office/officeart/2018/2/layout/IconVerticalSolidList"/>
    <dgm:cxn modelId="{C15968DB-73F7-4D59-9B17-F80EF9F81E0C}" type="presParOf" srcId="{72C59D70-F5DE-4BEB-917E-18D539FC89B7}" destId="{8DD66020-B8C3-467D-8031-EE3B82AE20CC}" srcOrd="1" destOrd="0" presId="urn:microsoft.com/office/officeart/2018/2/layout/IconVerticalSolidList"/>
    <dgm:cxn modelId="{AEC20CF4-AABD-4820-B939-FE3F8044C346}" type="presParOf" srcId="{72C59D70-F5DE-4BEB-917E-18D539FC89B7}" destId="{3A543CFD-897C-48E4-9822-B3DF82AAD660}" srcOrd="2" destOrd="0" presId="urn:microsoft.com/office/officeart/2018/2/layout/IconVerticalSolidList"/>
    <dgm:cxn modelId="{E5C66F4E-3F0B-4AE1-B762-BB08A0F0A270}" type="presParOf" srcId="{72C59D70-F5DE-4BEB-917E-18D539FC89B7}" destId="{6DA16F79-21AB-4454-B75E-C90E00A834E5}" srcOrd="3" destOrd="0" presId="urn:microsoft.com/office/officeart/2018/2/layout/IconVerticalSolidList"/>
    <dgm:cxn modelId="{AC947E4C-E927-4914-8392-193971FC9E6A}" type="presParOf" srcId="{C0DCEE70-0612-4A57-9C31-2ADF9B3199FA}" destId="{A7E7E6E4-F844-47CC-BBE6-AD58F1B2C7C0}" srcOrd="3" destOrd="0" presId="urn:microsoft.com/office/officeart/2018/2/layout/IconVerticalSolidList"/>
    <dgm:cxn modelId="{D6DD9EC7-7B81-4BA9-8382-15390D839B2E}" type="presParOf" srcId="{C0DCEE70-0612-4A57-9C31-2ADF9B3199FA}" destId="{9FD20D8A-28F0-4257-974A-EC699BC49283}" srcOrd="4" destOrd="0" presId="urn:microsoft.com/office/officeart/2018/2/layout/IconVerticalSolidList"/>
    <dgm:cxn modelId="{F95AD15D-205C-4CFD-9115-7E6764D347C6}" type="presParOf" srcId="{9FD20D8A-28F0-4257-974A-EC699BC49283}" destId="{E7698A18-BD8D-4BC6-A6EC-D4BE415699C7}" srcOrd="0" destOrd="0" presId="urn:microsoft.com/office/officeart/2018/2/layout/IconVerticalSolidList"/>
    <dgm:cxn modelId="{F7DF3847-4C2C-4392-A31F-963B23585754}" type="presParOf" srcId="{9FD20D8A-28F0-4257-974A-EC699BC49283}" destId="{20113425-32E7-4DDB-87E4-159379573D17}" srcOrd="1" destOrd="0" presId="urn:microsoft.com/office/officeart/2018/2/layout/IconVerticalSolidList"/>
    <dgm:cxn modelId="{61CE74C9-FEFB-4F82-8E2B-7979C5AE45A4}" type="presParOf" srcId="{9FD20D8A-28F0-4257-974A-EC699BC49283}" destId="{DE1AE8FA-CFB9-4DEB-8476-C2E6D06EB7AC}" srcOrd="2" destOrd="0" presId="urn:microsoft.com/office/officeart/2018/2/layout/IconVerticalSolidList"/>
    <dgm:cxn modelId="{7C9C07D7-7FEF-4FC3-B8F1-C0476918037A}" type="presParOf" srcId="{9FD20D8A-28F0-4257-974A-EC699BC49283}" destId="{B1C1EA9C-30AA-4932-8028-B8EDC25A5A39}" srcOrd="3" destOrd="0" presId="urn:microsoft.com/office/officeart/2018/2/layout/IconVerticalSolidList"/>
    <dgm:cxn modelId="{A189424E-028D-4C79-903A-A770D262D199}" type="presParOf" srcId="{C0DCEE70-0612-4A57-9C31-2ADF9B3199FA}" destId="{19EA2FF1-7E02-4D35-BC8A-679E590DD44F}" srcOrd="5" destOrd="0" presId="urn:microsoft.com/office/officeart/2018/2/layout/IconVerticalSolidList"/>
    <dgm:cxn modelId="{88D24C2A-0E50-4ED5-810B-B83715830B83}" type="presParOf" srcId="{C0DCEE70-0612-4A57-9C31-2ADF9B3199FA}" destId="{CFF54441-8BE3-48D0-82C1-79AB53CAC87B}" srcOrd="6" destOrd="0" presId="urn:microsoft.com/office/officeart/2018/2/layout/IconVerticalSolidList"/>
    <dgm:cxn modelId="{E4B91F85-01BE-4D7A-8E32-38F88861C09B}" type="presParOf" srcId="{CFF54441-8BE3-48D0-82C1-79AB53CAC87B}" destId="{1B4CEF0B-551A-4E2A-8639-2A1E27221271}" srcOrd="0" destOrd="0" presId="urn:microsoft.com/office/officeart/2018/2/layout/IconVerticalSolidList"/>
    <dgm:cxn modelId="{12CF2873-CF40-4666-882C-A0B5650407AE}" type="presParOf" srcId="{CFF54441-8BE3-48D0-82C1-79AB53CAC87B}" destId="{C08C0B1B-90B4-4361-AE06-4DE6FF2A72DD}" srcOrd="1" destOrd="0" presId="urn:microsoft.com/office/officeart/2018/2/layout/IconVerticalSolidList"/>
    <dgm:cxn modelId="{C2E553D1-FAC5-49F9-8A67-A5C8158A3DFD}" type="presParOf" srcId="{CFF54441-8BE3-48D0-82C1-79AB53CAC87B}" destId="{02B02810-4137-4E17-BEF4-97053B40975B}" srcOrd="2" destOrd="0" presId="urn:microsoft.com/office/officeart/2018/2/layout/IconVerticalSolidList"/>
    <dgm:cxn modelId="{3D4EA65A-803C-4375-AE9D-275668624C28}" type="presParOf" srcId="{CFF54441-8BE3-48D0-82C1-79AB53CAC87B}" destId="{609D358F-5597-47C0-A450-82BEFDB5B0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6831574-43AC-47C4-A92D-060F2E327FA4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C07511D-A256-4B2D-9984-7FF2E08AE464}">
      <dgm:prSet/>
      <dgm:spPr/>
      <dgm:t>
        <a:bodyPr/>
        <a:lstStyle/>
        <a:p>
          <a:r>
            <a:rPr lang="en-US"/>
            <a:t>VM decides how much IO you receive!!!*</a:t>
          </a:r>
        </a:p>
      </dgm:t>
    </dgm:pt>
    <dgm:pt modelId="{CCB675C4-536E-4856-B551-183DF32CBA13}" type="parTrans" cxnId="{309D4FEE-8780-429B-B826-3717092C5454}">
      <dgm:prSet/>
      <dgm:spPr/>
      <dgm:t>
        <a:bodyPr/>
        <a:lstStyle/>
        <a:p>
          <a:endParaRPr lang="en-US"/>
        </a:p>
      </dgm:t>
    </dgm:pt>
    <dgm:pt modelId="{3A8B9347-D2E7-4C65-B358-5AEFA99E4318}" type="sibTrans" cxnId="{309D4FEE-8780-429B-B826-3717092C5454}">
      <dgm:prSet/>
      <dgm:spPr/>
      <dgm:t>
        <a:bodyPr/>
        <a:lstStyle/>
        <a:p>
          <a:endParaRPr lang="en-US"/>
        </a:p>
      </dgm:t>
    </dgm:pt>
    <dgm:pt modelId="{D2A6965D-6BFB-48D4-B60C-E16520451D02}">
      <dgm:prSet/>
      <dgm:spPr/>
      <dgm:t>
        <a:bodyPr/>
        <a:lstStyle/>
        <a:p>
          <a:r>
            <a:rPr lang="en-US"/>
            <a:t>Premium SSD v2</a:t>
          </a:r>
        </a:p>
      </dgm:t>
    </dgm:pt>
    <dgm:pt modelId="{B0A3CB39-ACB1-40B7-8627-17BFC6E54596}" type="parTrans" cxnId="{407FAD13-01CC-41D2-B2DB-C79121EB270C}">
      <dgm:prSet/>
      <dgm:spPr/>
      <dgm:t>
        <a:bodyPr/>
        <a:lstStyle/>
        <a:p>
          <a:endParaRPr lang="en-US"/>
        </a:p>
      </dgm:t>
    </dgm:pt>
    <dgm:pt modelId="{6347DE5E-1147-42D3-BDE5-3AA4BECF70B4}" type="sibTrans" cxnId="{407FAD13-01CC-41D2-B2DB-C79121EB270C}">
      <dgm:prSet/>
      <dgm:spPr/>
      <dgm:t>
        <a:bodyPr/>
        <a:lstStyle/>
        <a:p>
          <a:endParaRPr lang="en-US"/>
        </a:p>
      </dgm:t>
    </dgm:pt>
    <dgm:pt modelId="{4887C6AA-8BED-4DB1-A5AB-53C9DF3B5944}">
      <dgm:prSet/>
      <dgm:spPr/>
      <dgm:t>
        <a:bodyPr/>
        <a:lstStyle/>
        <a:p>
          <a:r>
            <a:rPr lang="en-US"/>
            <a:t>Configurable IOPS &amp; Throughput per disk</a:t>
          </a:r>
        </a:p>
      </dgm:t>
    </dgm:pt>
    <dgm:pt modelId="{9CD650FD-808E-4C6A-BE83-0F17C711AC7D}" type="parTrans" cxnId="{E3319EE4-A4B7-4452-8630-CC05C3A72C98}">
      <dgm:prSet/>
      <dgm:spPr/>
      <dgm:t>
        <a:bodyPr/>
        <a:lstStyle/>
        <a:p>
          <a:endParaRPr lang="en-US"/>
        </a:p>
      </dgm:t>
    </dgm:pt>
    <dgm:pt modelId="{560D9586-5A6D-4A4F-9A05-05B4CA01593F}" type="sibTrans" cxnId="{E3319EE4-A4B7-4452-8630-CC05C3A72C98}">
      <dgm:prSet/>
      <dgm:spPr/>
      <dgm:t>
        <a:bodyPr/>
        <a:lstStyle/>
        <a:p>
          <a:endParaRPr lang="en-US"/>
        </a:p>
      </dgm:t>
    </dgm:pt>
    <dgm:pt modelId="{80E650F1-F2DD-4CA7-87AB-6D3A764EC7FE}">
      <dgm:prSet/>
      <dgm:spPr/>
      <dgm:t>
        <a:bodyPr/>
        <a:lstStyle/>
        <a:p>
          <a:r>
            <a:rPr lang="en-US"/>
            <a:t>Up to 80K IOPS and 1200 MBPs throughput*</a:t>
          </a:r>
        </a:p>
      </dgm:t>
    </dgm:pt>
    <dgm:pt modelId="{038B54A0-75DA-43E1-A7F9-3C3EA9FAF7D2}" type="parTrans" cxnId="{8C6356D4-5580-40ED-B70B-8D614408C8A8}">
      <dgm:prSet/>
      <dgm:spPr/>
      <dgm:t>
        <a:bodyPr/>
        <a:lstStyle/>
        <a:p>
          <a:endParaRPr lang="en-US"/>
        </a:p>
      </dgm:t>
    </dgm:pt>
    <dgm:pt modelId="{56548E53-3EDC-4D69-B4E0-49799ED0C1BF}" type="sibTrans" cxnId="{8C6356D4-5580-40ED-B70B-8D614408C8A8}">
      <dgm:prSet/>
      <dgm:spPr/>
      <dgm:t>
        <a:bodyPr/>
        <a:lstStyle/>
        <a:p>
          <a:endParaRPr lang="en-US"/>
        </a:p>
      </dgm:t>
    </dgm:pt>
    <dgm:pt modelId="{4E2BB631-69DE-445D-9579-8C6D8D8F722E}">
      <dgm:prSet/>
      <dgm:spPr/>
      <dgm:t>
        <a:bodyPr/>
        <a:lstStyle/>
        <a:p>
          <a:r>
            <a:rPr lang="en-US"/>
            <a:t>First choice for database workloads</a:t>
          </a:r>
        </a:p>
      </dgm:t>
    </dgm:pt>
    <dgm:pt modelId="{4C24222C-7C82-461B-AD50-ADE53A3ECEA2}" type="parTrans" cxnId="{F2AAB041-567D-46AF-84AB-0211B8AEBBDE}">
      <dgm:prSet/>
      <dgm:spPr/>
      <dgm:t>
        <a:bodyPr/>
        <a:lstStyle/>
        <a:p>
          <a:endParaRPr lang="en-US"/>
        </a:p>
      </dgm:t>
    </dgm:pt>
    <dgm:pt modelId="{5A6E5874-98A5-4876-918C-8A48A68934D6}" type="sibTrans" cxnId="{F2AAB041-567D-46AF-84AB-0211B8AEBBDE}">
      <dgm:prSet/>
      <dgm:spPr/>
      <dgm:t>
        <a:bodyPr/>
        <a:lstStyle/>
        <a:p>
          <a:endParaRPr lang="en-US"/>
        </a:p>
      </dgm:t>
    </dgm:pt>
    <dgm:pt modelId="{747D826F-52FB-4BE8-BCA1-96EF14DC7DD9}">
      <dgm:prSet/>
      <dgm:spPr/>
      <dgm:t>
        <a:bodyPr/>
        <a:lstStyle/>
        <a:p>
          <a:r>
            <a:rPr lang="en-US"/>
            <a:t>Ultra Disk (Go-to for Azure, but should it be?)</a:t>
          </a:r>
        </a:p>
      </dgm:t>
    </dgm:pt>
    <dgm:pt modelId="{D061F87F-4E52-46E6-8C97-4837DC88A557}" type="parTrans" cxnId="{A9BF381A-312A-4E31-972A-715D89CE4E66}">
      <dgm:prSet/>
      <dgm:spPr/>
      <dgm:t>
        <a:bodyPr/>
        <a:lstStyle/>
        <a:p>
          <a:endParaRPr lang="en-US"/>
        </a:p>
      </dgm:t>
    </dgm:pt>
    <dgm:pt modelId="{AE5DB7E9-7328-4426-9883-EAF124183D5B}" type="sibTrans" cxnId="{A9BF381A-312A-4E31-972A-715D89CE4E66}">
      <dgm:prSet/>
      <dgm:spPr/>
      <dgm:t>
        <a:bodyPr/>
        <a:lstStyle/>
        <a:p>
          <a:endParaRPr lang="en-US"/>
        </a:p>
      </dgm:t>
    </dgm:pt>
    <dgm:pt modelId="{A6A9F021-1827-484B-BC9E-9B2968983313}">
      <dgm:prSet/>
      <dgm:spPr/>
      <dgm:t>
        <a:bodyPr/>
        <a:lstStyle/>
        <a:p>
          <a:r>
            <a:rPr lang="en-US"/>
            <a:t>.5 ms latency and up to 160K IOPs and 4000 MBPs throughput*</a:t>
          </a:r>
        </a:p>
      </dgm:t>
    </dgm:pt>
    <dgm:pt modelId="{8629918D-ADD3-461B-8A1D-94C710A0C647}" type="parTrans" cxnId="{BA14F2C3-A77C-4B13-8BDE-4D60EFE5D8A4}">
      <dgm:prSet/>
      <dgm:spPr/>
      <dgm:t>
        <a:bodyPr/>
        <a:lstStyle/>
        <a:p>
          <a:endParaRPr lang="en-US"/>
        </a:p>
      </dgm:t>
    </dgm:pt>
    <dgm:pt modelId="{C345BBCA-6687-4D07-92A9-D0DF9AA326C5}" type="sibTrans" cxnId="{BA14F2C3-A77C-4B13-8BDE-4D60EFE5D8A4}">
      <dgm:prSet/>
      <dgm:spPr/>
      <dgm:t>
        <a:bodyPr/>
        <a:lstStyle/>
        <a:p>
          <a:endParaRPr lang="en-US"/>
        </a:p>
      </dgm:t>
    </dgm:pt>
    <dgm:pt modelId="{2BB7B0F5-1317-4324-8546-64CF76F9E10D}">
      <dgm:prSet/>
      <dgm:spPr/>
      <dgm:t>
        <a:bodyPr/>
        <a:lstStyle/>
        <a:p>
          <a:r>
            <a:rPr lang="en-US"/>
            <a:t>Perfect for SQL Server OLTP/high concurrency and write-heavy Postgres</a:t>
          </a:r>
        </a:p>
      </dgm:t>
    </dgm:pt>
    <dgm:pt modelId="{3D7D16F2-65AE-434A-864C-7FFD7D016A43}" type="parTrans" cxnId="{CC383FA7-77D2-48E0-AC7E-3698B57C088A}">
      <dgm:prSet/>
      <dgm:spPr/>
      <dgm:t>
        <a:bodyPr/>
        <a:lstStyle/>
        <a:p>
          <a:endParaRPr lang="en-US"/>
        </a:p>
      </dgm:t>
    </dgm:pt>
    <dgm:pt modelId="{48F2F91E-FCDE-4A52-BF08-F30A96EB062F}" type="sibTrans" cxnId="{CC383FA7-77D2-48E0-AC7E-3698B57C088A}">
      <dgm:prSet/>
      <dgm:spPr/>
      <dgm:t>
        <a:bodyPr/>
        <a:lstStyle/>
        <a:p>
          <a:endParaRPr lang="en-US"/>
        </a:p>
      </dgm:t>
    </dgm:pt>
    <dgm:pt modelId="{9F8978D0-6F1A-4369-8862-89313B425401}">
      <dgm:prSet/>
      <dgm:spPr/>
      <dgm:t>
        <a:bodyPr/>
        <a:lstStyle/>
        <a:p>
          <a:r>
            <a:rPr lang="en-US"/>
            <a:t>Can be costly</a:t>
          </a:r>
        </a:p>
      </dgm:t>
    </dgm:pt>
    <dgm:pt modelId="{74E3E02D-031E-498D-93C4-F5CC8707C114}" type="parTrans" cxnId="{ADE10710-C5C6-43B8-997F-6AF0EB34DC3E}">
      <dgm:prSet/>
      <dgm:spPr/>
      <dgm:t>
        <a:bodyPr/>
        <a:lstStyle/>
        <a:p>
          <a:endParaRPr lang="en-US"/>
        </a:p>
      </dgm:t>
    </dgm:pt>
    <dgm:pt modelId="{0274A64F-6D2D-41CB-A702-B7E21E19208D}" type="sibTrans" cxnId="{ADE10710-C5C6-43B8-997F-6AF0EB34DC3E}">
      <dgm:prSet/>
      <dgm:spPr/>
      <dgm:t>
        <a:bodyPr/>
        <a:lstStyle/>
        <a:p>
          <a:endParaRPr lang="en-US"/>
        </a:p>
      </dgm:t>
    </dgm:pt>
    <dgm:pt modelId="{4C80CECD-40BF-4785-9A88-368CB2521C4B}" type="pres">
      <dgm:prSet presAssocID="{96831574-43AC-47C4-A92D-060F2E327FA4}" presName="linear" presStyleCnt="0">
        <dgm:presLayoutVars>
          <dgm:animLvl val="lvl"/>
          <dgm:resizeHandles val="exact"/>
        </dgm:presLayoutVars>
      </dgm:prSet>
      <dgm:spPr/>
    </dgm:pt>
    <dgm:pt modelId="{7D1F2CAF-A4B8-4EFE-85F1-7FE2FDD57311}" type="pres">
      <dgm:prSet presAssocID="{3C07511D-A256-4B2D-9984-7FF2E08AE46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9335E0F-CECC-4A05-A5F7-441EF97AA604}" type="pres">
      <dgm:prSet presAssocID="{3A8B9347-D2E7-4C65-B358-5AEFA99E4318}" presName="spacer" presStyleCnt="0"/>
      <dgm:spPr/>
    </dgm:pt>
    <dgm:pt modelId="{20EAAB3D-E566-4F01-BBBA-09D990FDEC24}" type="pres">
      <dgm:prSet presAssocID="{D2A6965D-6BFB-48D4-B60C-E16520451D0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A319CEC-9FAD-4AF9-A39A-BD4C5C82E27F}" type="pres">
      <dgm:prSet presAssocID="{D2A6965D-6BFB-48D4-B60C-E16520451D02}" presName="childText" presStyleLbl="revTx" presStyleIdx="0" presStyleCnt="2">
        <dgm:presLayoutVars>
          <dgm:bulletEnabled val="1"/>
        </dgm:presLayoutVars>
      </dgm:prSet>
      <dgm:spPr/>
    </dgm:pt>
    <dgm:pt modelId="{AB90365D-ED5D-4906-A54A-BA190A26B30F}" type="pres">
      <dgm:prSet presAssocID="{747D826F-52FB-4BE8-BCA1-96EF14DC7DD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3C6ABA9-F909-4DCC-BA76-4F3869E2172A}" type="pres">
      <dgm:prSet presAssocID="{747D826F-52FB-4BE8-BCA1-96EF14DC7DD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08B0C0B-1645-414B-8AF5-9F88BCC26004}" type="presOf" srcId="{2BB7B0F5-1317-4324-8546-64CF76F9E10D}" destId="{E3C6ABA9-F909-4DCC-BA76-4F3869E2172A}" srcOrd="0" destOrd="1" presId="urn:microsoft.com/office/officeart/2005/8/layout/vList2"/>
    <dgm:cxn modelId="{ADE10710-C5C6-43B8-997F-6AF0EB34DC3E}" srcId="{747D826F-52FB-4BE8-BCA1-96EF14DC7DD9}" destId="{9F8978D0-6F1A-4369-8862-89313B425401}" srcOrd="2" destOrd="0" parTransId="{74E3E02D-031E-498D-93C4-F5CC8707C114}" sibTransId="{0274A64F-6D2D-41CB-A702-B7E21E19208D}"/>
    <dgm:cxn modelId="{407FAD13-01CC-41D2-B2DB-C79121EB270C}" srcId="{96831574-43AC-47C4-A92D-060F2E327FA4}" destId="{D2A6965D-6BFB-48D4-B60C-E16520451D02}" srcOrd="1" destOrd="0" parTransId="{B0A3CB39-ACB1-40B7-8627-17BFC6E54596}" sibTransId="{6347DE5E-1147-42D3-BDE5-3AA4BECF70B4}"/>
    <dgm:cxn modelId="{A9BF381A-312A-4E31-972A-715D89CE4E66}" srcId="{96831574-43AC-47C4-A92D-060F2E327FA4}" destId="{747D826F-52FB-4BE8-BCA1-96EF14DC7DD9}" srcOrd="2" destOrd="0" parTransId="{D061F87F-4E52-46E6-8C97-4837DC88A557}" sibTransId="{AE5DB7E9-7328-4426-9883-EAF124183D5B}"/>
    <dgm:cxn modelId="{4BCA743B-747D-497F-AD40-E1D1AC92F8FB}" type="presOf" srcId="{747D826F-52FB-4BE8-BCA1-96EF14DC7DD9}" destId="{AB90365D-ED5D-4906-A54A-BA190A26B30F}" srcOrd="0" destOrd="0" presId="urn:microsoft.com/office/officeart/2005/8/layout/vList2"/>
    <dgm:cxn modelId="{F2AAB041-567D-46AF-84AB-0211B8AEBBDE}" srcId="{D2A6965D-6BFB-48D4-B60C-E16520451D02}" destId="{4E2BB631-69DE-445D-9579-8C6D8D8F722E}" srcOrd="2" destOrd="0" parTransId="{4C24222C-7C82-461B-AD50-ADE53A3ECEA2}" sibTransId="{5A6E5874-98A5-4876-918C-8A48A68934D6}"/>
    <dgm:cxn modelId="{6C8EF76F-DF47-4B21-A9E1-7B97DCACBAD0}" type="presOf" srcId="{9F8978D0-6F1A-4369-8862-89313B425401}" destId="{E3C6ABA9-F909-4DCC-BA76-4F3869E2172A}" srcOrd="0" destOrd="2" presId="urn:microsoft.com/office/officeart/2005/8/layout/vList2"/>
    <dgm:cxn modelId="{6663B354-A42B-4BE2-A8C5-278F0A6FCEA5}" type="presOf" srcId="{D2A6965D-6BFB-48D4-B60C-E16520451D02}" destId="{20EAAB3D-E566-4F01-BBBA-09D990FDEC24}" srcOrd="0" destOrd="0" presId="urn:microsoft.com/office/officeart/2005/8/layout/vList2"/>
    <dgm:cxn modelId="{4A391C97-6D9B-40B3-9056-012C8AA3DBBB}" type="presOf" srcId="{3C07511D-A256-4B2D-9984-7FF2E08AE464}" destId="{7D1F2CAF-A4B8-4EFE-85F1-7FE2FDD57311}" srcOrd="0" destOrd="0" presId="urn:microsoft.com/office/officeart/2005/8/layout/vList2"/>
    <dgm:cxn modelId="{71E55E9E-D1A0-4E82-A372-B6BD54532DBC}" type="presOf" srcId="{4887C6AA-8BED-4DB1-A5AB-53C9DF3B5944}" destId="{4A319CEC-9FAD-4AF9-A39A-BD4C5C82E27F}" srcOrd="0" destOrd="0" presId="urn:microsoft.com/office/officeart/2005/8/layout/vList2"/>
    <dgm:cxn modelId="{CC383FA7-77D2-48E0-AC7E-3698B57C088A}" srcId="{747D826F-52FB-4BE8-BCA1-96EF14DC7DD9}" destId="{2BB7B0F5-1317-4324-8546-64CF76F9E10D}" srcOrd="1" destOrd="0" parTransId="{3D7D16F2-65AE-434A-864C-7FFD7D016A43}" sibTransId="{48F2F91E-FCDE-4A52-BF08-F30A96EB062F}"/>
    <dgm:cxn modelId="{03513BB4-0676-41A8-9397-F2D6717F2259}" type="presOf" srcId="{A6A9F021-1827-484B-BC9E-9B2968983313}" destId="{E3C6ABA9-F909-4DCC-BA76-4F3869E2172A}" srcOrd="0" destOrd="0" presId="urn:microsoft.com/office/officeart/2005/8/layout/vList2"/>
    <dgm:cxn modelId="{1CE5EEBD-3563-4A4E-8CAA-AF53954AB43A}" type="presOf" srcId="{80E650F1-F2DD-4CA7-87AB-6D3A764EC7FE}" destId="{4A319CEC-9FAD-4AF9-A39A-BD4C5C82E27F}" srcOrd="0" destOrd="1" presId="urn:microsoft.com/office/officeart/2005/8/layout/vList2"/>
    <dgm:cxn modelId="{BA14F2C3-A77C-4B13-8BDE-4D60EFE5D8A4}" srcId="{747D826F-52FB-4BE8-BCA1-96EF14DC7DD9}" destId="{A6A9F021-1827-484B-BC9E-9B2968983313}" srcOrd="0" destOrd="0" parTransId="{8629918D-ADD3-461B-8A1D-94C710A0C647}" sibTransId="{C345BBCA-6687-4D07-92A9-D0DF9AA326C5}"/>
    <dgm:cxn modelId="{8C6356D4-5580-40ED-B70B-8D614408C8A8}" srcId="{D2A6965D-6BFB-48D4-B60C-E16520451D02}" destId="{80E650F1-F2DD-4CA7-87AB-6D3A764EC7FE}" srcOrd="1" destOrd="0" parTransId="{038B54A0-75DA-43E1-A7F9-3C3EA9FAF7D2}" sibTransId="{56548E53-3EDC-4D69-B4E0-49799ED0C1BF}"/>
    <dgm:cxn modelId="{4A2499E3-2086-4326-BFFC-0F8AFEDD158C}" type="presOf" srcId="{96831574-43AC-47C4-A92D-060F2E327FA4}" destId="{4C80CECD-40BF-4785-9A88-368CB2521C4B}" srcOrd="0" destOrd="0" presId="urn:microsoft.com/office/officeart/2005/8/layout/vList2"/>
    <dgm:cxn modelId="{E3319EE4-A4B7-4452-8630-CC05C3A72C98}" srcId="{D2A6965D-6BFB-48D4-B60C-E16520451D02}" destId="{4887C6AA-8BED-4DB1-A5AB-53C9DF3B5944}" srcOrd="0" destOrd="0" parTransId="{9CD650FD-808E-4C6A-BE83-0F17C711AC7D}" sibTransId="{560D9586-5A6D-4A4F-9A05-05B4CA01593F}"/>
    <dgm:cxn modelId="{A65C41E8-7D16-4584-9185-4C4A29269AB5}" type="presOf" srcId="{4E2BB631-69DE-445D-9579-8C6D8D8F722E}" destId="{4A319CEC-9FAD-4AF9-A39A-BD4C5C82E27F}" srcOrd="0" destOrd="2" presId="urn:microsoft.com/office/officeart/2005/8/layout/vList2"/>
    <dgm:cxn modelId="{309D4FEE-8780-429B-B826-3717092C5454}" srcId="{96831574-43AC-47C4-A92D-060F2E327FA4}" destId="{3C07511D-A256-4B2D-9984-7FF2E08AE464}" srcOrd="0" destOrd="0" parTransId="{CCB675C4-536E-4856-B551-183DF32CBA13}" sibTransId="{3A8B9347-D2E7-4C65-B358-5AEFA99E4318}"/>
    <dgm:cxn modelId="{D388462D-5BF6-439F-9278-34A055D9E896}" type="presParOf" srcId="{4C80CECD-40BF-4785-9A88-368CB2521C4B}" destId="{7D1F2CAF-A4B8-4EFE-85F1-7FE2FDD57311}" srcOrd="0" destOrd="0" presId="urn:microsoft.com/office/officeart/2005/8/layout/vList2"/>
    <dgm:cxn modelId="{9AA2863F-13E9-44AB-AA45-8AE205B7FC44}" type="presParOf" srcId="{4C80CECD-40BF-4785-9A88-368CB2521C4B}" destId="{59335E0F-CECC-4A05-A5F7-441EF97AA604}" srcOrd="1" destOrd="0" presId="urn:microsoft.com/office/officeart/2005/8/layout/vList2"/>
    <dgm:cxn modelId="{504679FF-47A4-4C56-B2ED-95273B2065F9}" type="presParOf" srcId="{4C80CECD-40BF-4785-9A88-368CB2521C4B}" destId="{20EAAB3D-E566-4F01-BBBA-09D990FDEC24}" srcOrd="2" destOrd="0" presId="urn:microsoft.com/office/officeart/2005/8/layout/vList2"/>
    <dgm:cxn modelId="{51A9AFA9-CAA4-49A6-B49C-687E5CFA6FAD}" type="presParOf" srcId="{4C80CECD-40BF-4785-9A88-368CB2521C4B}" destId="{4A319CEC-9FAD-4AF9-A39A-BD4C5C82E27F}" srcOrd="3" destOrd="0" presId="urn:microsoft.com/office/officeart/2005/8/layout/vList2"/>
    <dgm:cxn modelId="{DD157298-941B-4E11-BDCB-95C20329CAE6}" type="presParOf" srcId="{4C80CECD-40BF-4785-9A88-368CB2521C4B}" destId="{AB90365D-ED5D-4906-A54A-BA190A26B30F}" srcOrd="4" destOrd="0" presId="urn:microsoft.com/office/officeart/2005/8/layout/vList2"/>
    <dgm:cxn modelId="{051886F8-3A5E-4E2D-9E05-F72C92DF60BB}" type="presParOf" srcId="{4C80CECD-40BF-4785-9A88-368CB2521C4B}" destId="{E3C6ABA9-F909-4DCC-BA76-4F3869E2172A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C310B5D-7640-471D-B760-8B9354B4916E}" type="doc">
      <dgm:prSet loTypeId="urn:microsoft.com/office/officeart/2005/8/layout/vList5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5515B3C-4E8E-4220-8574-CC3142089F16}">
      <dgm:prSet/>
      <dgm:spPr/>
      <dgm:t>
        <a:bodyPr/>
        <a:lstStyle/>
        <a:p>
          <a:r>
            <a:rPr lang="en-US"/>
            <a:t>Standard SSD</a:t>
          </a:r>
        </a:p>
      </dgm:t>
    </dgm:pt>
    <dgm:pt modelId="{F88AEA00-84D2-44DD-BF21-0218F63B87D2}" type="parTrans" cxnId="{0588D67F-79D6-4B26-972A-54E577EB712A}">
      <dgm:prSet/>
      <dgm:spPr/>
      <dgm:t>
        <a:bodyPr/>
        <a:lstStyle/>
        <a:p>
          <a:endParaRPr lang="en-US"/>
        </a:p>
      </dgm:t>
    </dgm:pt>
    <dgm:pt modelId="{C5C7C837-313D-48A1-AE49-8156A67AACB9}" type="sibTrans" cxnId="{0588D67F-79D6-4B26-972A-54E577EB712A}">
      <dgm:prSet/>
      <dgm:spPr/>
      <dgm:t>
        <a:bodyPr/>
        <a:lstStyle/>
        <a:p>
          <a:endParaRPr lang="en-US"/>
        </a:p>
      </dgm:t>
    </dgm:pt>
    <dgm:pt modelId="{90CCF44A-8780-447E-9B15-96CB722DBA95}">
      <dgm:prSet/>
      <dgm:spPr/>
      <dgm:t>
        <a:bodyPr/>
        <a:lstStyle/>
        <a:p>
          <a:r>
            <a:rPr lang="en-US"/>
            <a:t>Lower IOPS (500-6000)</a:t>
          </a:r>
        </a:p>
      </dgm:t>
    </dgm:pt>
    <dgm:pt modelId="{87B56037-D138-49A2-9151-FB36EBE630E9}" type="parTrans" cxnId="{88C26371-F978-4AAB-BBC6-97AC5D64D5D1}">
      <dgm:prSet/>
      <dgm:spPr/>
      <dgm:t>
        <a:bodyPr/>
        <a:lstStyle/>
        <a:p>
          <a:endParaRPr lang="en-US"/>
        </a:p>
      </dgm:t>
    </dgm:pt>
    <dgm:pt modelId="{AABD9EB8-A74A-41BE-B263-F385B68E3F6E}" type="sibTrans" cxnId="{88C26371-F978-4AAB-BBC6-97AC5D64D5D1}">
      <dgm:prSet/>
      <dgm:spPr/>
      <dgm:t>
        <a:bodyPr/>
        <a:lstStyle/>
        <a:p>
          <a:endParaRPr lang="en-US"/>
        </a:p>
      </dgm:t>
    </dgm:pt>
    <dgm:pt modelId="{8E275875-4E90-4A3F-B774-0C4BB7052D64}">
      <dgm:prSet/>
      <dgm:spPr/>
      <dgm:t>
        <a:bodyPr/>
        <a:lstStyle/>
        <a:p>
          <a:r>
            <a:rPr lang="en-US"/>
            <a:t>OK for dev/test or low-traffic Postgres</a:t>
          </a:r>
        </a:p>
      </dgm:t>
    </dgm:pt>
    <dgm:pt modelId="{0DAA9208-C10B-4C35-BBC5-27EFCA5E6C6F}" type="parTrans" cxnId="{4A0912A3-5088-4218-A1AD-5B4C9F9A4AF8}">
      <dgm:prSet/>
      <dgm:spPr/>
      <dgm:t>
        <a:bodyPr/>
        <a:lstStyle/>
        <a:p>
          <a:endParaRPr lang="en-US"/>
        </a:p>
      </dgm:t>
    </dgm:pt>
    <dgm:pt modelId="{56E004B5-E819-43D7-BEB7-33BE7ED64C28}" type="sibTrans" cxnId="{4A0912A3-5088-4218-A1AD-5B4C9F9A4AF8}">
      <dgm:prSet/>
      <dgm:spPr/>
      <dgm:t>
        <a:bodyPr/>
        <a:lstStyle/>
        <a:p>
          <a:endParaRPr lang="en-US"/>
        </a:p>
      </dgm:t>
    </dgm:pt>
    <dgm:pt modelId="{F8E73033-7380-4D8E-AE8B-3E7F15CC0651}">
      <dgm:prSet/>
      <dgm:spPr/>
      <dgm:t>
        <a:bodyPr/>
        <a:lstStyle/>
        <a:p>
          <a:r>
            <a:rPr lang="en-US"/>
            <a:t>Not recommended for production.</a:t>
          </a:r>
        </a:p>
      </dgm:t>
    </dgm:pt>
    <dgm:pt modelId="{8F5D2DB4-6741-4FAA-BAD3-88CD40D4EA16}" type="parTrans" cxnId="{4E4B8A4C-8B64-4BDA-BB43-5D91BAE8A5E2}">
      <dgm:prSet/>
      <dgm:spPr/>
      <dgm:t>
        <a:bodyPr/>
        <a:lstStyle/>
        <a:p>
          <a:endParaRPr lang="en-US"/>
        </a:p>
      </dgm:t>
    </dgm:pt>
    <dgm:pt modelId="{3CA3AA49-7713-43B6-9E58-F3EE6727D889}" type="sibTrans" cxnId="{4E4B8A4C-8B64-4BDA-BB43-5D91BAE8A5E2}">
      <dgm:prSet/>
      <dgm:spPr/>
      <dgm:t>
        <a:bodyPr/>
        <a:lstStyle/>
        <a:p>
          <a:endParaRPr lang="en-US"/>
        </a:p>
      </dgm:t>
    </dgm:pt>
    <dgm:pt modelId="{9A7EEEDF-38A2-4C84-86D0-5C40EFAFC4E3}">
      <dgm:prSet/>
      <dgm:spPr/>
      <dgm:t>
        <a:bodyPr/>
        <a:lstStyle/>
        <a:p>
          <a:r>
            <a:rPr lang="en-US"/>
            <a:t>Standard HDD</a:t>
          </a:r>
        </a:p>
      </dgm:t>
    </dgm:pt>
    <dgm:pt modelId="{1EE499AB-F63B-4ED5-A96A-01291C5BA0FE}" type="parTrans" cxnId="{5A043238-D3E7-438D-AAD2-F2DF0A99D659}">
      <dgm:prSet/>
      <dgm:spPr/>
      <dgm:t>
        <a:bodyPr/>
        <a:lstStyle/>
        <a:p>
          <a:endParaRPr lang="en-US"/>
        </a:p>
      </dgm:t>
    </dgm:pt>
    <dgm:pt modelId="{ABD029EE-BA21-4499-ADD2-9928B67D4DEE}" type="sibTrans" cxnId="{5A043238-D3E7-438D-AAD2-F2DF0A99D659}">
      <dgm:prSet/>
      <dgm:spPr/>
      <dgm:t>
        <a:bodyPr/>
        <a:lstStyle/>
        <a:p>
          <a:endParaRPr lang="en-US"/>
        </a:p>
      </dgm:t>
    </dgm:pt>
    <dgm:pt modelId="{672324B6-0A4F-47BD-ADC9-F5C104A55C62}">
      <dgm:prSet/>
      <dgm:spPr/>
      <dgm:t>
        <a:bodyPr/>
        <a:lstStyle/>
        <a:p>
          <a:r>
            <a:rPr lang="en-US" dirty="0"/>
            <a:t>Just a hard NO for any </a:t>
          </a:r>
          <a:r>
            <a:rPr lang="en-US" dirty="0" err="1"/>
            <a:t>datafiles</a:t>
          </a:r>
          <a:r>
            <a:rPr lang="en-US" dirty="0"/>
            <a:t> for any platform.</a:t>
          </a:r>
        </a:p>
      </dgm:t>
    </dgm:pt>
    <dgm:pt modelId="{D2AAF333-E4E8-47D0-B8DA-A737E2F0137F}" type="parTrans" cxnId="{07EA21E6-D852-4EBB-A8B3-095AA7C05845}">
      <dgm:prSet/>
      <dgm:spPr/>
      <dgm:t>
        <a:bodyPr/>
        <a:lstStyle/>
        <a:p>
          <a:endParaRPr lang="en-US"/>
        </a:p>
      </dgm:t>
    </dgm:pt>
    <dgm:pt modelId="{D80CEA11-9FA8-4D73-A996-7C002EFCD36E}" type="sibTrans" cxnId="{07EA21E6-D852-4EBB-A8B3-095AA7C05845}">
      <dgm:prSet/>
      <dgm:spPr/>
      <dgm:t>
        <a:bodyPr/>
        <a:lstStyle/>
        <a:p>
          <a:endParaRPr lang="en-US"/>
        </a:p>
      </dgm:t>
    </dgm:pt>
    <dgm:pt modelId="{22C51D81-CB0E-472B-9549-1EEBA30CF0DE}">
      <dgm:prSet/>
      <dgm:spPr/>
      <dgm:t>
        <a:bodyPr/>
        <a:lstStyle/>
        <a:p>
          <a:r>
            <a:rPr lang="en-US"/>
            <a:t>Suitable for backups, archives or play environments.</a:t>
          </a:r>
        </a:p>
      </dgm:t>
    </dgm:pt>
    <dgm:pt modelId="{2A7B62F2-3D0F-4ED5-B810-5759A79DE2D5}" type="parTrans" cxnId="{A61652DB-B52D-447E-87E8-1B3E2D31E0AE}">
      <dgm:prSet/>
      <dgm:spPr/>
      <dgm:t>
        <a:bodyPr/>
        <a:lstStyle/>
        <a:p>
          <a:endParaRPr lang="en-US"/>
        </a:p>
      </dgm:t>
    </dgm:pt>
    <dgm:pt modelId="{0B8AB4B7-FF45-4768-A5E0-B60A84DA6806}" type="sibTrans" cxnId="{A61652DB-B52D-447E-87E8-1B3E2D31E0AE}">
      <dgm:prSet/>
      <dgm:spPr/>
      <dgm:t>
        <a:bodyPr/>
        <a:lstStyle/>
        <a:p>
          <a:endParaRPr lang="en-US"/>
        </a:p>
      </dgm:t>
    </dgm:pt>
    <dgm:pt modelId="{9D3F9FF1-9EA4-4B59-AA0D-BE53593BBCC3}" type="pres">
      <dgm:prSet presAssocID="{6C310B5D-7640-471D-B760-8B9354B4916E}" presName="Name0" presStyleCnt="0">
        <dgm:presLayoutVars>
          <dgm:dir/>
          <dgm:animLvl val="lvl"/>
          <dgm:resizeHandles val="exact"/>
        </dgm:presLayoutVars>
      </dgm:prSet>
      <dgm:spPr/>
    </dgm:pt>
    <dgm:pt modelId="{92D7526D-DBC8-4D8D-8D26-3FD8444A4605}" type="pres">
      <dgm:prSet presAssocID="{85515B3C-4E8E-4220-8574-CC3142089F16}" presName="linNode" presStyleCnt="0"/>
      <dgm:spPr/>
    </dgm:pt>
    <dgm:pt modelId="{FF6ADD93-9099-44FE-AAF4-93C0A14DF236}" type="pres">
      <dgm:prSet presAssocID="{85515B3C-4E8E-4220-8574-CC3142089F16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6FBF4B52-D93A-4444-8E87-902D71B61279}" type="pres">
      <dgm:prSet presAssocID="{85515B3C-4E8E-4220-8574-CC3142089F16}" presName="descendantText" presStyleLbl="alignAccFollowNode1" presStyleIdx="0" presStyleCnt="2">
        <dgm:presLayoutVars>
          <dgm:bulletEnabled val="1"/>
        </dgm:presLayoutVars>
      </dgm:prSet>
      <dgm:spPr/>
    </dgm:pt>
    <dgm:pt modelId="{E385BC85-8631-4E9F-A4D3-995FA89506B1}" type="pres">
      <dgm:prSet presAssocID="{C5C7C837-313D-48A1-AE49-8156A67AACB9}" presName="sp" presStyleCnt="0"/>
      <dgm:spPr/>
    </dgm:pt>
    <dgm:pt modelId="{96E4F89A-D9F6-4861-A88D-1856A8EFF681}" type="pres">
      <dgm:prSet presAssocID="{9A7EEEDF-38A2-4C84-86D0-5C40EFAFC4E3}" presName="linNode" presStyleCnt="0"/>
      <dgm:spPr/>
    </dgm:pt>
    <dgm:pt modelId="{8302112B-576D-4E54-9160-58372F8C4140}" type="pres">
      <dgm:prSet presAssocID="{9A7EEEDF-38A2-4C84-86D0-5C40EFAFC4E3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1C8B830D-16C5-4E04-91EE-0CA32C596138}" type="pres">
      <dgm:prSet presAssocID="{9A7EEEDF-38A2-4C84-86D0-5C40EFAFC4E3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D12BB40A-400A-40BB-9DFA-88448957EBE2}" type="presOf" srcId="{6C310B5D-7640-471D-B760-8B9354B4916E}" destId="{9D3F9FF1-9EA4-4B59-AA0D-BE53593BBCC3}" srcOrd="0" destOrd="0" presId="urn:microsoft.com/office/officeart/2005/8/layout/vList5"/>
    <dgm:cxn modelId="{D7F5B419-51F1-4180-9086-536C0854504D}" type="presOf" srcId="{F8E73033-7380-4D8E-AE8B-3E7F15CC0651}" destId="{6FBF4B52-D93A-4444-8E87-902D71B61279}" srcOrd="0" destOrd="2" presId="urn:microsoft.com/office/officeart/2005/8/layout/vList5"/>
    <dgm:cxn modelId="{92ECD934-8EED-43BC-83ED-9B8BE0FD69FF}" type="presOf" srcId="{8E275875-4E90-4A3F-B774-0C4BB7052D64}" destId="{6FBF4B52-D93A-4444-8E87-902D71B61279}" srcOrd="0" destOrd="1" presId="urn:microsoft.com/office/officeart/2005/8/layout/vList5"/>
    <dgm:cxn modelId="{5A043238-D3E7-438D-AAD2-F2DF0A99D659}" srcId="{6C310B5D-7640-471D-B760-8B9354B4916E}" destId="{9A7EEEDF-38A2-4C84-86D0-5C40EFAFC4E3}" srcOrd="1" destOrd="0" parTransId="{1EE499AB-F63B-4ED5-A96A-01291C5BA0FE}" sibTransId="{ABD029EE-BA21-4499-ADD2-9928B67D4DEE}"/>
    <dgm:cxn modelId="{C5F9B95D-08A3-4270-A4B3-4E0FF26AE3F0}" type="presOf" srcId="{9A7EEEDF-38A2-4C84-86D0-5C40EFAFC4E3}" destId="{8302112B-576D-4E54-9160-58372F8C4140}" srcOrd="0" destOrd="0" presId="urn:microsoft.com/office/officeart/2005/8/layout/vList5"/>
    <dgm:cxn modelId="{E88F056A-2993-4B8B-B658-30312AF92A84}" type="presOf" srcId="{90CCF44A-8780-447E-9B15-96CB722DBA95}" destId="{6FBF4B52-D93A-4444-8E87-902D71B61279}" srcOrd="0" destOrd="0" presId="urn:microsoft.com/office/officeart/2005/8/layout/vList5"/>
    <dgm:cxn modelId="{4E4B8A4C-8B64-4BDA-BB43-5D91BAE8A5E2}" srcId="{85515B3C-4E8E-4220-8574-CC3142089F16}" destId="{F8E73033-7380-4D8E-AE8B-3E7F15CC0651}" srcOrd="2" destOrd="0" parTransId="{8F5D2DB4-6741-4FAA-BAD3-88CD40D4EA16}" sibTransId="{3CA3AA49-7713-43B6-9E58-F3EE6727D889}"/>
    <dgm:cxn modelId="{88C26371-F978-4AAB-BBC6-97AC5D64D5D1}" srcId="{85515B3C-4E8E-4220-8574-CC3142089F16}" destId="{90CCF44A-8780-447E-9B15-96CB722DBA95}" srcOrd="0" destOrd="0" parTransId="{87B56037-D138-49A2-9151-FB36EBE630E9}" sibTransId="{AABD9EB8-A74A-41BE-B263-F385B68E3F6E}"/>
    <dgm:cxn modelId="{0588D67F-79D6-4B26-972A-54E577EB712A}" srcId="{6C310B5D-7640-471D-B760-8B9354B4916E}" destId="{85515B3C-4E8E-4220-8574-CC3142089F16}" srcOrd="0" destOrd="0" parTransId="{F88AEA00-84D2-44DD-BF21-0218F63B87D2}" sibTransId="{C5C7C837-313D-48A1-AE49-8156A67AACB9}"/>
    <dgm:cxn modelId="{4A0912A3-5088-4218-A1AD-5B4C9F9A4AF8}" srcId="{85515B3C-4E8E-4220-8574-CC3142089F16}" destId="{8E275875-4E90-4A3F-B774-0C4BB7052D64}" srcOrd="1" destOrd="0" parTransId="{0DAA9208-C10B-4C35-BBC5-27EFCA5E6C6F}" sibTransId="{56E004B5-E819-43D7-BEB7-33BE7ED64C28}"/>
    <dgm:cxn modelId="{1CF6A8AF-A3ED-48AC-822D-BFD1BAFF7BA3}" type="presOf" srcId="{22C51D81-CB0E-472B-9549-1EEBA30CF0DE}" destId="{1C8B830D-16C5-4E04-91EE-0CA32C596138}" srcOrd="0" destOrd="1" presId="urn:microsoft.com/office/officeart/2005/8/layout/vList5"/>
    <dgm:cxn modelId="{E1E6ACC6-E0EB-4B94-A1CD-8B185F3A59E9}" type="presOf" srcId="{672324B6-0A4F-47BD-ADC9-F5C104A55C62}" destId="{1C8B830D-16C5-4E04-91EE-0CA32C596138}" srcOrd="0" destOrd="0" presId="urn:microsoft.com/office/officeart/2005/8/layout/vList5"/>
    <dgm:cxn modelId="{A61652DB-B52D-447E-87E8-1B3E2D31E0AE}" srcId="{9A7EEEDF-38A2-4C84-86D0-5C40EFAFC4E3}" destId="{22C51D81-CB0E-472B-9549-1EEBA30CF0DE}" srcOrd="1" destOrd="0" parTransId="{2A7B62F2-3D0F-4ED5-B810-5759A79DE2D5}" sibTransId="{0B8AB4B7-FF45-4768-A5E0-B60A84DA6806}"/>
    <dgm:cxn modelId="{07EA21E6-D852-4EBB-A8B3-095AA7C05845}" srcId="{9A7EEEDF-38A2-4C84-86D0-5C40EFAFC4E3}" destId="{672324B6-0A4F-47BD-ADC9-F5C104A55C62}" srcOrd="0" destOrd="0" parTransId="{D2AAF333-E4E8-47D0-B8DA-A737E2F0137F}" sibTransId="{D80CEA11-9FA8-4D73-A996-7C002EFCD36E}"/>
    <dgm:cxn modelId="{CD58A8E9-054B-4713-ACCA-C2D01084BDFA}" type="presOf" srcId="{85515B3C-4E8E-4220-8574-CC3142089F16}" destId="{FF6ADD93-9099-44FE-AAF4-93C0A14DF236}" srcOrd="0" destOrd="0" presId="urn:microsoft.com/office/officeart/2005/8/layout/vList5"/>
    <dgm:cxn modelId="{4CF400D3-169D-4D19-8817-386901ADB1AC}" type="presParOf" srcId="{9D3F9FF1-9EA4-4B59-AA0D-BE53593BBCC3}" destId="{92D7526D-DBC8-4D8D-8D26-3FD8444A4605}" srcOrd="0" destOrd="0" presId="urn:microsoft.com/office/officeart/2005/8/layout/vList5"/>
    <dgm:cxn modelId="{8D1D99BE-1C63-483D-8E8F-E9DDEBE47835}" type="presParOf" srcId="{92D7526D-DBC8-4D8D-8D26-3FD8444A4605}" destId="{FF6ADD93-9099-44FE-AAF4-93C0A14DF236}" srcOrd="0" destOrd="0" presId="urn:microsoft.com/office/officeart/2005/8/layout/vList5"/>
    <dgm:cxn modelId="{4CC09403-033C-4A6E-918F-8374946458B0}" type="presParOf" srcId="{92D7526D-DBC8-4D8D-8D26-3FD8444A4605}" destId="{6FBF4B52-D93A-4444-8E87-902D71B61279}" srcOrd="1" destOrd="0" presId="urn:microsoft.com/office/officeart/2005/8/layout/vList5"/>
    <dgm:cxn modelId="{B41D9B2D-8A28-4D7C-BE5F-EB36D136E855}" type="presParOf" srcId="{9D3F9FF1-9EA4-4B59-AA0D-BE53593BBCC3}" destId="{E385BC85-8631-4E9F-A4D3-995FA89506B1}" srcOrd="1" destOrd="0" presId="urn:microsoft.com/office/officeart/2005/8/layout/vList5"/>
    <dgm:cxn modelId="{C8762C54-CB90-487C-B5E9-4EAAA21149EB}" type="presParOf" srcId="{9D3F9FF1-9EA4-4B59-AA0D-BE53593BBCC3}" destId="{96E4F89A-D9F6-4861-A88D-1856A8EFF681}" srcOrd="2" destOrd="0" presId="urn:microsoft.com/office/officeart/2005/8/layout/vList5"/>
    <dgm:cxn modelId="{937A5E3B-5BC9-4458-B681-60252CD6EA03}" type="presParOf" srcId="{96E4F89A-D9F6-4861-A88D-1856A8EFF681}" destId="{8302112B-576D-4E54-9160-58372F8C4140}" srcOrd="0" destOrd="0" presId="urn:microsoft.com/office/officeart/2005/8/layout/vList5"/>
    <dgm:cxn modelId="{47B24D7E-80CA-4F0E-90DE-115E08B849E5}" type="presParOf" srcId="{96E4F89A-D9F6-4861-A88D-1856A8EFF681}" destId="{1C8B830D-16C5-4E04-91EE-0CA32C59613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9BDD825-5AD5-485E-A634-8E418846703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4492911-EE1C-4F5E-89E8-44B586F81287}">
      <dgm:prSet/>
      <dgm:spPr/>
      <dgm:t>
        <a:bodyPr/>
        <a:lstStyle/>
        <a:p>
          <a:r>
            <a:rPr lang="en-US" b="0" i="0"/>
            <a:t>Separate datafiles from conflicting IO demands </a:t>
          </a:r>
          <a:endParaRPr lang="en-US"/>
        </a:p>
      </dgm:t>
    </dgm:pt>
    <dgm:pt modelId="{9C6CF16B-B4F5-4598-A65D-24DD01C90B7A}" type="parTrans" cxnId="{2F4AAAB7-14C0-4638-9FBB-B6E040B772C0}">
      <dgm:prSet/>
      <dgm:spPr/>
      <dgm:t>
        <a:bodyPr/>
        <a:lstStyle/>
        <a:p>
          <a:endParaRPr lang="en-US"/>
        </a:p>
      </dgm:t>
    </dgm:pt>
    <dgm:pt modelId="{3FCB7403-878C-49C7-A84E-6D57A67518EF}" type="sibTrans" cxnId="{2F4AAAB7-14C0-4638-9FBB-B6E040B772C0}">
      <dgm:prSet/>
      <dgm:spPr/>
      <dgm:t>
        <a:bodyPr/>
        <a:lstStyle/>
        <a:p>
          <a:endParaRPr lang="en-US"/>
        </a:p>
      </dgm:t>
    </dgm:pt>
    <dgm:pt modelId="{6E92AAA0-0C5E-40E8-9D18-231A08ADF916}">
      <dgm:prSet/>
      <dgm:spPr/>
      <dgm:t>
        <a:bodyPr/>
        <a:lstStyle/>
        <a:p>
          <a:r>
            <a:rPr lang="en-US" b="0" i="0"/>
            <a:t>Transaction/archival logs</a:t>
          </a:r>
          <a:endParaRPr lang="en-US"/>
        </a:p>
      </dgm:t>
    </dgm:pt>
    <dgm:pt modelId="{95CEF3AE-329C-4256-AC47-672A91DAD4C7}" type="parTrans" cxnId="{A1722B26-41C2-4D92-9041-0EC9380CB62C}">
      <dgm:prSet/>
      <dgm:spPr/>
      <dgm:t>
        <a:bodyPr/>
        <a:lstStyle/>
        <a:p>
          <a:endParaRPr lang="en-US"/>
        </a:p>
      </dgm:t>
    </dgm:pt>
    <dgm:pt modelId="{C46DB86D-FB74-4918-9D8A-7208A2764CE6}" type="sibTrans" cxnId="{A1722B26-41C2-4D92-9041-0EC9380CB62C}">
      <dgm:prSet/>
      <dgm:spPr/>
      <dgm:t>
        <a:bodyPr/>
        <a:lstStyle/>
        <a:p>
          <a:endParaRPr lang="en-US"/>
        </a:p>
      </dgm:t>
    </dgm:pt>
    <dgm:pt modelId="{9566B910-A039-4C1B-8DDD-BD8767DCA235}">
      <dgm:prSet/>
      <dgm:spPr/>
      <dgm:t>
        <a:bodyPr/>
        <a:lstStyle/>
        <a:p>
          <a:r>
            <a:rPr lang="en-US" b="0" i="0"/>
            <a:t>ETL load files</a:t>
          </a:r>
          <a:endParaRPr lang="en-US"/>
        </a:p>
      </dgm:t>
    </dgm:pt>
    <dgm:pt modelId="{F41315EA-74FB-43D3-BBD2-7D82E117F743}" type="parTrans" cxnId="{38E04F4A-0694-4B5A-BC9F-C96E8E95575E}">
      <dgm:prSet/>
      <dgm:spPr/>
      <dgm:t>
        <a:bodyPr/>
        <a:lstStyle/>
        <a:p>
          <a:endParaRPr lang="en-US"/>
        </a:p>
      </dgm:t>
    </dgm:pt>
    <dgm:pt modelId="{BC401CDF-13F6-4815-BCD5-9620CF16EC6D}" type="sibTrans" cxnId="{38E04F4A-0694-4B5A-BC9F-C96E8E95575E}">
      <dgm:prSet/>
      <dgm:spPr/>
      <dgm:t>
        <a:bodyPr/>
        <a:lstStyle/>
        <a:p>
          <a:endParaRPr lang="en-US"/>
        </a:p>
      </dgm:t>
    </dgm:pt>
    <dgm:pt modelId="{82D31522-B502-4822-87A3-D728800F79D4}">
      <dgm:prSet/>
      <dgm:spPr/>
      <dgm:t>
        <a:bodyPr/>
        <a:lstStyle/>
        <a:p>
          <a:r>
            <a:rPr lang="en-US" b="0" i="0"/>
            <a:t>Installation or database engine</a:t>
          </a:r>
          <a:endParaRPr lang="en-US"/>
        </a:p>
      </dgm:t>
    </dgm:pt>
    <dgm:pt modelId="{ED448998-221A-4E14-A2B1-BC0FDCA792FB}" type="parTrans" cxnId="{9728376E-803B-4B7A-BA42-0B71BDCB4EF2}">
      <dgm:prSet/>
      <dgm:spPr/>
      <dgm:t>
        <a:bodyPr/>
        <a:lstStyle/>
        <a:p>
          <a:endParaRPr lang="en-US"/>
        </a:p>
      </dgm:t>
    </dgm:pt>
    <dgm:pt modelId="{63AA25D7-2B55-41C5-923E-DF219F293AFF}" type="sibTrans" cxnId="{9728376E-803B-4B7A-BA42-0B71BDCB4EF2}">
      <dgm:prSet/>
      <dgm:spPr/>
      <dgm:t>
        <a:bodyPr/>
        <a:lstStyle/>
        <a:p>
          <a:endParaRPr lang="en-US"/>
        </a:p>
      </dgm:t>
    </dgm:pt>
    <dgm:pt modelId="{54809099-EC80-47E7-855B-DDBAA1F4DB61}">
      <dgm:prSet/>
      <dgm:spPr/>
      <dgm:t>
        <a:bodyPr/>
        <a:lstStyle/>
        <a:p>
          <a:r>
            <a:rPr lang="en-US" b="0" i="0"/>
            <a:t>Tempdb/temp tablespace- consider using ephemeral local disk with automated recreation before startup if required.</a:t>
          </a:r>
          <a:endParaRPr lang="en-US"/>
        </a:p>
      </dgm:t>
    </dgm:pt>
    <dgm:pt modelId="{C0990F39-D0FC-48CB-BDFA-EE7B2371E19D}" type="parTrans" cxnId="{8B4FE170-A42E-4729-B1EE-2778BA9015D2}">
      <dgm:prSet/>
      <dgm:spPr/>
      <dgm:t>
        <a:bodyPr/>
        <a:lstStyle/>
        <a:p>
          <a:endParaRPr lang="en-US"/>
        </a:p>
      </dgm:t>
    </dgm:pt>
    <dgm:pt modelId="{79145A25-2EDB-4DF2-8AE9-AE2D4075ABCB}" type="sibTrans" cxnId="{8B4FE170-A42E-4729-B1EE-2778BA9015D2}">
      <dgm:prSet/>
      <dgm:spPr/>
      <dgm:t>
        <a:bodyPr/>
        <a:lstStyle/>
        <a:p>
          <a:endParaRPr lang="en-US"/>
        </a:p>
      </dgm:t>
    </dgm:pt>
    <dgm:pt modelId="{C4E92A55-BF8D-448F-911F-D10E054B0FB3}">
      <dgm:prSet/>
      <dgm:spPr/>
      <dgm:t>
        <a:bodyPr/>
        <a:lstStyle/>
        <a:p>
          <a:r>
            <a:rPr lang="en-US" b="0" i="0"/>
            <a:t>Enable read caching, (host level caching) on datafiles, but disable any write caching on WAL/logging, etc.</a:t>
          </a:r>
          <a:endParaRPr lang="en-US"/>
        </a:p>
      </dgm:t>
    </dgm:pt>
    <dgm:pt modelId="{EEC26F75-5EBC-48DD-866D-ACA70BA06C93}" type="parTrans" cxnId="{1FF8B711-5650-4FEA-95AE-B64B7C9DB38C}">
      <dgm:prSet/>
      <dgm:spPr/>
      <dgm:t>
        <a:bodyPr/>
        <a:lstStyle/>
        <a:p>
          <a:endParaRPr lang="en-US"/>
        </a:p>
      </dgm:t>
    </dgm:pt>
    <dgm:pt modelId="{59C14893-2767-47FB-AE7F-2E2471BE04FB}" type="sibTrans" cxnId="{1FF8B711-5650-4FEA-95AE-B64B7C9DB38C}">
      <dgm:prSet/>
      <dgm:spPr/>
      <dgm:t>
        <a:bodyPr/>
        <a:lstStyle/>
        <a:p>
          <a:endParaRPr lang="en-US"/>
        </a:p>
      </dgm:t>
    </dgm:pt>
    <dgm:pt modelId="{BB75F506-5FE8-4947-A35B-A45AFC737129}">
      <dgm:prSet/>
      <dgm:spPr/>
      <dgm:t>
        <a:bodyPr/>
        <a:lstStyle/>
        <a:p>
          <a:r>
            <a:rPr lang="en-US" b="0" i="0" dirty="0"/>
            <a:t>Use Availability sets and Availability zones for HA and use managed disk</a:t>
          </a:r>
          <a:endParaRPr lang="en-US" dirty="0"/>
        </a:p>
      </dgm:t>
    </dgm:pt>
    <dgm:pt modelId="{2F2E9AEC-DE4B-4D77-AE7D-954716870C64}" type="parTrans" cxnId="{DFEE8EC2-5882-4EF2-BD8C-1C6AC4BE158C}">
      <dgm:prSet/>
      <dgm:spPr/>
      <dgm:t>
        <a:bodyPr/>
        <a:lstStyle/>
        <a:p>
          <a:endParaRPr lang="en-US"/>
        </a:p>
      </dgm:t>
    </dgm:pt>
    <dgm:pt modelId="{999129E1-A3EB-4245-8B47-3DDC9F21E026}" type="sibTrans" cxnId="{DFEE8EC2-5882-4EF2-BD8C-1C6AC4BE158C}">
      <dgm:prSet/>
      <dgm:spPr/>
      <dgm:t>
        <a:bodyPr/>
        <a:lstStyle/>
        <a:p>
          <a:endParaRPr lang="en-US"/>
        </a:p>
      </dgm:t>
    </dgm:pt>
    <dgm:pt modelId="{733E1438-DB40-4652-AF84-CA2D95506969}" type="pres">
      <dgm:prSet presAssocID="{59BDD825-5AD5-485E-A634-8E418846703C}" presName="root" presStyleCnt="0">
        <dgm:presLayoutVars>
          <dgm:dir/>
          <dgm:resizeHandles val="exact"/>
        </dgm:presLayoutVars>
      </dgm:prSet>
      <dgm:spPr/>
    </dgm:pt>
    <dgm:pt modelId="{3CE523A2-BD1C-47C1-82FA-48D989B1D0B4}" type="pres">
      <dgm:prSet presAssocID="{64492911-EE1C-4F5E-89E8-44B586F81287}" presName="compNode" presStyleCnt="0"/>
      <dgm:spPr/>
    </dgm:pt>
    <dgm:pt modelId="{81B0954D-FF98-413F-92AB-ED9BC84C9A43}" type="pres">
      <dgm:prSet presAssocID="{64492911-EE1C-4F5E-89E8-44B586F81287}" presName="bgRect" presStyleLbl="bgShp" presStyleIdx="0" presStyleCnt="4"/>
      <dgm:spPr/>
    </dgm:pt>
    <dgm:pt modelId="{A05B3A57-441B-4BA5-B14A-04AA7B210B06}" type="pres">
      <dgm:prSet presAssocID="{64492911-EE1C-4F5E-89E8-44B586F8128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9FD9E89-7E2F-42B0-A6F3-F022F00ED25E}" type="pres">
      <dgm:prSet presAssocID="{64492911-EE1C-4F5E-89E8-44B586F81287}" presName="spaceRect" presStyleCnt="0"/>
      <dgm:spPr/>
    </dgm:pt>
    <dgm:pt modelId="{C6FBF2DA-E2B9-49B7-ABB8-EB93CF1CB671}" type="pres">
      <dgm:prSet presAssocID="{64492911-EE1C-4F5E-89E8-44B586F81287}" presName="parTx" presStyleLbl="revTx" presStyleIdx="0" presStyleCnt="5">
        <dgm:presLayoutVars>
          <dgm:chMax val="0"/>
          <dgm:chPref val="0"/>
        </dgm:presLayoutVars>
      </dgm:prSet>
      <dgm:spPr/>
    </dgm:pt>
    <dgm:pt modelId="{667D6EBE-BAA9-4FF7-A225-6B3919EA65E2}" type="pres">
      <dgm:prSet presAssocID="{64492911-EE1C-4F5E-89E8-44B586F81287}" presName="desTx" presStyleLbl="revTx" presStyleIdx="1" presStyleCnt="5">
        <dgm:presLayoutVars/>
      </dgm:prSet>
      <dgm:spPr/>
    </dgm:pt>
    <dgm:pt modelId="{5A6D19A2-B3C3-4A58-90B3-EFE3E69D4DBD}" type="pres">
      <dgm:prSet presAssocID="{3FCB7403-878C-49C7-A84E-6D57A67518EF}" presName="sibTrans" presStyleCnt="0"/>
      <dgm:spPr/>
    </dgm:pt>
    <dgm:pt modelId="{60F398CE-E51A-4185-8A5C-BD3DE768FF91}" type="pres">
      <dgm:prSet presAssocID="{54809099-EC80-47E7-855B-DDBAA1F4DB61}" presName="compNode" presStyleCnt="0"/>
      <dgm:spPr/>
    </dgm:pt>
    <dgm:pt modelId="{1193D586-6566-4211-9EC7-12CD05D55A82}" type="pres">
      <dgm:prSet presAssocID="{54809099-EC80-47E7-855B-DDBAA1F4DB61}" presName="bgRect" presStyleLbl="bgShp" presStyleIdx="1" presStyleCnt="4"/>
      <dgm:spPr/>
    </dgm:pt>
    <dgm:pt modelId="{65033781-95BD-4188-AC0C-A44CD73AF4D3}" type="pres">
      <dgm:prSet presAssocID="{54809099-EC80-47E7-855B-DDBAA1F4DB6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3CB5B4CF-A57D-43C0-A96B-045B79E15B0A}" type="pres">
      <dgm:prSet presAssocID="{54809099-EC80-47E7-855B-DDBAA1F4DB61}" presName="spaceRect" presStyleCnt="0"/>
      <dgm:spPr/>
    </dgm:pt>
    <dgm:pt modelId="{8D441877-B101-4419-A845-5E5972B56EC0}" type="pres">
      <dgm:prSet presAssocID="{54809099-EC80-47E7-855B-DDBAA1F4DB61}" presName="parTx" presStyleLbl="revTx" presStyleIdx="2" presStyleCnt="5">
        <dgm:presLayoutVars>
          <dgm:chMax val="0"/>
          <dgm:chPref val="0"/>
        </dgm:presLayoutVars>
      </dgm:prSet>
      <dgm:spPr/>
    </dgm:pt>
    <dgm:pt modelId="{E350446B-8BF5-4430-B1F8-215A685F37B8}" type="pres">
      <dgm:prSet presAssocID="{79145A25-2EDB-4DF2-8AE9-AE2D4075ABCB}" presName="sibTrans" presStyleCnt="0"/>
      <dgm:spPr/>
    </dgm:pt>
    <dgm:pt modelId="{319D3D14-58A1-40CC-B886-D9EEF3052DE2}" type="pres">
      <dgm:prSet presAssocID="{C4E92A55-BF8D-448F-911F-D10E054B0FB3}" presName="compNode" presStyleCnt="0"/>
      <dgm:spPr/>
    </dgm:pt>
    <dgm:pt modelId="{CB1C7E37-3640-4978-885C-F9AF22EC7780}" type="pres">
      <dgm:prSet presAssocID="{C4E92A55-BF8D-448F-911F-D10E054B0FB3}" presName="bgRect" presStyleLbl="bgShp" presStyleIdx="2" presStyleCnt="4"/>
      <dgm:spPr/>
    </dgm:pt>
    <dgm:pt modelId="{5517DCDA-6804-49CC-8BF6-B7299BFE630A}" type="pres">
      <dgm:prSet presAssocID="{C4E92A55-BF8D-448F-911F-D10E054B0FB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182AC577-E077-4708-AB5E-3B30AF7BD786}" type="pres">
      <dgm:prSet presAssocID="{C4E92A55-BF8D-448F-911F-D10E054B0FB3}" presName="spaceRect" presStyleCnt="0"/>
      <dgm:spPr/>
    </dgm:pt>
    <dgm:pt modelId="{41409AB6-3C72-4FC9-9A5C-7DB13E32FBBC}" type="pres">
      <dgm:prSet presAssocID="{C4E92A55-BF8D-448F-911F-D10E054B0FB3}" presName="parTx" presStyleLbl="revTx" presStyleIdx="3" presStyleCnt="5">
        <dgm:presLayoutVars>
          <dgm:chMax val="0"/>
          <dgm:chPref val="0"/>
        </dgm:presLayoutVars>
      </dgm:prSet>
      <dgm:spPr/>
    </dgm:pt>
    <dgm:pt modelId="{EFA6DEE9-B656-4AA7-B741-6CF4267BF028}" type="pres">
      <dgm:prSet presAssocID="{59C14893-2767-47FB-AE7F-2E2471BE04FB}" presName="sibTrans" presStyleCnt="0"/>
      <dgm:spPr/>
    </dgm:pt>
    <dgm:pt modelId="{D2400CCC-4A71-4D00-B7F1-B47DE91156B1}" type="pres">
      <dgm:prSet presAssocID="{BB75F506-5FE8-4947-A35B-A45AFC737129}" presName="compNode" presStyleCnt="0"/>
      <dgm:spPr/>
    </dgm:pt>
    <dgm:pt modelId="{D471E5B8-5857-4748-B9F4-0D440C3F1A0E}" type="pres">
      <dgm:prSet presAssocID="{BB75F506-5FE8-4947-A35B-A45AFC737129}" presName="bgRect" presStyleLbl="bgShp" presStyleIdx="3" presStyleCnt="4"/>
      <dgm:spPr/>
    </dgm:pt>
    <dgm:pt modelId="{2B29BC3C-340D-4FAE-9122-87C7E29DF1E1}" type="pres">
      <dgm:prSet presAssocID="{BB75F506-5FE8-4947-A35B-A45AFC73712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3127F83-4922-4C60-88FE-B115E75E4603}" type="pres">
      <dgm:prSet presAssocID="{BB75F506-5FE8-4947-A35B-A45AFC737129}" presName="spaceRect" presStyleCnt="0"/>
      <dgm:spPr/>
    </dgm:pt>
    <dgm:pt modelId="{3910E7E8-B734-4EFB-A052-F8E3421888DE}" type="pres">
      <dgm:prSet presAssocID="{BB75F506-5FE8-4947-A35B-A45AFC73712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6C3E507-92DC-4C82-A2AF-9A6C4697D6E5}" type="presOf" srcId="{6E92AAA0-0C5E-40E8-9D18-231A08ADF916}" destId="{667D6EBE-BAA9-4FF7-A225-6B3919EA65E2}" srcOrd="0" destOrd="0" presId="urn:microsoft.com/office/officeart/2018/2/layout/IconVerticalSolidList"/>
    <dgm:cxn modelId="{1FF8B711-5650-4FEA-95AE-B64B7C9DB38C}" srcId="{59BDD825-5AD5-485E-A634-8E418846703C}" destId="{C4E92A55-BF8D-448F-911F-D10E054B0FB3}" srcOrd="2" destOrd="0" parTransId="{EEC26F75-5EBC-48DD-866D-ACA70BA06C93}" sibTransId="{59C14893-2767-47FB-AE7F-2E2471BE04FB}"/>
    <dgm:cxn modelId="{A1722B26-41C2-4D92-9041-0EC9380CB62C}" srcId="{64492911-EE1C-4F5E-89E8-44B586F81287}" destId="{6E92AAA0-0C5E-40E8-9D18-231A08ADF916}" srcOrd="0" destOrd="0" parTransId="{95CEF3AE-329C-4256-AC47-672A91DAD4C7}" sibTransId="{C46DB86D-FB74-4918-9D8A-7208A2764CE6}"/>
    <dgm:cxn modelId="{C0C6D062-5397-4AD7-BAB8-228F0FE08743}" type="presOf" srcId="{C4E92A55-BF8D-448F-911F-D10E054B0FB3}" destId="{41409AB6-3C72-4FC9-9A5C-7DB13E32FBBC}" srcOrd="0" destOrd="0" presId="urn:microsoft.com/office/officeart/2018/2/layout/IconVerticalSolidList"/>
    <dgm:cxn modelId="{506B2245-2101-476A-A74A-A40B3F9E557D}" type="presOf" srcId="{BB75F506-5FE8-4947-A35B-A45AFC737129}" destId="{3910E7E8-B734-4EFB-A052-F8E3421888DE}" srcOrd="0" destOrd="0" presId="urn:microsoft.com/office/officeart/2018/2/layout/IconVerticalSolidList"/>
    <dgm:cxn modelId="{38E04F4A-0694-4B5A-BC9F-C96E8E95575E}" srcId="{64492911-EE1C-4F5E-89E8-44B586F81287}" destId="{9566B910-A039-4C1B-8DDD-BD8767DCA235}" srcOrd="1" destOrd="0" parTransId="{F41315EA-74FB-43D3-BBD2-7D82E117F743}" sibTransId="{BC401CDF-13F6-4815-BCD5-9620CF16EC6D}"/>
    <dgm:cxn modelId="{9728376E-803B-4B7A-BA42-0B71BDCB4EF2}" srcId="{64492911-EE1C-4F5E-89E8-44B586F81287}" destId="{82D31522-B502-4822-87A3-D728800F79D4}" srcOrd="2" destOrd="0" parTransId="{ED448998-221A-4E14-A2B1-BC0FDCA792FB}" sibTransId="{63AA25D7-2B55-41C5-923E-DF219F293AFF}"/>
    <dgm:cxn modelId="{8B4FE170-A42E-4729-B1EE-2778BA9015D2}" srcId="{59BDD825-5AD5-485E-A634-8E418846703C}" destId="{54809099-EC80-47E7-855B-DDBAA1F4DB61}" srcOrd="1" destOrd="0" parTransId="{C0990F39-D0FC-48CB-BDFA-EE7B2371E19D}" sibTransId="{79145A25-2EDB-4DF2-8AE9-AE2D4075ABCB}"/>
    <dgm:cxn modelId="{5903EC75-458C-4C58-94EF-91ADED75DFE1}" type="presOf" srcId="{54809099-EC80-47E7-855B-DDBAA1F4DB61}" destId="{8D441877-B101-4419-A845-5E5972B56EC0}" srcOrd="0" destOrd="0" presId="urn:microsoft.com/office/officeart/2018/2/layout/IconVerticalSolidList"/>
    <dgm:cxn modelId="{A3E62883-0682-4CAE-9EA5-D45B11A08A2A}" type="presOf" srcId="{9566B910-A039-4C1B-8DDD-BD8767DCA235}" destId="{667D6EBE-BAA9-4FF7-A225-6B3919EA65E2}" srcOrd="0" destOrd="1" presId="urn:microsoft.com/office/officeart/2018/2/layout/IconVerticalSolidList"/>
    <dgm:cxn modelId="{B4C34791-A228-42FD-9F09-063E04727E1F}" type="presOf" srcId="{64492911-EE1C-4F5E-89E8-44B586F81287}" destId="{C6FBF2DA-E2B9-49B7-ABB8-EB93CF1CB671}" srcOrd="0" destOrd="0" presId="urn:microsoft.com/office/officeart/2018/2/layout/IconVerticalSolidList"/>
    <dgm:cxn modelId="{838D2BA7-A3C5-4344-8CC9-E1A05E4DF7A0}" type="presOf" srcId="{82D31522-B502-4822-87A3-D728800F79D4}" destId="{667D6EBE-BAA9-4FF7-A225-6B3919EA65E2}" srcOrd="0" destOrd="2" presId="urn:microsoft.com/office/officeart/2018/2/layout/IconVerticalSolidList"/>
    <dgm:cxn modelId="{2F4AAAB7-14C0-4638-9FBB-B6E040B772C0}" srcId="{59BDD825-5AD5-485E-A634-8E418846703C}" destId="{64492911-EE1C-4F5E-89E8-44B586F81287}" srcOrd="0" destOrd="0" parTransId="{9C6CF16B-B4F5-4598-A65D-24DD01C90B7A}" sibTransId="{3FCB7403-878C-49C7-A84E-6D57A67518EF}"/>
    <dgm:cxn modelId="{DFEE8EC2-5882-4EF2-BD8C-1C6AC4BE158C}" srcId="{59BDD825-5AD5-485E-A634-8E418846703C}" destId="{BB75F506-5FE8-4947-A35B-A45AFC737129}" srcOrd="3" destOrd="0" parTransId="{2F2E9AEC-DE4B-4D77-AE7D-954716870C64}" sibTransId="{999129E1-A3EB-4245-8B47-3DDC9F21E026}"/>
    <dgm:cxn modelId="{FCE8E8DB-4022-4566-B3AD-F4B9453A42F7}" type="presOf" srcId="{59BDD825-5AD5-485E-A634-8E418846703C}" destId="{733E1438-DB40-4652-AF84-CA2D95506969}" srcOrd="0" destOrd="0" presId="urn:microsoft.com/office/officeart/2018/2/layout/IconVerticalSolidList"/>
    <dgm:cxn modelId="{84D77759-7FA4-4752-8FE4-F6466775CB2E}" type="presParOf" srcId="{733E1438-DB40-4652-AF84-CA2D95506969}" destId="{3CE523A2-BD1C-47C1-82FA-48D989B1D0B4}" srcOrd="0" destOrd="0" presId="urn:microsoft.com/office/officeart/2018/2/layout/IconVerticalSolidList"/>
    <dgm:cxn modelId="{DAF07995-4A78-4BEC-BE92-2BD49C2091A2}" type="presParOf" srcId="{3CE523A2-BD1C-47C1-82FA-48D989B1D0B4}" destId="{81B0954D-FF98-413F-92AB-ED9BC84C9A43}" srcOrd="0" destOrd="0" presId="urn:microsoft.com/office/officeart/2018/2/layout/IconVerticalSolidList"/>
    <dgm:cxn modelId="{B8236052-919C-4705-9D7E-C2DF6BF3421C}" type="presParOf" srcId="{3CE523A2-BD1C-47C1-82FA-48D989B1D0B4}" destId="{A05B3A57-441B-4BA5-B14A-04AA7B210B06}" srcOrd="1" destOrd="0" presId="urn:microsoft.com/office/officeart/2018/2/layout/IconVerticalSolidList"/>
    <dgm:cxn modelId="{AEE32BF9-B4D7-466E-A65F-EA92F100BCB2}" type="presParOf" srcId="{3CE523A2-BD1C-47C1-82FA-48D989B1D0B4}" destId="{89FD9E89-7E2F-42B0-A6F3-F022F00ED25E}" srcOrd="2" destOrd="0" presId="urn:microsoft.com/office/officeart/2018/2/layout/IconVerticalSolidList"/>
    <dgm:cxn modelId="{D7A4F5C9-8E74-48BB-B4BE-04DD92ED1160}" type="presParOf" srcId="{3CE523A2-BD1C-47C1-82FA-48D989B1D0B4}" destId="{C6FBF2DA-E2B9-49B7-ABB8-EB93CF1CB671}" srcOrd="3" destOrd="0" presId="urn:microsoft.com/office/officeart/2018/2/layout/IconVerticalSolidList"/>
    <dgm:cxn modelId="{45C2928B-3D80-4BBF-A648-F51B505D0FCF}" type="presParOf" srcId="{3CE523A2-BD1C-47C1-82FA-48D989B1D0B4}" destId="{667D6EBE-BAA9-4FF7-A225-6B3919EA65E2}" srcOrd="4" destOrd="0" presId="urn:microsoft.com/office/officeart/2018/2/layout/IconVerticalSolidList"/>
    <dgm:cxn modelId="{09457EA4-ADEA-47B6-A5E8-67EF233C96F3}" type="presParOf" srcId="{733E1438-DB40-4652-AF84-CA2D95506969}" destId="{5A6D19A2-B3C3-4A58-90B3-EFE3E69D4DBD}" srcOrd="1" destOrd="0" presId="urn:microsoft.com/office/officeart/2018/2/layout/IconVerticalSolidList"/>
    <dgm:cxn modelId="{7B7DFAB9-BE17-43E0-91F8-AF27A0E0EF72}" type="presParOf" srcId="{733E1438-DB40-4652-AF84-CA2D95506969}" destId="{60F398CE-E51A-4185-8A5C-BD3DE768FF91}" srcOrd="2" destOrd="0" presId="urn:microsoft.com/office/officeart/2018/2/layout/IconVerticalSolidList"/>
    <dgm:cxn modelId="{7612CE91-4F43-4DFA-9F87-5DA2352B4C12}" type="presParOf" srcId="{60F398CE-E51A-4185-8A5C-BD3DE768FF91}" destId="{1193D586-6566-4211-9EC7-12CD05D55A82}" srcOrd="0" destOrd="0" presId="urn:microsoft.com/office/officeart/2018/2/layout/IconVerticalSolidList"/>
    <dgm:cxn modelId="{E7894B29-57F8-4C5B-A2A6-72B92F2AE46B}" type="presParOf" srcId="{60F398CE-E51A-4185-8A5C-BD3DE768FF91}" destId="{65033781-95BD-4188-AC0C-A44CD73AF4D3}" srcOrd="1" destOrd="0" presId="urn:microsoft.com/office/officeart/2018/2/layout/IconVerticalSolidList"/>
    <dgm:cxn modelId="{7369125D-B977-46B7-A6D3-4EFD8CC62790}" type="presParOf" srcId="{60F398CE-E51A-4185-8A5C-BD3DE768FF91}" destId="{3CB5B4CF-A57D-43C0-A96B-045B79E15B0A}" srcOrd="2" destOrd="0" presId="urn:microsoft.com/office/officeart/2018/2/layout/IconVerticalSolidList"/>
    <dgm:cxn modelId="{5525E487-820F-492B-8AFB-F86F21CA0DBD}" type="presParOf" srcId="{60F398CE-E51A-4185-8A5C-BD3DE768FF91}" destId="{8D441877-B101-4419-A845-5E5972B56EC0}" srcOrd="3" destOrd="0" presId="urn:microsoft.com/office/officeart/2018/2/layout/IconVerticalSolidList"/>
    <dgm:cxn modelId="{02A99D22-3511-4DC2-B4D4-C958A28B5C5F}" type="presParOf" srcId="{733E1438-DB40-4652-AF84-CA2D95506969}" destId="{E350446B-8BF5-4430-B1F8-215A685F37B8}" srcOrd="3" destOrd="0" presId="urn:microsoft.com/office/officeart/2018/2/layout/IconVerticalSolidList"/>
    <dgm:cxn modelId="{80157B4D-A4BF-465C-9B4A-EFC8491E5526}" type="presParOf" srcId="{733E1438-DB40-4652-AF84-CA2D95506969}" destId="{319D3D14-58A1-40CC-B886-D9EEF3052DE2}" srcOrd="4" destOrd="0" presId="urn:microsoft.com/office/officeart/2018/2/layout/IconVerticalSolidList"/>
    <dgm:cxn modelId="{57EBD344-051A-4473-9547-074CC7D5D395}" type="presParOf" srcId="{319D3D14-58A1-40CC-B886-D9EEF3052DE2}" destId="{CB1C7E37-3640-4978-885C-F9AF22EC7780}" srcOrd="0" destOrd="0" presId="urn:microsoft.com/office/officeart/2018/2/layout/IconVerticalSolidList"/>
    <dgm:cxn modelId="{E0A34681-B0BE-4A24-AA02-A49D339F23E6}" type="presParOf" srcId="{319D3D14-58A1-40CC-B886-D9EEF3052DE2}" destId="{5517DCDA-6804-49CC-8BF6-B7299BFE630A}" srcOrd="1" destOrd="0" presId="urn:microsoft.com/office/officeart/2018/2/layout/IconVerticalSolidList"/>
    <dgm:cxn modelId="{B32FD11C-F105-4AB2-9910-D5098A45A4F0}" type="presParOf" srcId="{319D3D14-58A1-40CC-B886-D9EEF3052DE2}" destId="{182AC577-E077-4708-AB5E-3B30AF7BD786}" srcOrd="2" destOrd="0" presId="urn:microsoft.com/office/officeart/2018/2/layout/IconVerticalSolidList"/>
    <dgm:cxn modelId="{94A02774-DDF4-4975-9455-79345EEAFAB1}" type="presParOf" srcId="{319D3D14-58A1-40CC-B886-D9EEF3052DE2}" destId="{41409AB6-3C72-4FC9-9A5C-7DB13E32FBBC}" srcOrd="3" destOrd="0" presId="urn:microsoft.com/office/officeart/2018/2/layout/IconVerticalSolidList"/>
    <dgm:cxn modelId="{47CAD84B-8635-4AF5-9D11-EE742561545E}" type="presParOf" srcId="{733E1438-DB40-4652-AF84-CA2D95506969}" destId="{EFA6DEE9-B656-4AA7-B741-6CF4267BF028}" srcOrd="5" destOrd="0" presId="urn:microsoft.com/office/officeart/2018/2/layout/IconVerticalSolidList"/>
    <dgm:cxn modelId="{EB967DFC-992B-47CC-B104-5C81ECFF1947}" type="presParOf" srcId="{733E1438-DB40-4652-AF84-CA2D95506969}" destId="{D2400CCC-4A71-4D00-B7F1-B47DE91156B1}" srcOrd="6" destOrd="0" presId="urn:microsoft.com/office/officeart/2018/2/layout/IconVerticalSolidList"/>
    <dgm:cxn modelId="{6779DD8D-6A0C-4A50-95BC-0683BBEB5DC0}" type="presParOf" srcId="{D2400CCC-4A71-4D00-B7F1-B47DE91156B1}" destId="{D471E5B8-5857-4748-B9F4-0D440C3F1A0E}" srcOrd="0" destOrd="0" presId="urn:microsoft.com/office/officeart/2018/2/layout/IconVerticalSolidList"/>
    <dgm:cxn modelId="{AF28A5E4-D5CE-4602-B9B6-8F3A06A881EB}" type="presParOf" srcId="{D2400CCC-4A71-4D00-B7F1-B47DE91156B1}" destId="{2B29BC3C-340D-4FAE-9122-87C7E29DF1E1}" srcOrd="1" destOrd="0" presId="urn:microsoft.com/office/officeart/2018/2/layout/IconVerticalSolidList"/>
    <dgm:cxn modelId="{8F18E1CF-9C22-4060-A5CC-097EFB037BE0}" type="presParOf" srcId="{D2400CCC-4A71-4D00-B7F1-B47DE91156B1}" destId="{43127F83-4922-4C60-88FE-B115E75E4603}" srcOrd="2" destOrd="0" presId="urn:microsoft.com/office/officeart/2018/2/layout/IconVerticalSolidList"/>
    <dgm:cxn modelId="{37DD4BCC-52EA-4A28-A2C5-E69D9AC25397}" type="presParOf" srcId="{D2400CCC-4A71-4D00-B7F1-B47DE91156B1}" destId="{3910E7E8-B734-4EFB-A052-F8E3421888D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50987522-7C77-4464-BCE2-075535F685F4}" type="doc">
      <dgm:prSet loTypeId="urn:microsoft.com/office/officeart/2005/8/layout/list1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30A7303-7DE2-48BB-8D26-B046A4E0FF56}">
      <dgm:prSet/>
      <dgm:spPr/>
      <dgm:t>
        <a:bodyPr/>
        <a:lstStyle/>
        <a:p>
          <a:r>
            <a:rPr lang="en-US"/>
            <a:t>Compute Engine: E2, N2, C2, Tau T2D ARM</a:t>
          </a:r>
        </a:p>
      </dgm:t>
    </dgm:pt>
    <dgm:pt modelId="{9704F9D0-616F-41F2-9836-3CD13511609E}" type="parTrans" cxnId="{C2D618A9-2D9C-43F3-A30C-4D3053486744}">
      <dgm:prSet/>
      <dgm:spPr/>
      <dgm:t>
        <a:bodyPr/>
        <a:lstStyle/>
        <a:p>
          <a:endParaRPr lang="en-US"/>
        </a:p>
      </dgm:t>
    </dgm:pt>
    <dgm:pt modelId="{3995F895-D6E0-472C-BEBD-B6D5C0F0ED2E}" type="sibTrans" cxnId="{C2D618A9-2D9C-43F3-A30C-4D3053486744}">
      <dgm:prSet/>
      <dgm:spPr/>
      <dgm:t>
        <a:bodyPr/>
        <a:lstStyle/>
        <a:p>
          <a:endParaRPr lang="en-US"/>
        </a:p>
      </dgm:t>
    </dgm:pt>
    <dgm:pt modelId="{1D0A92E5-B556-461E-BB42-9F95548689CC}">
      <dgm:prSet/>
      <dgm:spPr/>
      <dgm:t>
        <a:bodyPr/>
        <a:lstStyle/>
        <a:p>
          <a:r>
            <a:rPr lang="en-US"/>
            <a:t>Preemptible VMs for cost savings</a:t>
          </a:r>
        </a:p>
      </dgm:t>
    </dgm:pt>
    <dgm:pt modelId="{3315B9B3-B107-49FF-A5A3-013EC669AA86}" type="parTrans" cxnId="{1597EC3F-C2C5-40BA-96C4-3B1C502C7DD9}">
      <dgm:prSet/>
      <dgm:spPr/>
      <dgm:t>
        <a:bodyPr/>
        <a:lstStyle/>
        <a:p>
          <a:endParaRPr lang="en-US"/>
        </a:p>
      </dgm:t>
    </dgm:pt>
    <dgm:pt modelId="{9B21402E-8A74-4D72-B284-932434EED76F}" type="sibTrans" cxnId="{1597EC3F-C2C5-40BA-96C4-3B1C502C7DD9}">
      <dgm:prSet/>
      <dgm:spPr/>
      <dgm:t>
        <a:bodyPr/>
        <a:lstStyle/>
        <a:p>
          <a:endParaRPr lang="en-US"/>
        </a:p>
      </dgm:t>
    </dgm:pt>
    <dgm:pt modelId="{A268126E-DB85-43C6-B87D-169DFCB7F5D3}">
      <dgm:prSet/>
      <dgm:spPr/>
      <dgm:t>
        <a:bodyPr/>
        <a:lstStyle/>
        <a:p>
          <a:r>
            <a:rPr lang="en-US"/>
            <a:t>Google Kubernetes Engine (GKE)</a:t>
          </a:r>
        </a:p>
      </dgm:t>
    </dgm:pt>
    <dgm:pt modelId="{42E198E3-15E9-4028-9484-7D87970DBB33}" type="parTrans" cxnId="{803A2D7B-610A-47AE-BE98-D05DA20E6604}">
      <dgm:prSet/>
      <dgm:spPr/>
      <dgm:t>
        <a:bodyPr/>
        <a:lstStyle/>
        <a:p>
          <a:endParaRPr lang="en-US"/>
        </a:p>
      </dgm:t>
    </dgm:pt>
    <dgm:pt modelId="{7E6CBB1C-FD7D-469F-841E-7B556DE33A2D}" type="sibTrans" cxnId="{803A2D7B-610A-47AE-BE98-D05DA20E6604}">
      <dgm:prSet/>
      <dgm:spPr/>
      <dgm:t>
        <a:bodyPr/>
        <a:lstStyle/>
        <a:p>
          <a:endParaRPr lang="en-US"/>
        </a:p>
      </dgm:t>
    </dgm:pt>
    <dgm:pt modelId="{385D0EB8-3783-44DD-AC40-D056AB613FBC}">
      <dgm:prSet/>
      <dgm:spPr/>
      <dgm:t>
        <a:bodyPr/>
        <a:lstStyle/>
        <a:p>
          <a:r>
            <a:rPr lang="en-US"/>
            <a:t>AI/ML GPU &amp; TPU offerings</a:t>
          </a:r>
        </a:p>
      </dgm:t>
    </dgm:pt>
    <dgm:pt modelId="{9D32A2F9-518B-4D8E-9A26-2E60D2795679}" type="parTrans" cxnId="{BB094F7A-5BA7-42E2-9662-6E5962BE529A}">
      <dgm:prSet/>
      <dgm:spPr/>
      <dgm:t>
        <a:bodyPr/>
        <a:lstStyle/>
        <a:p>
          <a:endParaRPr lang="en-US"/>
        </a:p>
      </dgm:t>
    </dgm:pt>
    <dgm:pt modelId="{3B2E6443-5B95-43E8-B0FD-198EF84A3B4E}" type="sibTrans" cxnId="{BB094F7A-5BA7-42E2-9662-6E5962BE529A}">
      <dgm:prSet/>
      <dgm:spPr/>
      <dgm:t>
        <a:bodyPr/>
        <a:lstStyle/>
        <a:p>
          <a:endParaRPr lang="en-US"/>
        </a:p>
      </dgm:t>
    </dgm:pt>
    <dgm:pt modelId="{181DAFE3-E436-4CF6-91E4-203FB6501A54}" type="pres">
      <dgm:prSet presAssocID="{50987522-7C77-4464-BCE2-075535F685F4}" presName="linear" presStyleCnt="0">
        <dgm:presLayoutVars>
          <dgm:dir/>
          <dgm:animLvl val="lvl"/>
          <dgm:resizeHandles val="exact"/>
        </dgm:presLayoutVars>
      </dgm:prSet>
      <dgm:spPr/>
    </dgm:pt>
    <dgm:pt modelId="{D8EE05D4-E276-4B51-8EAC-4BE7A1F9D3C9}" type="pres">
      <dgm:prSet presAssocID="{F30A7303-7DE2-48BB-8D26-B046A4E0FF56}" presName="parentLin" presStyleCnt="0"/>
      <dgm:spPr/>
    </dgm:pt>
    <dgm:pt modelId="{CAB8D0D6-2AD4-4AE5-A4D6-E12FB9E38AF9}" type="pres">
      <dgm:prSet presAssocID="{F30A7303-7DE2-48BB-8D26-B046A4E0FF56}" presName="parentLeftMargin" presStyleLbl="node1" presStyleIdx="0" presStyleCnt="4"/>
      <dgm:spPr/>
    </dgm:pt>
    <dgm:pt modelId="{1F0616F1-7066-471F-8EF9-CFDE18BD554E}" type="pres">
      <dgm:prSet presAssocID="{F30A7303-7DE2-48BB-8D26-B046A4E0FF5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003C531-207B-4D50-8DF3-02F962CFB736}" type="pres">
      <dgm:prSet presAssocID="{F30A7303-7DE2-48BB-8D26-B046A4E0FF56}" presName="negativeSpace" presStyleCnt="0"/>
      <dgm:spPr/>
    </dgm:pt>
    <dgm:pt modelId="{68D104BC-6F59-4470-8B52-E4CF04DF4072}" type="pres">
      <dgm:prSet presAssocID="{F30A7303-7DE2-48BB-8D26-B046A4E0FF56}" presName="childText" presStyleLbl="conFgAcc1" presStyleIdx="0" presStyleCnt="4">
        <dgm:presLayoutVars>
          <dgm:bulletEnabled val="1"/>
        </dgm:presLayoutVars>
      </dgm:prSet>
      <dgm:spPr/>
    </dgm:pt>
    <dgm:pt modelId="{A193C2A3-4331-45A0-B81D-6706C3D9D5CF}" type="pres">
      <dgm:prSet presAssocID="{3995F895-D6E0-472C-BEBD-B6D5C0F0ED2E}" presName="spaceBetweenRectangles" presStyleCnt="0"/>
      <dgm:spPr/>
    </dgm:pt>
    <dgm:pt modelId="{9B23205B-B73A-4684-8310-9E0D9777EBF3}" type="pres">
      <dgm:prSet presAssocID="{1D0A92E5-B556-461E-BB42-9F95548689CC}" presName="parentLin" presStyleCnt="0"/>
      <dgm:spPr/>
    </dgm:pt>
    <dgm:pt modelId="{3768E0BC-53A5-482C-B3B6-65ED8D8632F6}" type="pres">
      <dgm:prSet presAssocID="{1D0A92E5-B556-461E-BB42-9F95548689CC}" presName="parentLeftMargin" presStyleLbl="node1" presStyleIdx="0" presStyleCnt="4"/>
      <dgm:spPr/>
    </dgm:pt>
    <dgm:pt modelId="{29A37907-F043-4A58-9525-991446DC6189}" type="pres">
      <dgm:prSet presAssocID="{1D0A92E5-B556-461E-BB42-9F95548689C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22FEDCC-AF34-4A3B-A6F0-C4366AA160EC}" type="pres">
      <dgm:prSet presAssocID="{1D0A92E5-B556-461E-BB42-9F95548689CC}" presName="negativeSpace" presStyleCnt="0"/>
      <dgm:spPr/>
    </dgm:pt>
    <dgm:pt modelId="{F1ACCD57-5762-4A9E-B573-51637C88A1B9}" type="pres">
      <dgm:prSet presAssocID="{1D0A92E5-B556-461E-BB42-9F95548689CC}" presName="childText" presStyleLbl="conFgAcc1" presStyleIdx="1" presStyleCnt="4">
        <dgm:presLayoutVars>
          <dgm:bulletEnabled val="1"/>
        </dgm:presLayoutVars>
      </dgm:prSet>
      <dgm:spPr/>
    </dgm:pt>
    <dgm:pt modelId="{536634D3-57E7-4CBD-B310-0C9F4841304E}" type="pres">
      <dgm:prSet presAssocID="{9B21402E-8A74-4D72-B284-932434EED76F}" presName="spaceBetweenRectangles" presStyleCnt="0"/>
      <dgm:spPr/>
    </dgm:pt>
    <dgm:pt modelId="{6F27E837-69D6-4E73-BC38-E408B3699530}" type="pres">
      <dgm:prSet presAssocID="{A268126E-DB85-43C6-B87D-169DFCB7F5D3}" presName="parentLin" presStyleCnt="0"/>
      <dgm:spPr/>
    </dgm:pt>
    <dgm:pt modelId="{38F42726-6A76-486B-9FE3-E946EE4E2B72}" type="pres">
      <dgm:prSet presAssocID="{A268126E-DB85-43C6-B87D-169DFCB7F5D3}" presName="parentLeftMargin" presStyleLbl="node1" presStyleIdx="1" presStyleCnt="4"/>
      <dgm:spPr/>
    </dgm:pt>
    <dgm:pt modelId="{38D2FAB5-3396-4201-94F0-2984561AED45}" type="pres">
      <dgm:prSet presAssocID="{A268126E-DB85-43C6-B87D-169DFCB7F5D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A722DF7-08C4-4EE6-8EF6-763D6B424733}" type="pres">
      <dgm:prSet presAssocID="{A268126E-DB85-43C6-B87D-169DFCB7F5D3}" presName="negativeSpace" presStyleCnt="0"/>
      <dgm:spPr/>
    </dgm:pt>
    <dgm:pt modelId="{28037B7B-91E6-49ED-9422-67F9DB37453F}" type="pres">
      <dgm:prSet presAssocID="{A268126E-DB85-43C6-B87D-169DFCB7F5D3}" presName="childText" presStyleLbl="conFgAcc1" presStyleIdx="2" presStyleCnt="4">
        <dgm:presLayoutVars>
          <dgm:bulletEnabled val="1"/>
        </dgm:presLayoutVars>
      </dgm:prSet>
      <dgm:spPr/>
    </dgm:pt>
    <dgm:pt modelId="{16FF994E-0A7E-4F3F-BB58-EDA707E3D30E}" type="pres">
      <dgm:prSet presAssocID="{7E6CBB1C-FD7D-469F-841E-7B556DE33A2D}" presName="spaceBetweenRectangles" presStyleCnt="0"/>
      <dgm:spPr/>
    </dgm:pt>
    <dgm:pt modelId="{948F2456-BC48-4ACA-B0B4-3E302F0C4D44}" type="pres">
      <dgm:prSet presAssocID="{385D0EB8-3783-44DD-AC40-D056AB613FBC}" presName="parentLin" presStyleCnt="0"/>
      <dgm:spPr/>
    </dgm:pt>
    <dgm:pt modelId="{441B386B-70DF-4EA4-A517-C84B54557DA5}" type="pres">
      <dgm:prSet presAssocID="{385D0EB8-3783-44DD-AC40-D056AB613FBC}" presName="parentLeftMargin" presStyleLbl="node1" presStyleIdx="2" presStyleCnt="4"/>
      <dgm:spPr/>
    </dgm:pt>
    <dgm:pt modelId="{60A34CF8-DE39-465A-B3F8-300DDA270DF4}" type="pres">
      <dgm:prSet presAssocID="{385D0EB8-3783-44DD-AC40-D056AB613FB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D485CFCA-7A54-4283-ABC7-AAD92F478E62}" type="pres">
      <dgm:prSet presAssocID="{385D0EB8-3783-44DD-AC40-D056AB613FBC}" presName="negativeSpace" presStyleCnt="0"/>
      <dgm:spPr/>
    </dgm:pt>
    <dgm:pt modelId="{7725B650-7477-44CA-A840-39390A159752}" type="pres">
      <dgm:prSet presAssocID="{385D0EB8-3783-44DD-AC40-D056AB613FBC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B794514-7801-4E8F-AE82-5CE96330EFE8}" type="presOf" srcId="{A268126E-DB85-43C6-B87D-169DFCB7F5D3}" destId="{38D2FAB5-3396-4201-94F0-2984561AED45}" srcOrd="1" destOrd="0" presId="urn:microsoft.com/office/officeart/2005/8/layout/list1"/>
    <dgm:cxn modelId="{BC964E26-B2C4-495A-92BA-7F289F562072}" type="presOf" srcId="{50987522-7C77-4464-BCE2-075535F685F4}" destId="{181DAFE3-E436-4CF6-91E4-203FB6501A54}" srcOrd="0" destOrd="0" presId="urn:microsoft.com/office/officeart/2005/8/layout/list1"/>
    <dgm:cxn modelId="{F8C0212D-6E28-47B7-9E96-8D2FD5450252}" type="presOf" srcId="{1D0A92E5-B556-461E-BB42-9F95548689CC}" destId="{29A37907-F043-4A58-9525-991446DC6189}" srcOrd="1" destOrd="0" presId="urn:microsoft.com/office/officeart/2005/8/layout/list1"/>
    <dgm:cxn modelId="{671B6631-5945-457E-B4E4-465F82162554}" type="presOf" srcId="{385D0EB8-3783-44DD-AC40-D056AB613FBC}" destId="{441B386B-70DF-4EA4-A517-C84B54557DA5}" srcOrd="0" destOrd="0" presId="urn:microsoft.com/office/officeart/2005/8/layout/list1"/>
    <dgm:cxn modelId="{1597EC3F-C2C5-40BA-96C4-3B1C502C7DD9}" srcId="{50987522-7C77-4464-BCE2-075535F685F4}" destId="{1D0A92E5-B556-461E-BB42-9F95548689CC}" srcOrd="1" destOrd="0" parTransId="{3315B9B3-B107-49FF-A5A3-013EC669AA86}" sibTransId="{9B21402E-8A74-4D72-B284-932434EED76F}"/>
    <dgm:cxn modelId="{CAEF486D-9B3A-411B-A061-98F9A76A6DB8}" type="presOf" srcId="{1D0A92E5-B556-461E-BB42-9F95548689CC}" destId="{3768E0BC-53A5-482C-B3B6-65ED8D8632F6}" srcOrd="0" destOrd="0" presId="urn:microsoft.com/office/officeart/2005/8/layout/list1"/>
    <dgm:cxn modelId="{BB094F7A-5BA7-42E2-9662-6E5962BE529A}" srcId="{50987522-7C77-4464-BCE2-075535F685F4}" destId="{385D0EB8-3783-44DD-AC40-D056AB613FBC}" srcOrd="3" destOrd="0" parTransId="{9D32A2F9-518B-4D8E-9A26-2E60D2795679}" sibTransId="{3B2E6443-5B95-43E8-B0FD-198EF84A3B4E}"/>
    <dgm:cxn modelId="{803A2D7B-610A-47AE-BE98-D05DA20E6604}" srcId="{50987522-7C77-4464-BCE2-075535F685F4}" destId="{A268126E-DB85-43C6-B87D-169DFCB7F5D3}" srcOrd="2" destOrd="0" parTransId="{42E198E3-15E9-4028-9484-7D87970DBB33}" sibTransId="{7E6CBB1C-FD7D-469F-841E-7B556DE33A2D}"/>
    <dgm:cxn modelId="{FDA6E68A-84B6-44C2-AA68-E60CEF47CDF4}" type="presOf" srcId="{F30A7303-7DE2-48BB-8D26-B046A4E0FF56}" destId="{CAB8D0D6-2AD4-4AE5-A4D6-E12FB9E38AF9}" srcOrd="0" destOrd="0" presId="urn:microsoft.com/office/officeart/2005/8/layout/list1"/>
    <dgm:cxn modelId="{C2D618A9-2D9C-43F3-A30C-4D3053486744}" srcId="{50987522-7C77-4464-BCE2-075535F685F4}" destId="{F30A7303-7DE2-48BB-8D26-B046A4E0FF56}" srcOrd="0" destOrd="0" parTransId="{9704F9D0-616F-41F2-9836-3CD13511609E}" sibTransId="{3995F895-D6E0-472C-BEBD-B6D5C0F0ED2E}"/>
    <dgm:cxn modelId="{BF598EBD-FD6E-41EA-8658-B36413AEC205}" type="presOf" srcId="{385D0EB8-3783-44DD-AC40-D056AB613FBC}" destId="{60A34CF8-DE39-465A-B3F8-300DDA270DF4}" srcOrd="1" destOrd="0" presId="urn:microsoft.com/office/officeart/2005/8/layout/list1"/>
    <dgm:cxn modelId="{D17349F8-879A-4B5C-BAD1-08999C604AEC}" type="presOf" srcId="{A268126E-DB85-43C6-B87D-169DFCB7F5D3}" destId="{38F42726-6A76-486B-9FE3-E946EE4E2B72}" srcOrd="0" destOrd="0" presId="urn:microsoft.com/office/officeart/2005/8/layout/list1"/>
    <dgm:cxn modelId="{CC5648FB-6908-40F5-9530-24E19A971291}" type="presOf" srcId="{F30A7303-7DE2-48BB-8D26-B046A4E0FF56}" destId="{1F0616F1-7066-471F-8EF9-CFDE18BD554E}" srcOrd="1" destOrd="0" presId="urn:microsoft.com/office/officeart/2005/8/layout/list1"/>
    <dgm:cxn modelId="{A795BB44-C4E9-4868-B434-0633E61477EE}" type="presParOf" srcId="{181DAFE3-E436-4CF6-91E4-203FB6501A54}" destId="{D8EE05D4-E276-4B51-8EAC-4BE7A1F9D3C9}" srcOrd="0" destOrd="0" presId="urn:microsoft.com/office/officeart/2005/8/layout/list1"/>
    <dgm:cxn modelId="{6F3104FE-C5C4-4BAB-B870-38E749654805}" type="presParOf" srcId="{D8EE05D4-E276-4B51-8EAC-4BE7A1F9D3C9}" destId="{CAB8D0D6-2AD4-4AE5-A4D6-E12FB9E38AF9}" srcOrd="0" destOrd="0" presId="urn:microsoft.com/office/officeart/2005/8/layout/list1"/>
    <dgm:cxn modelId="{C2B863FB-46B3-4EBF-A114-299EB74A9A43}" type="presParOf" srcId="{D8EE05D4-E276-4B51-8EAC-4BE7A1F9D3C9}" destId="{1F0616F1-7066-471F-8EF9-CFDE18BD554E}" srcOrd="1" destOrd="0" presId="urn:microsoft.com/office/officeart/2005/8/layout/list1"/>
    <dgm:cxn modelId="{DE2F326B-ECBE-4853-A787-8F1DD6DBDEA9}" type="presParOf" srcId="{181DAFE3-E436-4CF6-91E4-203FB6501A54}" destId="{0003C531-207B-4D50-8DF3-02F962CFB736}" srcOrd="1" destOrd="0" presId="urn:microsoft.com/office/officeart/2005/8/layout/list1"/>
    <dgm:cxn modelId="{F8CA0A8B-2677-48C7-BBEC-90316F16DD81}" type="presParOf" srcId="{181DAFE3-E436-4CF6-91E4-203FB6501A54}" destId="{68D104BC-6F59-4470-8B52-E4CF04DF4072}" srcOrd="2" destOrd="0" presId="urn:microsoft.com/office/officeart/2005/8/layout/list1"/>
    <dgm:cxn modelId="{1FC89C5E-1EFD-48B3-96DC-CC27D37BFFA9}" type="presParOf" srcId="{181DAFE3-E436-4CF6-91E4-203FB6501A54}" destId="{A193C2A3-4331-45A0-B81D-6706C3D9D5CF}" srcOrd="3" destOrd="0" presId="urn:microsoft.com/office/officeart/2005/8/layout/list1"/>
    <dgm:cxn modelId="{A69918E4-5D91-414D-898C-C9E528A219F1}" type="presParOf" srcId="{181DAFE3-E436-4CF6-91E4-203FB6501A54}" destId="{9B23205B-B73A-4684-8310-9E0D9777EBF3}" srcOrd="4" destOrd="0" presId="urn:microsoft.com/office/officeart/2005/8/layout/list1"/>
    <dgm:cxn modelId="{35E38F94-1E3B-42FC-B9C2-6E5F77E30992}" type="presParOf" srcId="{9B23205B-B73A-4684-8310-9E0D9777EBF3}" destId="{3768E0BC-53A5-482C-B3B6-65ED8D8632F6}" srcOrd="0" destOrd="0" presId="urn:microsoft.com/office/officeart/2005/8/layout/list1"/>
    <dgm:cxn modelId="{696BFD70-198C-42BE-A6AC-BE3E7EA26C05}" type="presParOf" srcId="{9B23205B-B73A-4684-8310-9E0D9777EBF3}" destId="{29A37907-F043-4A58-9525-991446DC6189}" srcOrd="1" destOrd="0" presId="urn:microsoft.com/office/officeart/2005/8/layout/list1"/>
    <dgm:cxn modelId="{B8B1BEF3-C484-47F8-9421-1AA0DCAA4DD0}" type="presParOf" srcId="{181DAFE3-E436-4CF6-91E4-203FB6501A54}" destId="{822FEDCC-AF34-4A3B-A6F0-C4366AA160EC}" srcOrd="5" destOrd="0" presId="urn:microsoft.com/office/officeart/2005/8/layout/list1"/>
    <dgm:cxn modelId="{5EF2B7F8-5423-4548-B706-E19FF5DB27DB}" type="presParOf" srcId="{181DAFE3-E436-4CF6-91E4-203FB6501A54}" destId="{F1ACCD57-5762-4A9E-B573-51637C88A1B9}" srcOrd="6" destOrd="0" presId="urn:microsoft.com/office/officeart/2005/8/layout/list1"/>
    <dgm:cxn modelId="{B1BAC6C4-E715-4877-8AC0-279F04D77705}" type="presParOf" srcId="{181DAFE3-E436-4CF6-91E4-203FB6501A54}" destId="{536634D3-57E7-4CBD-B310-0C9F4841304E}" srcOrd="7" destOrd="0" presId="urn:microsoft.com/office/officeart/2005/8/layout/list1"/>
    <dgm:cxn modelId="{5C1EF187-F011-4D3C-B83E-45FDF8B0155C}" type="presParOf" srcId="{181DAFE3-E436-4CF6-91E4-203FB6501A54}" destId="{6F27E837-69D6-4E73-BC38-E408B3699530}" srcOrd="8" destOrd="0" presId="urn:microsoft.com/office/officeart/2005/8/layout/list1"/>
    <dgm:cxn modelId="{5419319A-E369-46F6-BFB4-3BFA52014608}" type="presParOf" srcId="{6F27E837-69D6-4E73-BC38-E408B3699530}" destId="{38F42726-6A76-486B-9FE3-E946EE4E2B72}" srcOrd="0" destOrd="0" presId="urn:microsoft.com/office/officeart/2005/8/layout/list1"/>
    <dgm:cxn modelId="{BD2D9638-61F6-4026-8101-CE070FA0E9CB}" type="presParOf" srcId="{6F27E837-69D6-4E73-BC38-E408B3699530}" destId="{38D2FAB5-3396-4201-94F0-2984561AED45}" srcOrd="1" destOrd="0" presId="urn:microsoft.com/office/officeart/2005/8/layout/list1"/>
    <dgm:cxn modelId="{2D507F4F-1D1D-409F-B5F3-17EF45A9BAFD}" type="presParOf" srcId="{181DAFE3-E436-4CF6-91E4-203FB6501A54}" destId="{BA722DF7-08C4-4EE6-8EF6-763D6B424733}" srcOrd="9" destOrd="0" presId="urn:microsoft.com/office/officeart/2005/8/layout/list1"/>
    <dgm:cxn modelId="{305F7D77-D424-44D1-99B1-FA513075C9F4}" type="presParOf" srcId="{181DAFE3-E436-4CF6-91E4-203FB6501A54}" destId="{28037B7B-91E6-49ED-9422-67F9DB37453F}" srcOrd="10" destOrd="0" presId="urn:microsoft.com/office/officeart/2005/8/layout/list1"/>
    <dgm:cxn modelId="{17865B3F-EC6D-4DD0-9AFE-0E1856B91CC6}" type="presParOf" srcId="{181DAFE3-E436-4CF6-91E4-203FB6501A54}" destId="{16FF994E-0A7E-4F3F-BB58-EDA707E3D30E}" srcOrd="11" destOrd="0" presId="urn:microsoft.com/office/officeart/2005/8/layout/list1"/>
    <dgm:cxn modelId="{AC0930BE-1EAF-41A8-9DEE-98246B55CEED}" type="presParOf" srcId="{181DAFE3-E436-4CF6-91E4-203FB6501A54}" destId="{948F2456-BC48-4ACA-B0B4-3E302F0C4D44}" srcOrd="12" destOrd="0" presId="urn:microsoft.com/office/officeart/2005/8/layout/list1"/>
    <dgm:cxn modelId="{AE3DDF82-D97B-44AF-85E7-0054F0138E58}" type="presParOf" srcId="{948F2456-BC48-4ACA-B0B4-3E302F0C4D44}" destId="{441B386B-70DF-4EA4-A517-C84B54557DA5}" srcOrd="0" destOrd="0" presId="urn:microsoft.com/office/officeart/2005/8/layout/list1"/>
    <dgm:cxn modelId="{713F66B6-4F22-41B2-9046-B2B083D8705A}" type="presParOf" srcId="{948F2456-BC48-4ACA-B0B4-3E302F0C4D44}" destId="{60A34CF8-DE39-465A-B3F8-300DDA270DF4}" srcOrd="1" destOrd="0" presId="urn:microsoft.com/office/officeart/2005/8/layout/list1"/>
    <dgm:cxn modelId="{DD2002FC-B07A-40FA-9293-AEFB9F8413BC}" type="presParOf" srcId="{181DAFE3-E436-4CF6-91E4-203FB6501A54}" destId="{D485CFCA-7A54-4283-ABC7-AAD92F478E62}" srcOrd="13" destOrd="0" presId="urn:microsoft.com/office/officeart/2005/8/layout/list1"/>
    <dgm:cxn modelId="{17FAA1E2-C649-4376-968D-DF7EC44DF05E}" type="presParOf" srcId="{181DAFE3-E436-4CF6-91E4-203FB6501A54}" destId="{7725B650-7477-44CA-A840-39390A15975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F331012-9429-40A7-8C38-42FBF389E1D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48E1D3F-7227-40B3-893B-8AD648AB44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High GHz per core.</a:t>
          </a:r>
          <a:endParaRPr lang="en-US"/>
        </a:p>
      </dgm:t>
    </dgm:pt>
    <dgm:pt modelId="{9A260E48-7EDE-43B2-9DF3-25D48B6F6C47}" type="parTrans" cxnId="{F83043D3-9330-496D-B0FE-C9F0AEF10294}">
      <dgm:prSet/>
      <dgm:spPr/>
      <dgm:t>
        <a:bodyPr/>
        <a:lstStyle/>
        <a:p>
          <a:endParaRPr lang="en-US"/>
        </a:p>
      </dgm:t>
    </dgm:pt>
    <dgm:pt modelId="{EAB7C037-8728-4EB2-8397-9D76525907FD}" type="sibTrans" cxnId="{F83043D3-9330-496D-B0FE-C9F0AEF10294}">
      <dgm:prSet/>
      <dgm:spPr/>
      <dgm:t>
        <a:bodyPr/>
        <a:lstStyle/>
        <a:p>
          <a:endParaRPr lang="en-US"/>
        </a:p>
      </dgm:t>
    </dgm:pt>
    <dgm:pt modelId="{6D87ADAD-9E20-4582-8F48-0D6E5BE2F0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Best for CPU-intensive workloads.</a:t>
          </a:r>
          <a:endParaRPr lang="en-US"/>
        </a:p>
      </dgm:t>
    </dgm:pt>
    <dgm:pt modelId="{253E522F-B2E4-4866-99C6-143ED2FBB4BE}" type="parTrans" cxnId="{85F347CD-08AE-4BF9-B9E2-A45185657C9E}">
      <dgm:prSet/>
      <dgm:spPr/>
      <dgm:t>
        <a:bodyPr/>
        <a:lstStyle/>
        <a:p>
          <a:endParaRPr lang="en-US"/>
        </a:p>
      </dgm:t>
    </dgm:pt>
    <dgm:pt modelId="{B5011A1E-1FE3-4ACC-B329-952BD43896BF}" type="sibTrans" cxnId="{85F347CD-08AE-4BF9-B9E2-A45185657C9E}">
      <dgm:prSet/>
      <dgm:spPr/>
      <dgm:t>
        <a:bodyPr/>
        <a:lstStyle/>
        <a:p>
          <a:endParaRPr lang="en-US"/>
        </a:p>
      </dgm:t>
    </dgm:pt>
    <dgm:pt modelId="{243A4B3B-6B38-4F73-86E6-17A7A6D310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Procedure-heavy SQL Server</a:t>
          </a:r>
          <a:endParaRPr lang="en-US" dirty="0"/>
        </a:p>
      </dgm:t>
    </dgm:pt>
    <dgm:pt modelId="{91F1439F-AA3E-475E-93F4-A5B60EA5C7CD}" type="parTrans" cxnId="{0F21133A-11C0-4969-B245-ECAB82527D1A}">
      <dgm:prSet/>
      <dgm:spPr/>
      <dgm:t>
        <a:bodyPr/>
        <a:lstStyle/>
        <a:p>
          <a:endParaRPr lang="en-US"/>
        </a:p>
      </dgm:t>
    </dgm:pt>
    <dgm:pt modelId="{09C9AEB9-027E-45E0-ACCB-03D7D1AFB03D}" type="sibTrans" cxnId="{0F21133A-11C0-4969-B245-ECAB82527D1A}">
      <dgm:prSet/>
      <dgm:spPr/>
      <dgm:t>
        <a:bodyPr/>
        <a:lstStyle/>
        <a:p>
          <a:endParaRPr lang="en-US"/>
        </a:p>
      </dgm:t>
    </dgm:pt>
    <dgm:pt modelId="{A37746E8-1644-41CF-A634-6EE20335F8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Heavy analytics joins and aggregates in Postgres</a:t>
          </a:r>
          <a:endParaRPr lang="en-US"/>
        </a:p>
      </dgm:t>
    </dgm:pt>
    <dgm:pt modelId="{A4894BE4-3D4A-447F-AFCC-5C9DDE4DF5CE}" type="parTrans" cxnId="{5794EE08-2BC0-430B-8620-D0AD35D7B24C}">
      <dgm:prSet/>
      <dgm:spPr/>
      <dgm:t>
        <a:bodyPr/>
        <a:lstStyle/>
        <a:p>
          <a:endParaRPr lang="en-US"/>
        </a:p>
      </dgm:t>
    </dgm:pt>
    <dgm:pt modelId="{BBF872AE-AE48-4AC6-84A8-096AFD3FCF08}" type="sibTrans" cxnId="{5794EE08-2BC0-430B-8620-D0AD35D7B24C}">
      <dgm:prSet/>
      <dgm:spPr/>
      <dgm:t>
        <a:bodyPr/>
        <a:lstStyle/>
        <a:p>
          <a:endParaRPr lang="en-US"/>
        </a:p>
      </dgm:t>
    </dgm:pt>
    <dgm:pt modelId="{8A326FBB-08B5-42DD-A71C-6EFB610005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Lower memory per vCPU</a:t>
          </a:r>
          <a:endParaRPr lang="en-US"/>
        </a:p>
      </dgm:t>
    </dgm:pt>
    <dgm:pt modelId="{9502444C-1EC7-49A4-B724-BD5DDD0436CB}" type="parTrans" cxnId="{7274F3B3-3658-48A5-95A4-9301E454DF75}">
      <dgm:prSet/>
      <dgm:spPr/>
      <dgm:t>
        <a:bodyPr/>
        <a:lstStyle/>
        <a:p>
          <a:endParaRPr lang="en-US"/>
        </a:p>
      </dgm:t>
    </dgm:pt>
    <dgm:pt modelId="{4C671FE5-2C59-4CA1-BD52-074942752047}" type="sibTrans" cxnId="{7274F3B3-3658-48A5-95A4-9301E454DF75}">
      <dgm:prSet/>
      <dgm:spPr/>
      <dgm:t>
        <a:bodyPr/>
        <a:lstStyle/>
        <a:p>
          <a:endParaRPr lang="en-US"/>
        </a:p>
      </dgm:t>
    </dgm:pt>
    <dgm:pt modelId="{4A33AA55-C177-4280-A799-D204AC745A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Not ideal for memory-heavy Oracle or Postgres caching workloads.</a:t>
          </a:r>
          <a:endParaRPr lang="en-US" dirty="0"/>
        </a:p>
      </dgm:t>
    </dgm:pt>
    <dgm:pt modelId="{35DAC25B-0D96-471E-A5A3-9043D55EB2D6}" type="parTrans" cxnId="{05CA0E84-E9AB-4D91-8FEA-216D7D3D0832}">
      <dgm:prSet/>
      <dgm:spPr/>
      <dgm:t>
        <a:bodyPr/>
        <a:lstStyle/>
        <a:p>
          <a:endParaRPr lang="en-US"/>
        </a:p>
      </dgm:t>
    </dgm:pt>
    <dgm:pt modelId="{F94304E4-18D4-4FAB-AC49-FAE0EFC6396F}" type="sibTrans" cxnId="{05CA0E84-E9AB-4D91-8FEA-216D7D3D0832}">
      <dgm:prSet/>
      <dgm:spPr/>
      <dgm:t>
        <a:bodyPr/>
        <a:lstStyle/>
        <a:p>
          <a:endParaRPr lang="en-US"/>
        </a:p>
      </dgm:t>
    </dgm:pt>
    <dgm:pt modelId="{F816A096-5583-0642-A95E-3AAD0D264F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Highly transactional Oracle</a:t>
          </a:r>
          <a:endParaRPr lang="en-US" dirty="0"/>
        </a:p>
      </dgm:t>
    </dgm:pt>
    <dgm:pt modelId="{1023995E-1819-1A49-8F08-8CA26470A46B}" type="parTrans" cxnId="{191D4F0D-2E93-8B49-BD31-50A1B4683347}">
      <dgm:prSet/>
      <dgm:spPr/>
    </dgm:pt>
    <dgm:pt modelId="{53C096E3-613F-6E4E-9940-F37BFB08B16D}" type="sibTrans" cxnId="{191D4F0D-2E93-8B49-BD31-50A1B4683347}">
      <dgm:prSet/>
      <dgm:spPr/>
    </dgm:pt>
    <dgm:pt modelId="{FDF70832-B6C1-46B9-821E-492004A4858F}" type="pres">
      <dgm:prSet presAssocID="{FF331012-9429-40A7-8C38-42FBF389E1DC}" presName="root" presStyleCnt="0">
        <dgm:presLayoutVars>
          <dgm:dir/>
          <dgm:resizeHandles val="exact"/>
        </dgm:presLayoutVars>
      </dgm:prSet>
      <dgm:spPr/>
    </dgm:pt>
    <dgm:pt modelId="{FD9C7A3F-6FF4-4F66-B124-F5EEBEE49D22}" type="pres">
      <dgm:prSet presAssocID="{048E1D3F-7227-40B3-893B-8AD648AB441F}" presName="compNode" presStyleCnt="0"/>
      <dgm:spPr/>
    </dgm:pt>
    <dgm:pt modelId="{86A20868-6F2B-4F7D-B030-ACA930E1FA17}" type="pres">
      <dgm:prSet presAssocID="{048E1D3F-7227-40B3-893B-8AD648AB441F}" presName="bgRect" presStyleLbl="bgShp" presStyleIdx="0" presStyleCnt="3"/>
      <dgm:spPr/>
    </dgm:pt>
    <dgm:pt modelId="{42BDE16A-873F-46F5-8684-1567D88D19A6}" type="pres">
      <dgm:prSet presAssocID="{048E1D3F-7227-40B3-893B-8AD648AB441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233851D7-CC77-4E58-AE75-36132B162476}" type="pres">
      <dgm:prSet presAssocID="{048E1D3F-7227-40B3-893B-8AD648AB441F}" presName="spaceRect" presStyleCnt="0"/>
      <dgm:spPr/>
    </dgm:pt>
    <dgm:pt modelId="{9DC37A40-FC0C-4EFF-85C0-27A24BA4B482}" type="pres">
      <dgm:prSet presAssocID="{048E1D3F-7227-40B3-893B-8AD648AB441F}" presName="parTx" presStyleLbl="revTx" presStyleIdx="0" presStyleCnt="5">
        <dgm:presLayoutVars>
          <dgm:chMax val="0"/>
          <dgm:chPref val="0"/>
        </dgm:presLayoutVars>
      </dgm:prSet>
      <dgm:spPr/>
    </dgm:pt>
    <dgm:pt modelId="{063A62FC-19F5-47CD-8553-AA01F8B2CDBB}" type="pres">
      <dgm:prSet presAssocID="{EAB7C037-8728-4EB2-8397-9D76525907FD}" presName="sibTrans" presStyleCnt="0"/>
      <dgm:spPr/>
    </dgm:pt>
    <dgm:pt modelId="{A17DB6D4-F016-44C0-804D-A26DB68ECFB9}" type="pres">
      <dgm:prSet presAssocID="{6D87ADAD-9E20-4582-8F48-0D6E5BE2F0E3}" presName="compNode" presStyleCnt="0"/>
      <dgm:spPr/>
    </dgm:pt>
    <dgm:pt modelId="{AE6CF0B1-B92B-4B55-954F-72C6C14B12A5}" type="pres">
      <dgm:prSet presAssocID="{6D87ADAD-9E20-4582-8F48-0D6E5BE2F0E3}" presName="bgRect" presStyleLbl="bgShp" presStyleIdx="1" presStyleCnt="3"/>
      <dgm:spPr/>
    </dgm:pt>
    <dgm:pt modelId="{B8DA9A40-9ED6-417B-A371-92B9E8AC90DD}" type="pres">
      <dgm:prSet presAssocID="{6D87ADAD-9E20-4582-8F48-0D6E5BE2F0E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61FB616-9498-45D1-8475-17C98E15C3AA}" type="pres">
      <dgm:prSet presAssocID="{6D87ADAD-9E20-4582-8F48-0D6E5BE2F0E3}" presName="spaceRect" presStyleCnt="0"/>
      <dgm:spPr/>
    </dgm:pt>
    <dgm:pt modelId="{80347116-BA87-4814-8F5A-5A4613258FE2}" type="pres">
      <dgm:prSet presAssocID="{6D87ADAD-9E20-4582-8F48-0D6E5BE2F0E3}" presName="parTx" presStyleLbl="revTx" presStyleIdx="1" presStyleCnt="5">
        <dgm:presLayoutVars>
          <dgm:chMax val="0"/>
          <dgm:chPref val="0"/>
        </dgm:presLayoutVars>
      </dgm:prSet>
      <dgm:spPr/>
    </dgm:pt>
    <dgm:pt modelId="{BD8C5708-DD00-4CA7-BD54-EF3AB496EEF8}" type="pres">
      <dgm:prSet presAssocID="{6D87ADAD-9E20-4582-8F48-0D6E5BE2F0E3}" presName="desTx" presStyleLbl="revTx" presStyleIdx="2" presStyleCnt="5">
        <dgm:presLayoutVars/>
      </dgm:prSet>
      <dgm:spPr/>
    </dgm:pt>
    <dgm:pt modelId="{35227C29-FE29-4BA0-86ED-90C7710F02C0}" type="pres">
      <dgm:prSet presAssocID="{B5011A1E-1FE3-4ACC-B329-952BD43896BF}" presName="sibTrans" presStyleCnt="0"/>
      <dgm:spPr/>
    </dgm:pt>
    <dgm:pt modelId="{5F5AE13D-F6E0-4087-BB62-15D89509389B}" type="pres">
      <dgm:prSet presAssocID="{8A326FBB-08B5-42DD-A71C-6EFB61000517}" presName="compNode" presStyleCnt="0"/>
      <dgm:spPr/>
    </dgm:pt>
    <dgm:pt modelId="{6CCB3781-108C-4987-9AD6-8E2E1FB9658A}" type="pres">
      <dgm:prSet presAssocID="{8A326FBB-08B5-42DD-A71C-6EFB61000517}" presName="bgRect" presStyleLbl="bgShp" presStyleIdx="2" presStyleCnt="3"/>
      <dgm:spPr/>
    </dgm:pt>
    <dgm:pt modelId="{444FEEE4-A0DC-47DB-9328-8BCE55266ABF}" type="pres">
      <dgm:prSet presAssocID="{8A326FBB-08B5-42DD-A71C-6EFB6100051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47DFDA91-1692-45BF-B97D-9988041BBD49}" type="pres">
      <dgm:prSet presAssocID="{8A326FBB-08B5-42DD-A71C-6EFB61000517}" presName="spaceRect" presStyleCnt="0"/>
      <dgm:spPr/>
    </dgm:pt>
    <dgm:pt modelId="{152F787D-F39B-460A-90B3-157D21FA3BBA}" type="pres">
      <dgm:prSet presAssocID="{8A326FBB-08B5-42DD-A71C-6EFB61000517}" presName="parTx" presStyleLbl="revTx" presStyleIdx="3" presStyleCnt="5">
        <dgm:presLayoutVars>
          <dgm:chMax val="0"/>
          <dgm:chPref val="0"/>
        </dgm:presLayoutVars>
      </dgm:prSet>
      <dgm:spPr/>
    </dgm:pt>
    <dgm:pt modelId="{551CD412-1CF1-42E8-9165-62503958E627}" type="pres">
      <dgm:prSet presAssocID="{8A326FBB-08B5-42DD-A71C-6EFB61000517}" presName="desTx" presStyleLbl="revTx" presStyleIdx="4" presStyleCnt="5">
        <dgm:presLayoutVars/>
      </dgm:prSet>
      <dgm:spPr/>
    </dgm:pt>
  </dgm:ptLst>
  <dgm:cxnLst>
    <dgm:cxn modelId="{5794EE08-2BC0-430B-8620-D0AD35D7B24C}" srcId="{6D87ADAD-9E20-4582-8F48-0D6E5BE2F0E3}" destId="{A37746E8-1644-41CF-A634-6EE20335F824}" srcOrd="2" destOrd="0" parTransId="{A4894BE4-3D4A-447F-AFCC-5C9DDE4DF5CE}" sibTransId="{BBF872AE-AE48-4AC6-84A8-096AFD3FCF08}"/>
    <dgm:cxn modelId="{191D4F0D-2E93-8B49-BD31-50A1B4683347}" srcId="{6D87ADAD-9E20-4582-8F48-0D6E5BE2F0E3}" destId="{F816A096-5583-0642-A95E-3AAD0D264F26}" srcOrd="1" destOrd="0" parTransId="{1023995E-1819-1A49-8F08-8CA26470A46B}" sibTransId="{53C096E3-613F-6E4E-9940-F37BFB08B16D}"/>
    <dgm:cxn modelId="{8B95A70E-49E1-4890-9424-92A1DD0A0955}" type="presOf" srcId="{8A326FBB-08B5-42DD-A71C-6EFB61000517}" destId="{152F787D-F39B-460A-90B3-157D21FA3BBA}" srcOrd="0" destOrd="0" presId="urn:microsoft.com/office/officeart/2018/2/layout/IconVerticalSolidList"/>
    <dgm:cxn modelId="{0F21133A-11C0-4969-B245-ECAB82527D1A}" srcId="{6D87ADAD-9E20-4582-8F48-0D6E5BE2F0E3}" destId="{243A4B3B-6B38-4F73-86E6-17A7A6D310CA}" srcOrd="0" destOrd="0" parTransId="{91F1439F-AA3E-475E-93F4-A5B60EA5C7CD}" sibTransId="{09C9AEB9-027E-45E0-ACCB-03D7D1AFB03D}"/>
    <dgm:cxn modelId="{4256D46C-0B44-4343-8B9E-B2B22E73F708}" type="presOf" srcId="{243A4B3B-6B38-4F73-86E6-17A7A6D310CA}" destId="{BD8C5708-DD00-4CA7-BD54-EF3AB496EEF8}" srcOrd="0" destOrd="0" presId="urn:microsoft.com/office/officeart/2018/2/layout/IconVerticalSolidList"/>
    <dgm:cxn modelId="{05CA0E84-E9AB-4D91-8FEA-216D7D3D0832}" srcId="{8A326FBB-08B5-42DD-A71C-6EFB61000517}" destId="{4A33AA55-C177-4280-A799-D204AC745A69}" srcOrd="0" destOrd="0" parTransId="{35DAC25B-0D96-471E-A5A3-9043D55EB2D6}" sibTransId="{F94304E4-18D4-4FAB-AC49-FAE0EFC6396F}"/>
    <dgm:cxn modelId="{7274F3B3-3658-48A5-95A4-9301E454DF75}" srcId="{FF331012-9429-40A7-8C38-42FBF389E1DC}" destId="{8A326FBB-08B5-42DD-A71C-6EFB61000517}" srcOrd="2" destOrd="0" parTransId="{9502444C-1EC7-49A4-B724-BD5DDD0436CB}" sibTransId="{4C671FE5-2C59-4CA1-BD52-074942752047}"/>
    <dgm:cxn modelId="{85F347CD-08AE-4BF9-B9E2-A45185657C9E}" srcId="{FF331012-9429-40A7-8C38-42FBF389E1DC}" destId="{6D87ADAD-9E20-4582-8F48-0D6E5BE2F0E3}" srcOrd="1" destOrd="0" parTransId="{253E522F-B2E4-4866-99C6-143ED2FBB4BE}" sibTransId="{B5011A1E-1FE3-4ACC-B329-952BD43896BF}"/>
    <dgm:cxn modelId="{20788CD2-BA8D-4CEF-8C8A-8C798E66BBEF}" type="presOf" srcId="{FF331012-9429-40A7-8C38-42FBF389E1DC}" destId="{FDF70832-B6C1-46B9-821E-492004A4858F}" srcOrd="0" destOrd="0" presId="urn:microsoft.com/office/officeart/2018/2/layout/IconVerticalSolidList"/>
    <dgm:cxn modelId="{768407D3-622D-4919-BC5C-6AAC460D4139}" type="presOf" srcId="{4A33AA55-C177-4280-A799-D204AC745A69}" destId="{551CD412-1CF1-42E8-9165-62503958E627}" srcOrd="0" destOrd="0" presId="urn:microsoft.com/office/officeart/2018/2/layout/IconVerticalSolidList"/>
    <dgm:cxn modelId="{F83043D3-9330-496D-B0FE-C9F0AEF10294}" srcId="{FF331012-9429-40A7-8C38-42FBF389E1DC}" destId="{048E1D3F-7227-40B3-893B-8AD648AB441F}" srcOrd="0" destOrd="0" parTransId="{9A260E48-7EDE-43B2-9DF3-25D48B6F6C47}" sibTransId="{EAB7C037-8728-4EB2-8397-9D76525907FD}"/>
    <dgm:cxn modelId="{5EE05EF0-3F4F-4C06-B2A5-19E7FEB0EA76}" type="presOf" srcId="{6D87ADAD-9E20-4582-8F48-0D6E5BE2F0E3}" destId="{80347116-BA87-4814-8F5A-5A4613258FE2}" srcOrd="0" destOrd="0" presId="urn:microsoft.com/office/officeart/2018/2/layout/IconVerticalSolidList"/>
    <dgm:cxn modelId="{C23139F8-C7B1-9F4F-9EF8-FECDA3DDA19A}" type="presOf" srcId="{F816A096-5583-0642-A95E-3AAD0D264F26}" destId="{BD8C5708-DD00-4CA7-BD54-EF3AB496EEF8}" srcOrd="0" destOrd="1" presId="urn:microsoft.com/office/officeart/2018/2/layout/IconVerticalSolidList"/>
    <dgm:cxn modelId="{3CDABCFB-241E-4D97-B66F-B68EC069DF55}" type="presOf" srcId="{048E1D3F-7227-40B3-893B-8AD648AB441F}" destId="{9DC37A40-FC0C-4EFF-85C0-27A24BA4B482}" srcOrd="0" destOrd="0" presId="urn:microsoft.com/office/officeart/2018/2/layout/IconVerticalSolidList"/>
    <dgm:cxn modelId="{8A26F4FD-5C7D-495D-9917-6C31DF5E5C1D}" type="presOf" srcId="{A37746E8-1644-41CF-A634-6EE20335F824}" destId="{BD8C5708-DD00-4CA7-BD54-EF3AB496EEF8}" srcOrd="0" destOrd="2" presId="urn:microsoft.com/office/officeart/2018/2/layout/IconVerticalSolidList"/>
    <dgm:cxn modelId="{53FC169E-FDFD-42B1-AD84-4AE648D8BF56}" type="presParOf" srcId="{FDF70832-B6C1-46B9-821E-492004A4858F}" destId="{FD9C7A3F-6FF4-4F66-B124-F5EEBEE49D22}" srcOrd="0" destOrd="0" presId="urn:microsoft.com/office/officeart/2018/2/layout/IconVerticalSolidList"/>
    <dgm:cxn modelId="{C244E270-3832-407D-B51D-C2B940776176}" type="presParOf" srcId="{FD9C7A3F-6FF4-4F66-B124-F5EEBEE49D22}" destId="{86A20868-6F2B-4F7D-B030-ACA930E1FA17}" srcOrd="0" destOrd="0" presId="urn:microsoft.com/office/officeart/2018/2/layout/IconVerticalSolidList"/>
    <dgm:cxn modelId="{3CCD2398-5CCD-4DD8-BF00-F71B7F00929C}" type="presParOf" srcId="{FD9C7A3F-6FF4-4F66-B124-F5EEBEE49D22}" destId="{42BDE16A-873F-46F5-8684-1567D88D19A6}" srcOrd="1" destOrd="0" presId="urn:microsoft.com/office/officeart/2018/2/layout/IconVerticalSolidList"/>
    <dgm:cxn modelId="{0B3A140E-910C-4BC0-B470-F7223D14EDA3}" type="presParOf" srcId="{FD9C7A3F-6FF4-4F66-B124-F5EEBEE49D22}" destId="{233851D7-CC77-4E58-AE75-36132B162476}" srcOrd="2" destOrd="0" presId="urn:microsoft.com/office/officeart/2018/2/layout/IconVerticalSolidList"/>
    <dgm:cxn modelId="{F1603BF1-CA66-47C0-9619-FDDBE23AEDBD}" type="presParOf" srcId="{FD9C7A3F-6FF4-4F66-B124-F5EEBEE49D22}" destId="{9DC37A40-FC0C-4EFF-85C0-27A24BA4B482}" srcOrd="3" destOrd="0" presId="urn:microsoft.com/office/officeart/2018/2/layout/IconVerticalSolidList"/>
    <dgm:cxn modelId="{0C45512D-A910-43C5-940F-42C1A5F0FC09}" type="presParOf" srcId="{FDF70832-B6C1-46B9-821E-492004A4858F}" destId="{063A62FC-19F5-47CD-8553-AA01F8B2CDBB}" srcOrd="1" destOrd="0" presId="urn:microsoft.com/office/officeart/2018/2/layout/IconVerticalSolidList"/>
    <dgm:cxn modelId="{40DA48FA-35F6-49A5-86CA-9604666A188B}" type="presParOf" srcId="{FDF70832-B6C1-46B9-821E-492004A4858F}" destId="{A17DB6D4-F016-44C0-804D-A26DB68ECFB9}" srcOrd="2" destOrd="0" presId="urn:microsoft.com/office/officeart/2018/2/layout/IconVerticalSolidList"/>
    <dgm:cxn modelId="{26123D47-DFDB-4CBE-9D3F-BE504F1BDA90}" type="presParOf" srcId="{A17DB6D4-F016-44C0-804D-A26DB68ECFB9}" destId="{AE6CF0B1-B92B-4B55-954F-72C6C14B12A5}" srcOrd="0" destOrd="0" presId="urn:microsoft.com/office/officeart/2018/2/layout/IconVerticalSolidList"/>
    <dgm:cxn modelId="{53FA286C-5AD8-4518-B765-4698D1FEE4FF}" type="presParOf" srcId="{A17DB6D4-F016-44C0-804D-A26DB68ECFB9}" destId="{B8DA9A40-9ED6-417B-A371-92B9E8AC90DD}" srcOrd="1" destOrd="0" presId="urn:microsoft.com/office/officeart/2018/2/layout/IconVerticalSolidList"/>
    <dgm:cxn modelId="{46C3A87A-8466-46B2-A860-AEE14EA98A9E}" type="presParOf" srcId="{A17DB6D4-F016-44C0-804D-A26DB68ECFB9}" destId="{261FB616-9498-45D1-8475-17C98E15C3AA}" srcOrd="2" destOrd="0" presId="urn:microsoft.com/office/officeart/2018/2/layout/IconVerticalSolidList"/>
    <dgm:cxn modelId="{EF053D1D-5AAD-4852-9CF4-FE393CD980B5}" type="presParOf" srcId="{A17DB6D4-F016-44C0-804D-A26DB68ECFB9}" destId="{80347116-BA87-4814-8F5A-5A4613258FE2}" srcOrd="3" destOrd="0" presId="urn:microsoft.com/office/officeart/2018/2/layout/IconVerticalSolidList"/>
    <dgm:cxn modelId="{0F7CEC1B-3E3D-402E-AE53-43A5EF2906E0}" type="presParOf" srcId="{A17DB6D4-F016-44C0-804D-A26DB68ECFB9}" destId="{BD8C5708-DD00-4CA7-BD54-EF3AB496EEF8}" srcOrd="4" destOrd="0" presId="urn:microsoft.com/office/officeart/2018/2/layout/IconVerticalSolidList"/>
    <dgm:cxn modelId="{888D72D9-7F83-4244-92DE-4EB9275C5373}" type="presParOf" srcId="{FDF70832-B6C1-46B9-821E-492004A4858F}" destId="{35227C29-FE29-4BA0-86ED-90C7710F02C0}" srcOrd="3" destOrd="0" presId="urn:microsoft.com/office/officeart/2018/2/layout/IconVerticalSolidList"/>
    <dgm:cxn modelId="{BB9AB267-84A6-4709-8217-E17EA2BFD452}" type="presParOf" srcId="{FDF70832-B6C1-46B9-821E-492004A4858F}" destId="{5F5AE13D-F6E0-4087-BB62-15D89509389B}" srcOrd="4" destOrd="0" presId="urn:microsoft.com/office/officeart/2018/2/layout/IconVerticalSolidList"/>
    <dgm:cxn modelId="{033B164C-4115-4A64-B0A7-B5F024B9AED1}" type="presParOf" srcId="{5F5AE13D-F6E0-4087-BB62-15D89509389B}" destId="{6CCB3781-108C-4987-9AD6-8E2E1FB9658A}" srcOrd="0" destOrd="0" presId="urn:microsoft.com/office/officeart/2018/2/layout/IconVerticalSolidList"/>
    <dgm:cxn modelId="{23B72AEE-92FA-432E-AC6D-82DE1B48DD5F}" type="presParOf" srcId="{5F5AE13D-F6E0-4087-BB62-15D89509389B}" destId="{444FEEE4-A0DC-47DB-9328-8BCE55266ABF}" srcOrd="1" destOrd="0" presId="urn:microsoft.com/office/officeart/2018/2/layout/IconVerticalSolidList"/>
    <dgm:cxn modelId="{C5B1C189-0CA0-4034-BC7D-175AEC5B3034}" type="presParOf" srcId="{5F5AE13D-F6E0-4087-BB62-15D89509389B}" destId="{47DFDA91-1692-45BF-B97D-9988041BBD49}" srcOrd="2" destOrd="0" presId="urn:microsoft.com/office/officeart/2018/2/layout/IconVerticalSolidList"/>
    <dgm:cxn modelId="{1A2A267C-12CE-4E25-9D24-8EAC750FAF93}" type="presParOf" srcId="{5F5AE13D-F6E0-4087-BB62-15D89509389B}" destId="{152F787D-F39B-460A-90B3-157D21FA3BBA}" srcOrd="3" destOrd="0" presId="urn:microsoft.com/office/officeart/2018/2/layout/IconVerticalSolidList"/>
    <dgm:cxn modelId="{1361AA60-89CB-4183-AF2F-9B45353E3FE0}" type="presParOf" srcId="{5F5AE13D-F6E0-4087-BB62-15D89509389B}" destId="{551CD412-1CF1-42E8-9165-62503958E627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8571F9D7-03EA-407E-8001-882393D2AE3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D37240A-ECEE-4059-9E90-476703286F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Massive Memory per VM, (up to 12TB!)</a:t>
          </a:r>
          <a:endParaRPr lang="en-US"/>
        </a:p>
      </dgm:t>
    </dgm:pt>
    <dgm:pt modelId="{CD55723F-3C01-4A1C-A0AE-3625E9F45ECE}" type="parTrans" cxnId="{26AE7FF4-7B17-49A8-AEE5-88978312EA7E}">
      <dgm:prSet/>
      <dgm:spPr/>
      <dgm:t>
        <a:bodyPr/>
        <a:lstStyle/>
        <a:p>
          <a:endParaRPr lang="en-US"/>
        </a:p>
      </dgm:t>
    </dgm:pt>
    <dgm:pt modelId="{DFB883F6-8E89-4449-8A40-F301B95C375F}" type="sibTrans" cxnId="{26AE7FF4-7B17-49A8-AEE5-88978312EA7E}">
      <dgm:prSet/>
      <dgm:spPr/>
      <dgm:t>
        <a:bodyPr/>
        <a:lstStyle/>
        <a:p>
          <a:endParaRPr lang="en-US"/>
        </a:p>
      </dgm:t>
    </dgm:pt>
    <dgm:pt modelId="{E1890D09-2831-4407-A8FE-0491E3B8B8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Suited for:</a:t>
          </a:r>
          <a:endParaRPr lang="en-US"/>
        </a:p>
      </dgm:t>
    </dgm:pt>
    <dgm:pt modelId="{DC545888-B866-43D6-A8CC-1A8C1EA01A66}" type="parTrans" cxnId="{C6F95F78-D3B8-4E5A-BF05-0C58A0F803E3}">
      <dgm:prSet/>
      <dgm:spPr/>
      <dgm:t>
        <a:bodyPr/>
        <a:lstStyle/>
        <a:p>
          <a:endParaRPr lang="en-US"/>
        </a:p>
      </dgm:t>
    </dgm:pt>
    <dgm:pt modelId="{3C6AE641-CE22-4508-A1EC-2941D86ED578}" type="sibTrans" cxnId="{C6F95F78-D3B8-4E5A-BF05-0C58A0F803E3}">
      <dgm:prSet/>
      <dgm:spPr/>
      <dgm:t>
        <a:bodyPr/>
        <a:lstStyle/>
        <a:p>
          <a:endParaRPr lang="en-US"/>
        </a:p>
      </dgm:t>
    </dgm:pt>
    <dgm:pt modelId="{26BFE109-278B-441F-80D0-1A8BF0A391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SQL Server enterprise workloads with multi-TB buffer pools</a:t>
          </a:r>
          <a:endParaRPr lang="en-US"/>
        </a:p>
      </dgm:t>
    </dgm:pt>
    <dgm:pt modelId="{C435B66B-D20F-4327-9B23-2D5F68DD1FC6}" type="parTrans" cxnId="{EB23BDA6-BFEE-4C10-B7E5-1C45720B7754}">
      <dgm:prSet/>
      <dgm:spPr/>
      <dgm:t>
        <a:bodyPr/>
        <a:lstStyle/>
        <a:p>
          <a:endParaRPr lang="en-US"/>
        </a:p>
      </dgm:t>
    </dgm:pt>
    <dgm:pt modelId="{C05684B7-00AC-4CB6-BAAE-819DC777931E}" type="sibTrans" cxnId="{EB23BDA6-BFEE-4C10-B7E5-1C45720B7754}">
      <dgm:prSet/>
      <dgm:spPr/>
      <dgm:t>
        <a:bodyPr/>
        <a:lstStyle/>
        <a:p>
          <a:endParaRPr lang="en-US"/>
        </a:p>
      </dgm:t>
    </dgm:pt>
    <dgm:pt modelId="{6F11A9D2-024E-40DF-81B9-512B2E3153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Large analytics, time-series or in-memory extension Postgres</a:t>
          </a:r>
          <a:endParaRPr lang="en-US" dirty="0"/>
        </a:p>
      </dgm:t>
    </dgm:pt>
    <dgm:pt modelId="{CC8C51A4-0184-45D3-AFEF-7CD123CF29E8}" type="parTrans" cxnId="{47A1B612-2F95-4BF3-9AF0-EB1C7732ADCC}">
      <dgm:prSet/>
      <dgm:spPr/>
      <dgm:t>
        <a:bodyPr/>
        <a:lstStyle/>
        <a:p>
          <a:endParaRPr lang="en-US"/>
        </a:p>
      </dgm:t>
    </dgm:pt>
    <dgm:pt modelId="{B0FB6A8D-CE2E-4AD5-9FEF-C7BC5251D68B}" type="sibTrans" cxnId="{47A1B612-2F95-4BF3-9AF0-EB1C7732ADCC}">
      <dgm:prSet/>
      <dgm:spPr/>
      <dgm:t>
        <a:bodyPr/>
        <a:lstStyle/>
        <a:p>
          <a:endParaRPr lang="en-US"/>
        </a:p>
      </dgm:t>
    </dgm:pt>
    <dgm:pt modelId="{0F8F9B4E-5A70-44C4-AA66-0DF6C95CB5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Costly, often used in regulated environments, such as financial services, SAP HANA, etc.)</a:t>
          </a:r>
          <a:endParaRPr lang="en-US" dirty="0"/>
        </a:p>
      </dgm:t>
    </dgm:pt>
    <dgm:pt modelId="{AD9EAEF3-5FA3-4E16-AF47-5C7D7F7707CA}" type="parTrans" cxnId="{FD3BA806-05AB-4BDA-B2BA-9E208BD6A9F1}">
      <dgm:prSet/>
      <dgm:spPr/>
      <dgm:t>
        <a:bodyPr/>
        <a:lstStyle/>
        <a:p>
          <a:endParaRPr lang="en-US"/>
        </a:p>
      </dgm:t>
    </dgm:pt>
    <dgm:pt modelId="{1CD674FB-35E5-4F58-86A5-8B7C5A89FA12}" type="sibTrans" cxnId="{FD3BA806-05AB-4BDA-B2BA-9E208BD6A9F1}">
      <dgm:prSet/>
      <dgm:spPr/>
      <dgm:t>
        <a:bodyPr/>
        <a:lstStyle/>
        <a:p>
          <a:endParaRPr lang="en-US"/>
        </a:p>
      </dgm:t>
    </dgm:pt>
    <dgm:pt modelId="{AF85CD4F-A608-C04B-AC84-717C830D36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Memory and CPU demanding Oracle workloads, with less demanding IO</a:t>
          </a:r>
          <a:endParaRPr lang="en-US" dirty="0"/>
        </a:p>
      </dgm:t>
    </dgm:pt>
    <dgm:pt modelId="{3E7686EE-443A-7140-B3A6-3EE3BA3EA62B}" type="parTrans" cxnId="{AD347B74-1F74-604B-8CEC-080AFBA5097A}">
      <dgm:prSet/>
      <dgm:spPr/>
      <dgm:t>
        <a:bodyPr/>
        <a:lstStyle/>
        <a:p>
          <a:endParaRPr lang="en-US"/>
        </a:p>
      </dgm:t>
    </dgm:pt>
    <dgm:pt modelId="{26FDFE47-2808-7F4D-A3B0-8425EBA0741B}" type="sibTrans" cxnId="{AD347B74-1F74-604B-8CEC-080AFBA5097A}">
      <dgm:prSet/>
      <dgm:spPr/>
      <dgm:t>
        <a:bodyPr/>
        <a:lstStyle/>
        <a:p>
          <a:endParaRPr lang="en-US"/>
        </a:p>
      </dgm:t>
    </dgm:pt>
    <dgm:pt modelId="{FB3E421A-E1FD-45B3-9FAD-03F1BD68B8B7}" type="pres">
      <dgm:prSet presAssocID="{8571F9D7-03EA-407E-8001-882393D2AE3C}" presName="root" presStyleCnt="0">
        <dgm:presLayoutVars>
          <dgm:dir/>
          <dgm:resizeHandles val="exact"/>
        </dgm:presLayoutVars>
      </dgm:prSet>
      <dgm:spPr/>
    </dgm:pt>
    <dgm:pt modelId="{9920CA4C-8DC6-4295-8A1A-F0693AE033AD}" type="pres">
      <dgm:prSet presAssocID="{BD37240A-ECEE-4059-9E90-476703286FD6}" presName="compNode" presStyleCnt="0"/>
      <dgm:spPr/>
    </dgm:pt>
    <dgm:pt modelId="{AF530274-65A3-43D0-A5B3-6A49194A2024}" type="pres">
      <dgm:prSet presAssocID="{BD37240A-ECEE-4059-9E90-476703286FD6}" presName="bgRect" presStyleLbl="bgShp" presStyleIdx="0" presStyleCnt="4"/>
      <dgm:spPr/>
    </dgm:pt>
    <dgm:pt modelId="{12E08745-16B7-4D27-8F1B-A5E6FADF02C6}" type="pres">
      <dgm:prSet presAssocID="{BD37240A-ECEE-4059-9E90-476703286FD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ADE0F9EC-40DB-4D34-9899-924A83F74E7C}" type="pres">
      <dgm:prSet presAssocID="{BD37240A-ECEE-4059-9E90-476703286FD6}" presName="spaceRect" presStyleCnt="0"/>
      <dgm:spPr/>
    </dgm:pt>
    <dgm:pt modelId="{F7B7A443-3279-43BF-902A-71666E85A300}" type="pres">
      <dgm:prSet presAssocID="{BD37240A-ECEE-4059-9E90-476703286FD6}" presName="parTx" presStyleLbl="revTx" presStyleIdx="0" presStyleCnt="5">
        <dgm:presLayoutVars>
          <dgm:chMax val="0"/>
          <dgm:chPref val="0"/>
        </dgm:presLayoutVars>
      </dgm:prSet>
      <dgm:spPr/>
    </dgm:pt>
    <dgm:pt modelId="{F1B2869F-CFB9-4586-9551-3028799768A7}" type="pres">
      <dgm:prSet presAssocID="{DFB883F6-8E89-4449-8A40-F301B95C375F}" presName="sibTrans" presStyleCnt="0"/>
      <dgm:spPr/>
    </dgm:pt>
    <dgm:pt modelId="{EA47C153-0502-4BA5-A243-5527C83B80D7}" type="pres">
      <dgm:prSet presAssocID="{E1890D09-2831-4407-A8FE-0491E3B8B8A6}" presName="compNode" presStyleCnt="0"/>
      <dgm:spPr/>
    </dgm:pt>
    <dgm:pt modelId="{3271CA7E-A617-490C-A7DB-C2B14672A0FA}" type="pres">
      <dgm:prSet presAssocID="{E1890D09-2831-4407-A8FE-0491E3B8B8A6}" presName="bgRect" presStyleLbl="bgShp" presStyleIdx="1" presStyleCnt="4"/>
      <dgm:spPr/>
    </dgm:pt>
    <dgm:pt modelId="{9E40AAD0-B3AD-44E3-8EF1-1C8FF96076F6}" type="pres">
      <dgm:prSet presAssocID="{E1890D09-2831-4407-A8FE-0491E3B8B8A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51746BD-B25E-4D8A-8D6D-1E4DF138D023}" type="pres">
      <dgm:prSet presAssocID="{E1890D09-2831-4407-A8FE-0491E3B8B8A6}" presName="spaceRect" presStyleCnt="0"/>
      <dgm:spPr/>
    </dgm:pt>
    <dgm:pt modelId="{2AB33255-89A1-467B-BCFB-77E5AD1AA476}" type="pres">
      <dgm:prSet presAssocID="{E1890D09-2831-4407-A8FE-0491E3B8B8A6}" presName="parTx" presStyleLbl="revTx" presStyleIdx="1" presStyleCnt="5">
        <dgm:presLayoutVars>
          <dgm:chMax val="0"/>
          <dgm:chPref val="0"/>
        </dgm:presLayoutVars>
      </dgm:prSet>
      <dgm:spPr/>
    </dgm:pt>
    <dgm:pt modelId="{8FE2A573-858B-4CA3-8ECD-DA2E78840624}" type="pres">
      <dgm:prSet presAssocID="{E1890D09-2831-4407-A8FE-0491E3B8B8A6}" presName="desTx" presStyleLbl="revTx" presStyleIdx="2" presStyleCnt="5">
        <dgm:presLayoutVars/>
      </dgm:prSet>
      <dgm:spPr/>
    </dgm:pt>
    <dgm:pt modelId="{29605DB2-1A7C-46D3-9D46-553531293DF4}" type="pres">
      <dgm:prSet presAssocID="{3C6AE641-CE22-4508-A1EC-2941D86ED578}" presName="sibTrans" presStyleCnt="0"/>
      <dgm:spPr/>
    </dgm:pt>
    <dgm:pt modelId="{4D538F5B-13F8-4F3D-9CE2-D7B6658315A5}" type="pres">
      <dgm:prSet presAssocID="{0F8F9B4E-5A70-44C4-AA66-0DF6C95CB5C3}" presName="compNode" presStyleCnt="0"/>
      <dgm:spPr/>
    </dgm:pt>
    <dgm:pt modelId="{093D5C2E-1E4F-4469-92FF-25DDE0CF3354}" type="pres">
      <dgm:prSet presAssocID="{0F8F9B4E-5A70-44C4-AA66-0DF6C95CB5C3}" presName="bgRect" presStyleLbl="bgShp" presStyleIdx="2" presStyleCnt="4"/>
      <dgm:spPr/>
    </dgm:pt>
    <dgm:pt modelId="{F2FF5F66-2BC8-4585-8F70-D427A174158A}" type="pres">
      <dgm:prSet presAssocID="{0F8F9B4E-5A70-44C4-AA66-0DF6C95CB5C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AC757BE-1090-443A-BA37-8C9BB467A3AD}" type="pres">
      <dgm:prSet presAssocID="{0F8F9B4E-5A70-44C4-AA66-0DF6C95CB5C3}" presName="spaceRect" presStyleCnt="0"/>
      <dgm:spPr/>
    </dgm:pt>
    <dgm:pt modelId="{93DFC554-3CEF-4E4C-8DDE-B0577F7E62E8}" type="pres">
      <dgm:prSet presAssocID="{0F8F9B4E-5A70-44C4-AA66-0DF6C95CB5C3}" presName="parTx" presStyleLbl="revTx" presStyleIdx="3" presStyleCnt="5">
        <dgm:presLayoutVars>
          <dgm:chMax val="0"/>
          <dgm:chPref val="0"/>
        </dgm:presLayoutVars>
      </dgm:prSet>
      <dgm:spPr/>
    </dgm:pt>
    <dgm:pt modelId="{0733821C-9EE6-7749-82BA-CBD42072D669}" type="pres">
      <dgm:prSet presAssocID="{1CD674FB-35E5-4F58-86A5-8B7C5A89FA12}" presName="sibTrans" presStyleCnt="0"/>
      <dgm:spPr/>
    </dgm:pt>
    <dgm:pt modelId="{7E560302-EACD-364E-9E7C-C501BAAAA246}" type="pres">
      <dgm:prSet presAssocID="{AF85CD4F-A608-C04B-AC84-717C830D36DA}" presName="compNode" presStyleCnt="0"/>
      <dgm:spPr/>
    </dgm:pt>
    <dgm:pt modelId="{91BE1742-DFCC-2D4B-88C0-FC231BDC6BA2}" type="pres">
      <dgm:prSet presAssocID="{AF85CD4F-A608-C04B-AC84-717C830D36DA}" presName="bgRect" presStyleLbl="bgShp" presStyleIdx="3" presStyleCnt="4"/>
      <dgm:spPr/>
    </dgm:pt>
    <dgm:pt modelId="{2DF5EA52-BF79-074D-A2CE-E6AD11647875}" type="pres">
      <dgm:prSet presAssocID="{AF85CD4F-A608-C04B-AC84-717C830D36DA}" presName="iconRect" presStyleLbl="node1" presStyleIdx="3" presStyleCnt="4"/>
      <dgm:spPr>
        <a:blipFill>
          <a:blip xmlns:r="http://schemas.openxmlformats.org/officeDocument/2006/relationships" r:embed="rId7"/>
          <a:srcRect/>
          <a:stretch>
            <a:fillRect t="-2000" b="-2000"/>
          </a:stretch>
        </a:blipFill>
      </dgm:spPr>
    </dgm:pt>
    <dgm:pt modelId="{D46F5216-6298-2B46-9365-25982CDD4DB9}" type="pres">
      <dgm:prSet presAssocID="{AF85CD4F-A608-C04B-AC84-717C830D36DA}" presName="spaceRect" presStyleCnt="0"/>
      <dgm:spPr/>
    </dgm:pt>
    <dgm:pt modelId="{4B590CE8-1CA5-4045-8F3D-F2E9AC6D28C6}" type="pres">
      <dgm:prSet presAssocID="{AF85CD4F-A608-C04B-AC84-717C830D36D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D3BA806-05AB-4BDA-B2BA-9E208BD6A9F1}" srcId="{8571F9D7-03EA-407E-8001-882393D2AE3C}" destId="{0F8F9B4E-5A70-44C4-AA66-0DF6C95CB5C3}" srcOrd="2" destOrd="0" parTransId="{AD9EAEF3-5FA3-4E16-AF47-5C7D7F7707CA}" sibTransId="{1CD674FB-35E5-4F58-86A5-8B7C5A89FA12}"/>
    <dgm:cxn modelId="{A41CEF08-47B1-4F93-8F55-CCA3EE95AFE9}" type="presOf" srcId="{E1890D09-2831-4407-A8FE-0491E3B8B8A6}" destId="{2AB33255-89A1-467B-BCFB-77E5AD1AA476}" srcOrd="0" destOrd="0" presId="urn:microsoft.com/office/officeart/2018/2/layout/IconVerticalSolidList"/>
    <dgm:cxn modelId="{47A1B612-2F95-4BF3-9AF0-EB1C7732ADCC}" srcId="{E1890D09-2831-4407-A8FE-0491E3B8B8A6}" destId="{6F11A9D2-024E-40DF-81B9-512B2E3153BC}" srcOrd="1" destOrd="0" parTransId="{CC8C51A4-0184-45D3-AFEF-7CD123CF29E8}" sibTransId="{B0FB6A8D-CE2E-4AD5-9FEF-C7BC5251D68B}"/>
    <dgm:cxn modelId="{F2629B68-27FF-4119-BA00-56F962285D98}" type="presOf" srcId="{6F11A9D2-024E-40DF-81B9-512B2E3153BC}" destId="{8FE2A573-858B-4CA3-8ECD-DA2E78840624}" srcOrd="0" destOrd="1" presId="urn:microsoft.com/office/officeart/2018/2/layout/IconVerticalSolidList"/>
    <dgm:cxn modelId="{418D5249-C33F-4EE3-944E-258759747B4F}" type="presOf" srcId="{BD37240A-ECEE-4059-9E90-476703286FD6}" destId="{F7B7A443-3279-43BF-902A-71666E85A300}" srcOrd="0" destOrd="0" presId="urn:microsoft.com/office/officeart/2018/2/layout/IconVerticalSolidList"/>
    <dgm:cxn modelId="{499F7B69-714C-416F-8456-B5BB77BD56E9}" type="presOf" srcId="{0F8F9B4E-5A70-44C4-AA66-0DF6C95CB5C3}" destId="{93DFC554-3CEF-4E4C-8DDE-B0577F7E62E8}" srcOrd="0" destOrd="0" presId="urn:microsoft.com/office/officeart/2018/2/layout/IconVerticalSolidList"/>
    <dgm:cxn modelId="{AD347B74-1F74-604B-8CEC-080AFBA5097A}" srcId="{8571F9D7-03EA-407E-8001-882393D2AE3C}" destId="{AF85CD4F-A608-C04B-AC84-717C830D36DA}" srcOrd="3" destOrd="0" parTransId="{3E7686EE-443A-7140-B3A6-3EE3BA3EA62B}" sibTransId="{26FDFE47-2808-7F4D-A3B0-8425EBA0741B}"/>
    <dgm:cxn modelId="{E3880057-2C7F-40F2-9F06-C8E51B140DF4}" type="presOf" srcId="{8571F9D7-03EA-407E-8001-882393D2AE3C}" destId="{FB3E421A-E1FD-45B3-9FAD-03F1BD68B8B7}" srcOrd="0" destOrd="0" presId="urn:microsoft.com/office/officeart/2018/2/layout/IconVerticalSolidList"/>
    <dgm:cxn modelId="{C6F95F78-D3B8-4E5A-BF05-0C58A0F803E3}" srcId="{8571F9D7-03EA-407E-8001-882393D2AE3C}" destId="{E1890D09-2831-4407-A8FE-0491E3B8B8A6}" srcOrd="1" destOrd="0" parTransId="{DC545888-B866-43D6-A8CC-1A8C1EA01A66}" sibTransId="{3C6AE641-CE22-4508-A1EC-2941D86ED578}"/>
    <dgm:cxn modelId="{204EBA95-FDAD-4410-8A9A-65618D4A0816}" type="presOf" srcId="{26BFE109-278B-441F-80D0-1A8BF0A3912D}" destId="{8FE2A573-858B-4CA3-8ECD-DA2E78840624}" srcOrd="0" destOrd="0" presId="urn:microsoft.com/office/officeart/2018/2/layout/IconVerticalSolidList"/>
    <dgm:cxn modelId="{EB23BDA6-BFEE-4C10-B7E5-1C45720B7754}" srcId="{E1890D09-2831-4407-A8FE-0491E3B8B8A6}" destId="{26BFE109-278B-441F-80D0-1A8BF0A3912D}" srcOrd="0" destOrd="0" parTransId="{C435B66B-D20F-4327-9B23-2D5F68DD1FC6}" sibTransId="{C05684B7-00AC-4CB6-BAAE-819DC777931E}"/>
    <dgm:cxn modelId="{5E575AF4-6CD2-2A4B-9F50-856A5FBC0726}" type="presOf" srcId="{AF85CD4F-A608-C04B-AC84-717C830D36DA}" destId="{4B590CE8-1CA5-4045-8F3D-F2E9AC6D28C6}" srcOrd="0" destOrd="0" presId="urn:microsoft.com/office/officeart/2018/2/layout/IconVerticalSolidList"/>
    <dgm:cxn modelId="{26AE7FF4-7B17-49A8-AEE5-88978312EA7E}" srcId="{8571F9D7-03EA-407E-8001-882393D2AE3C}" destId="{BD37240A-ECEE-4059-9E90-476703286FD6}" srcOrd="0" destOrd="0" parTransId="{CD55723F-3C01-4A1C-A0AE-3625E9F45ECE}" sibTransId="{DFB883F6-8E89-4449-8A40-F301B95C375F}"/>
    <dgm:cxn modelId="{27633E38-1247-40AC-92FB-4ED3E5743E8A}" type="presParOf" srcId="{FB3E421A-E1FD-45B3-9FAD-03F1BD68B8B7}" destId="{9920CA4C-8DC6-4295-8A1A-F0693AE033AD}" srcOrd="0" destOrd="0" presId="urn:microsoft.com/office/officeart/2018/2/layout/IconVerticalSolidList"/>
    <dgm:cxn modelId="{45249B33-94C9-441F-B810-6A7633E2BF72}" type="presParOf" srcId="{9920CA4C-8DC6-4295-8A1A-F0693AE033AD}" destId="{AF530274-65A3-43D0-A5B3-6A49194A2024}" srcOrd="0" destOrd="0" presId="urn:microsoft.com/office/officeart/2018/2/layout/IconVerticalSolidList"/>
    <dgm:cxn modelId="{69B44D2D-6005-4421-8A3A-603E59384EFE}" type="presParOf" srcId="{9920CA4C-8DC6-4295-8A1A-F0693AE033AD}" destId="{12E08745-16B7-4D27-8F1B-A5E6FADF02C6}" srcOrd="1" destOrd="0" presId="urn:microsoft.com/office/officeart/2018/2/layout/IconVerticalSolidList"/>
    <dgm:cxn modelId="{5ABFFC06-A679-426F-B7FB-789121F18FAE}" type="presParOf" srcId="{9920CA4C-8DC6-4295-8A1A-F0693AE033AD}" destId="{ADE0F9EC-40DB-4D34-9899-924A83F74E7C}" srcOrd="2" destOrd="0" presId="urn:microsoft.com/office/officeart/2018/2/layout/IconVerticalSolidList"/>
    <dgm:cxn modelId="{43473BF3-38EF-4333-8DE2-2C14CD50115E}" type="presParOf" srcId="{9920CA4C-8DC6-4295-8A1A-F0693AE033AD}" destId="{F7B7A443-3279-43BF-902A-71666E85A300}" srcOrd="3" destOrd="0" presId="urn:microsoft.com/office/officeart/2018/2/layout/IconVerticalSolidList"/>
    <dgm:cxn modelId="{BA0FC55A-E083-40F0-8210-A01F7EECA0B0}" type="presParOf" srcId="{FB3E421A-E1FD-45B3-9FAD-03F1BD68B8B7}" destId="{F1B2869F-CFB9-4586-9551-3028799768A7}" srcOrd="1" destOrd="0" presId="urn:microsoft.com/office/officeart/2018/2/layout/IconVerticalSolidList"/>
    <dgm:cxn modelId="{F3F2B5FF-655A-4DDE-B7C4-BADE8F5D348A}" type="presParOf" srcId="{FB3E421A-E1FD-45B3-9FAD-03F1BD68B8B7}" destId="{EA47C153-0502-4BA5-A243-5527C83B80D7}" srcOrd="2" destOrd="0" presId="urn:microsoft.com/office/officeart/2018/2/layout/IconVerticalSolidList"/>
    <dgm:cxn modelId="{4D277611-5F8C-41B7-8709-D44CD560F45B}" type="presParOf" srcId="{EA47C153-0502-4BA5-A243-5527C83B80D7}" destId="{3271CA7E-A617-490C-A7DB-C2B14672A0FA}" srcOrd="0" destOrd="0" presId="urn:microsoft.com/office/officeart/2018/2/layout/IconVerticalSolidList"/>
    <dgm:cxn modelId="{0B9F41D1-62AE-4D30-9161-E74020093C82}" type="presParOf" srcId="{EA47C153-0502-4BA5-A243-5527C83B80D7}" destId="{9E40AAD0-B3AD-44E3-8EF1-1C8FF96076F6}" srcOrd="1" destOrd="0" presId="urn:microsoft.com/office/officeart/2018/2/layout/IconVerticalSolidList"/>
    <dgm:cxn modelId="{E79F6BCA-0EB8-4015-B057-6F25A028BD2C}" type="presParOf" srcId="{EA47C153-0502-4BA5-A243-5527C83B80D7}" destId="{451746BD-B25E-4D8A-8D6D-1E4DF138D023}" srcOrd="2" destOrd="0" presId="urn:microsoft.com/office/officeart/2018/2/layout/IconVerticalSolidList"/>
    <dgm:cxn modelId="{054D46AA-D74F-4A61-96E7-6CA20580F7C5}" type="presParOf" srcId="{EA47C153-0502-4BA5-A243-5527C83B80D7}" destId="{2AB33255-89A1-467B-BCFB-77E5AD1AA476}" srcOrd="3" destOrd="0" presId="urn:microsoft.com/office/officeart/2018/2/layout/IconVerticalSolidList"/>
    <dgm:cxn modelId="{4911A026-244F-49D2-85C4-6BAF5E9BBA08}" type="presParOf" srcId="{EA47C153-0502-4BA5-A243-5527C83B80D7}" destId="{8FE2A573-858B-4CA3-8ECD-DA2E78840624}" srcOrd="4" destOrd="0" presId="urn:microsoft.com/office/officeart/2018/2/layout/IconVerticalSolidList"/>
    <dgm:cxn modelId="{E0D95799-B1B8-4714-A533-E98F9A5EDB4F}" type="presParOf" srcId="{FB3E421A-E1FD-45B3-9FAD-03F1BD68B8B7}" destId="{29605DB2-1A7C-46D3-9D46-553531293DF4}" srcOrd="3" destOrd="0" presId="urn:microsoft.com/office/officeart/2018/2/layout/IconVerticalSolidList"/>
    <dgm:cxn modelId="{F4A99BE8-83D4-44AB-A146-14B13DF384F4}" type="presParOf" srcId="{FB3E421A-E1FD-45B3-9FAD-03F1BD68B8B7}" destId="{4D538F5B-13F8-4F3D-9CE2-D7B6658315A5}" srcOrd="4" destOrd="0" presId="urn:microsoft.com/office/officeart/2018/2/layout/IconVerticalSolidList"/>
    <dgm:cxn modelId="{DDDB5726-4E2B-46B9-90A7-5B842834F47C}" type="presParOf" srcId="{4D538F5B-13F8-4F3D-9CE2-D7B6658315A5}" destId="{093D5C2E-1E4F-4469-92FF-25DDE0CF3354}" srcOrd="0" destOrd="0" presId="urn:microsoft.com/office/officeart/2018/2/layout/IconVerticalSolidList"/>
    <dgm:cxn modelId="{56682A1F-1F6B-49EB-8BCE-8F78BACAFAB4}" type="presParOf" srcId="{4D538F5B-13F8-4F3D-9CE2-D7B6658315A5}" destId="{F2FF5F66-2BC8-4585-8F70-D427A174158A}" srcOrd="1" destOrd="0" presId="urn:microsoft.com/office/officeart/2018/2/layout/IconVerticalSolidList"/>
    <dgm:cxn modelId="{972BA6B6-4CB2-434D-9596-7F42E0B5A454}" type="presParOf" srcId="{4D538F5B-13F8-4F3D-9CE2-D7B6658315A5}" destId="{1AC757BE-1090-443A-BA37-8C9BB467A3AD}" srcOrd="2" destOrd="0" presId="urn:microsoft.com/office/officeart/2018/2/layout/IconVerticalSolidList"/>
    <dgm:cxn modelId="{9FAAFEE0-6AC7-4D23-8638-86635B29FA09}" type="presParOf" srcId="{4D538F5B-13F8-4F3D-9CE2-D7B6658315A5}" destId="{93DFC554-3CEF-4E4C-8DDE-B0577F7E62E8}" srcOrd="3" destOrd="0" presId="urn:microsoft.com/office/officeart/2018/2/layout/IconVerticalSolidList"/>
    <dgm:cxn modelId="{6308418F-70F7-3244-84AA-711F533C8889}" type="presParOf" srcId="{FB3E421A-E1FD-45B3-9FAD-03F1BD68B8B7}" destId="{0733821C-9EE6-7749-82BA-CBD42072D669}" srcOrd="5" destOrd="0" presId="urn:microsoft.com/office/officeart/2018/2/layout/IconVerticalSolidList"/>
    <dgm:cxn modelId="{AC2DAC5E-3B7B-4C43-8360-7EC2727A1BF7}" type="presParOf" srcId="{FB3E421A-E1FD-45B3-9FAD-03F1BD68B8B7}" destId="{7E560302-EACD-364E-9E7C-C501BAAAA246}" srcOrd="6" destOrd="0" presId="urn:microsoft.com/office/officeart/2018/2/layout/IconVerticalSolidList"/>
    <dgm:cxn modelId="{85842703-618F-A141-B929-A2D04FE1E6AA}" type="presParOf" srcId="{7E560302-EACD-364E-9E7C-C501BAAAA246}" destId="{91BE1742-DFCC-2D4B-88C0-FC231BDC6BA2}" srcOrd="0" destOrd="0" presId="urn:microsoft.com/office/officeart/2018/2/layout/IconVerticalSolidList"/>
    <dgm:cxn modelId="{77AF5CE7-CABA-6F4F-B5AC-064A8D07D594}" type="presParOf" srcId="{7E560302-EACD-364E-9E7C-C501BAAAA246}" destId="{2DF5EA52-BF79-074D-A2CE-E6AD11647875}" srcOrd="1" destOrd="0" presId="urn:microsoft.com/office/officeart/2018/2/layout/IconVerticalSolidList"/>
    <dgm:cxn modelId="{68C1C231-C4ED-564D-8856-F81726357BB7}" type="presParOf" srcId="{7E560302-EACD-364E-9E7C-C501BAAAA246}" destId="{D46F5216-6298-2B46-9365-25982CDD4DB9}" srcOrd="2" destOrd="0" presId="urn:microsoft.com/office/officeart/2018/2/layout/IconVerticalSolidList"/>
    <dgm:cxn modelId="{DE9EC5BC-E81C-1F4F-9C57-EAF30D28E628}" type="presParOf" srcId="{7E560302-EACD-364E-9E7C-C501BAAAA246}" destId="{4B590CE8-1CA5-4045-8F3D-F2E9AC6D28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26A24E4-FB2C-4E1A-883C-A4118628C1E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AC3BB03-C61B-4FED-8C4F-84668F68F02D}">
      <dgm:prSet/>
      <dgm:spPr/>
      <dgm:t>
        <a:bodyPr/>
        <a:lstStyle/>
        <a:p>
          <a:r>
            <a:rPr lang="en-US" b="0" i="0"/>
            <a:t>Tau (T2D, T2A, C3A)  Optimized for price/performance</a:t>
          </a:r>
          <a:endParaRPr lang="en-US"/>
        </a:p>
      </dgm:t>
    </dgm:pt>
    <dgm:pt modelId="{7A3786BB-7B81-4C8B-8C2F-BEC4D2D31C64}" type="parTrans" cxnId="{92B4E4D9-0DC0-4710-AD33-7F79A1273642}">
      <dgm:prSet/>
      <dgm:spPr/>
      <dgm:t>
        <a:bodyPr/>
        <a:lstStyle/>
        <a:p>
          <a:endParaRPr lang="en-US"/>
        </a:p>
      </dgm:t>
    </dgm:pt>
    <dgm:pt modelId="{A14E0211-E7B1-463D-A28A-3F878389E836}" type="sibTrans" cxnId="{92B4E4D9-0DC0-4710-AD33-7F79A1273642}">
      <dgm:prSet/>
      <dgm:spPr/>
      <dgm:t>
        <a:bodyPr/>
        <a:lstStyle/>
        <a:p>
          <a:endParaRPr lang="en-US"/>
        </a:p>
      </dgm:t>
    </dgm:pt>
    <dgm:pt modelId="{3CD9165C-59A6-4348-8BEF-B2BE478FC70D}">
      <dgm:prSet/>
      <dgm:spPr/>
      <dgm:t>
        <a:bodyPr/>
        <a:lstStyle/>
        <a:p>
          <a:r>
            <a:rPr lang="en-US" b="0" i="0"/>
            <a:t>T2D is AMD EPYC Milan chip and priced well for Postgres OLTP</a:t>
          </a:r>
          <a:endParaRPr lang="en-US"/>
        </a:p>
      </dgm:t>
    </dgm:pt>
    <dgm:pt modelId="{DF50543B-25EE-4A91-8B28-73CE0390BD37}" type="parTrans" cxnId="{273228A1-DD96-4AE2-9AEB-0B8264E3809F}">
      <dgm:prSet/>
      <dgm:spPr/>
      <dgm:t>
        <a:bodyPr/>
        <a:lstStyle/>
        <a:p>
          <a:endParaRPr lang="en-US"/>
        </a:p>
      </dgm:t>
    </dgm:pt>
    <dgm:pt modelId="{B9B673BC-3411-4BC2-AB9E-DFC7084E6BD2}" type="sibTrans" cxnId="{273228A1-DD96-4AE2-9AEB-0B8264E3809F}">
      <dgm:prSet/>
      <dgm:spPr/>
      <dgm:t>
        <a:bodyPr/>
        <a:lstStyle/>
        <a:p>
          <a:endParaRPr lang="en-US"/>
        </a:p>
      </dgm:t>
    </dgm:pt>
    <dgm:pt modelId="{B07C4BBF-9A10-4D99-B09F-B5EE3FF7EE0F}">
      <dgm:prSet/>
      <dgm:spPr/>
      <dgm:t>
        <a:bodyPr/>
        <a:lstStyle/>
        <a:p>
          <a:r>
            <a:rPr lang="en-US" b="0" i="0"/>
            <a:t>T2A is ARM-based.  Great for Postgres (native support)</a:t>
          </a:r>
          <a:endParaRPr lang="en-US"/>
        </a:p>
      </dgm:t>
    </dgm:pt>
    <dgm:pt modelId="{40647234-46DD-4D2C-93E6-DB7167DEEA49}" type="parTrans" cxnId="{AEE63A54-2B37-4F36-B65F-66D753630996}">
      <dgm:prSet/>
      <dgm:spPr/>
      <dgm:t>
        <a:bodyPr/>
        <a:lstStyle/>
        <a:p>
          <a:endParaRPr lang="en-US"/>
        </a:p>
      </dgm:t>
    </dgm:pt>
    <dgm:pt modelId="{F940EB76-A55E-46EC-851D-716D071D2082}" type="sibTrans" cxnId="{AEE63A54-2B37-4F36-B65F-66D753630996}">
      <dgm:prSet/>
      <dgm:spPr/>
      <dgm:t>
        <a:bodyPr/>
        <a:lstStyle/>
        <a:p>
          <a:endParaRPr lang="en-US"/>
        </a:p>
      </dgm:t>
    </dgm:pt>
    <dgm:pt modelId="{CD047036-EA70-4F68-89C2-C40BD3BC93B9}">
      <dgm:prSet/>
      <dgm:spPr/>
      <dgm:t>
        <a:bodyPr/>
        <a:lstStyle/>
        <a:p>
          <a:r>
            <a:rPr lang="en-US" b="0" i="0" dirty="0"/>
            <a:t>Sole-Tenant Nodes: Useful for Oracle and SQL Server licensing (per core/socket) and isolation requirements.</a:t>
          </a:r>
          <a:endParaRPr lang="en-US" dirty="0"/>
        </a:p>
      </dgm:t>
    </dgm:pt>
    <dgm:pt modelId="{BFB10295-9D8E-4F49-8282-D6D174C7C3A7}" type="parTrans" cxnId="{14EE80B2-E621-4935-BCCB-D0600830EFDB}">
      <dgm:prSet/>
      <dgm:spPr/>
      <dgm:t>
        <a:bodyPr/>
        <a:lstStyle/>
        <a:p>
          <a:endParaRPr lang="en-US"/>
        </a:p>
      </dgm:t>
    </dgm:pt>
    <dgm:pt modelId="{D175C2F2-9D7E-49E2-BB58-E3E18A18F43C}" type="sibTrans" cxnId="{14EE80B2-E621-4935-BCCB-D0600830EFDB}">
      <dgm:prSet/>
      <dgm:spPr/>
      <dgm:t>
        <a:bodyPr/>
        <a:lstStyle/>
        <a:p>
          <a:endParaRPr lang="en-US"/>
        </a:p>
      </dgm:t>
    </dgm:pt>
    <dgm:pt modelId="{0D847B9A-1FA7-451D-8076-48F324AA5346}">
      <dgm:prSet/>
      <dgm:spPr/>
      <dgm:t>
        <a:bodyPr/>
        <a:lstStyle/>
        <a:p>
          <a:r>
            <a:rPr lang="en-US" b="0" i="0" dirty="0"/>
            <a:t>Bare Metal Solutions: Great for very large SQL Server deployments with specific hardware/OS requirements beyond standard VMs.</a:t>
          </a:r>
          <a:endParaRPr lang="en-US" dirty="0"/>
        </a:p>
      </dgm:t>
    </dgm:pt>
    <dgm:pt modelId="{B7FB6E5F-8854-40CD-B1B6-5457995B3EB0}" type="parTrans" cxnId="{6E8F7AC7-6C44-4E5C-BE91-292A84151D4B}">
      <dgm:prSet/>
      <dgm:spPr/>
      <dgm:t>
        <a:bodyPr/>
        <a:lstStyle/>
        <a:p>
          <a:endParaRPr lang="en-US"/>
        </a:p>
      </dgm:t>
    </dgm:pt>
    <dgm:pt modelId="{39B2051E-FB94-46D8-ACDA-1DFE02024A94}" type="sibTrans" cxnId="{6E8F7AC7-6C44-4E5C-BE91-292A84151D4B}">
      <dgm:prSet/>
      <dgm:spPr/>
      <dgm:t>
        <a:bodyPr/>
        <a:lstStyle/>
        <a:p>
          <a:endParaRPr lang="en-US"/>
        </a:p>
      </dgm:t>
    </dgm:pt>
    <dgm:pt modelId="{B31F9329-DE17-4595-A3D3-D39448A1D532}" type="pres">
      <dgm:prSet presAssocID="{D26A24E4-FB2C-4E1A-883C-A4118628C1E9}" presName="root" presStyleCnt="0">
        <dgm:presLayoutVars>
          <dgm:dir/>
          <dgm:resizeHandles val="exact"/>
        </dgm:presLayoutVars>
      </dgm:prSet>
      <dgm:spPr/>
    </dgm:pt>
    <dgm:pt modelId="{2E589C58-87F1-4E3D-8D88-DDDF4E8306D0}" type="pres">
      <dgm:prSet presAssocID="{7AC3BB03-C61B-4FED-8C4F-84668F68F02D}" presName="compNode" presStyleCnt="0"/>
      <dgm:spPr/>
    </dgm:pt>
    <dgm:pt modelId="{F6F7B894-AFFA-4D95-A357-1C3D6A47FB60}" type="pres">
      <dgm:prSet presAssocID="{7AC3BB03-C61B-4FED-8C4F-84668F68F02D}" presName="bgRect" presStyleLbl="bgShp" presStyleIdx="0" presStyleCnt="3"/>
      <dgm:spPr/>
    </dgm:pt>
    <dgm:pt modelId="{32E95F94-21C5-4C9F-8806-956F90D4EC75}" type="pres">
      <dgm:prSet presAssocID="{7AC3BB03-C61B-4FED-8C4F-84668F68F02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48A64508-F786-4698-979A-EFE0E8CE3F08}" type="pres">
      <dgm:prSet presAssocID="{7AC3BB03-C61B-4FED-8C4F-84668F68F02D}" presName="spaceRect" presStyleCnt="0"/>
      <dgm:spPr/>
    </dgm:pt>
    <dgm:pt modelId="{12F115AA-C1B5-4EB4-B4C3-FEDB49A607ED}" type="pres">
      <dgm:prSet presAssocID="{7AC3BB03-C61B-4FED-8C4F-84668F68F02D}" presName="parTx" presStyleLbl="revTx" presStyleIdx="0" presStyleCnt="4">
        <dgm:presLayoutVars>
          <dgm:chMax val="0"/>
          <dgm:chPref val="0"/>
        </dgm:presLayoutVars>
      </dgm:prSet>
      <dgm:spPr/>
    </dgm:pt>
    <dgm:pt modelId="{C9BFFEC3-E6C3-46FA-B0EA-11A95CF145E8}" type="pres">
      <dgm:prSet presAssocID="{7AC3BB03-C61B-4FED-8C4F-84668F68F02D}" presName="desTx" presStyleLbl="revTx" presStyleIdx="1" presStyleCnt="4">
        <dgm:presLayoutVars/>
      </dgm:prSet>
      <dgm:spPr/>
    </dgm:pt>
    <dgm:pt modelId="{B1A20F3C-C2E2-45E9-BA28-801FFACB4137}" type="pres">
      <dgm:prSet presAssocID="{A14E0211-E7B1-463D-A28A-3F878389E836}" presName="sibTrans" presStyleCnt="0"/>
      <dgm:spPr/>
    </dgm:pt>
    <dgm:pt modelId="{EA18E452-6A78-4C4F-B584-D2A3319517BD}" type="pres">
      <dgm:prSet presAssocID="{CD047036-EA70-4F68-89C2-C40BD3BC93B9}" presName="compNode" presStyleCnt="0"/>
      <dgm:spPr/>
    </dgm:pt>
    <dgm:pt modelId="{BB637CE0-D0B7-4C16-A617-2B97F253429E}" type="pres">
      <dgm:prSet presAssocID="{CD047036-EA70-4F68-89C2-C40BD3BC93B9}" presName="bgRect" presStyleLbl="bgShp" presStyleIdx="1" presStyleCnt="3"/>
      <dgm:spPr/>
    </dgm:pt>
    <dgm:pt modelId="{414B9086-76B2-4E73-B6F8-E1CE00116E97}" type="pres">
      <dgm:prSet presAssocID="{CD047036-EA70-4F68-89C2-C40BD3BC93B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59703F44-007D-4A78-BBB4-F2A3295DA822}" type="pres">
      <dgm:prSet presAssocID="{CD047036-EA70-4F68-89C2-C40BD3BC93B9}" presName="spaceRect" presStyleCnt="0"/>
      <dgm:spPr/>
    </dgm:pt>
    <dgm:pt modelId="{045B368C-3550-49D7-B914-ED6B80AD1B06}" type="pres">
      <dgm:prSet presAssocID="{CD047036-EA70-4F68-89C2-C40BD3BC93B9}" presName="parTx" presStyleLbl="revTx" presStyleIdx="2" presStyleCnt="4">
        <dgm:presLayoutVars>
          <dgm:chMax val="0"/>
          <dgm:chPref val="0"/>
        </dgm:presLayoutVars>
      </dgm:prSet>
      <dgm:spPr/>
    </dgm:pt>
    <dgm:pt modelId="{C319A33A-6D2E-46A1-9370-EB2F7D365ACD}" type="pres">
      <dgm:prSet presAssocID="{D175C2F2-9D7E-49E2-BB58-E3E18A18F43C}" presName="sibTrans" presStyleCnt="0"/>
      <dgm:spPr/>
    </dgm:pt>
    <dgm:pt modelId="{E4BD35FD-C61A-4CE8-9638-2EA13411B8CD}" type="pres">
      <dgm:prSet presAssocID="{0D847B9A-1FA7-451D-8076-48F324AA5346}" presName="compNode" presStyleCnt="0"/>
      <dgm:spPr/>
    </dgm:pt>
    <dgm:pt modelId="{0D702BDB-D25D-4A92-A47C-CA866659C034}" type="pres">
      <dgm:prSet presAssocID="{0D847B9A-1FA7-451D-8076-48F324AA5346}" presName="bgRect" presStyleLbl="bgShp" presStyleIdx="2" presStyleCnt="3"/>
      <dgm:spPr/>
    </dgm:pt>
    <dgm:pt modelId="{830DCFF7-D968-41A6-92AD-F8630822A976}" type="pres">
      <dgm:prSet presAssocID="{0D847B9A-1FA7-451D-8076-48F324AA534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789BEE1-1900-4CFE-AFB8-8E83B3BD5195}" type="pres">
      <dgm:prSet presAssocID="{0D847B9A-1FA7-451D-8076-48F324AA5346}" presName="spaceRect" presStyleCnt="0"/>
      <dgm:spPr/>
    </dgm:pt>
    <dgm:pt modelId="{86C03764-B8A2-4363-8672-3361E1701156}" type="pres">
      <dgm:prSet presAssocID="{0D847B9A-1FA7-451D-8076-48F324AA534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F49900C-3BBD-4AB6-9C62-81536C3B5C74}" type="presOf" srcId="{B07C4BBF-9A10-4D99-B09F-B5EE3FF7EE0F}" destId="{C9BFFEC3-E6C3-46FA-B0EA-11A95CF145E8}" srcOrd="0" destOrd="1" presId="urn:microsoft.com/office/officeart/2018/2/layout/IconVerticalSolidList"/>
    <dgm:cxn modelId="{AAB52014-9792-4021-84E0-D104661C44FB}" type="presOf" srcId="{D26A24E4-FB2C-4E1A-883C-A4118628C1E9}" destId="{B31F9329-DE17-4595-A3D3-D39448A1D532}" srcOrd="0" destOrd="0" presId="urn:microsoft.com/office/officeart/2018/2/layout/IconVerticalSolidList"/>
    <dgm:cxn modelId="{9DD61138-5566-4253-8F7B-0B2102DD871D}" type="presOf" srcId="{CD047036-EA70-4F68-89C2-C40BD3BC93B9}" destId="{045B368C-3550-49D7-B914-ED6B80AD1B06}" srcOrd="0" destOrd="0" presId="urn:microsoft.com/office/officeart/2018/2/layout/IconVerticalSolidList"/>
    <dgm:cxn modelId="{450B5861-E5A8-422E-836C-5B7A421F14A6}" type="presOf" srcId="{3CD9165C-59A6-4348-8BEF-B2BE478FC70D}" destId="{C9BFFEC3-E6C3-46FA-B0EA-11A95CF145E8}" srcOrd="0" destOrd="0" presId="urn:microsoft.com/office/officeart/2018/2/layout/IconVerticalSolidList"/>
    <dgm:cxn modelId="{C5235B64-8F1B-446F-B872-E9C30D852946}" type="presOf" srcId="{7AC3BB03-C61B-4FED-8C4F-84668F68F02D}" destId="{12F115AA-C1B5-4EB4-B4C3-FEDB49A607ED}" srcOrd="0" destOrd="0" presId="urn:microsoft.com/office/officeart/2018/2/layout/IconVerticalSolidList"/>
    <dgm:cxn modelId="{940D9551-CA77-4F23-ACC0-084890912C9E}" type="presOf" srcId="{0D847B9A-1FA7-451D-8076-48F324AA5346}" destId="{86C03764-B8A2-4363-8672-3361E1701156}" srcOrd="0" destOrd="0" presId="urn:microsoft.com/office/officeart/2018/2/layout/IconVerticalSolidList"/>
    <dgm:cxn modelId="{AEE63A54-2B37-4F36-B65F-66D753630996}" srcId="{7AC3BB03-C61B-4FED-8C4F-84668F68F02D}" destId="{B07C4BBF-9A10-4D99-B09F-B5EE3FF7EE0F}" srcOrd="1" destOrd="0" parTransId="{40647234-46DD-4D2C-93E6-DB7167DEEA49}" sibTransId="{F940EB76-A55E-46EC-851D-716D071D2082}"/>
    <dgm:cxn modelId="{273228A1-DD96-4AE2-9AEB-0B8264E3809F}" srcId="{7AC3BB03-C61B-4FED-8C4F-84668F68F02D}" destId="{3CD9165C-59A6-4348-8BEF-B2BE478FC70D}" srcOrd="0" destOrd="0" parTransId="{DF50543B-25EE-4A91-8B28-73CE0390BD37}" sibTransId="{B9B673BC-3411-4BC2-AB9E-DFC7084E6BD2}"/>
    <dgm:cxn modelId="{14EE80B2-E621-4935-BCCB-D0600830EFDB}" srcId="{D26A24E4-FB2C-4E1A-883C-A4118628C1E9}" destId="{CD047036-EA70-4F68-89C2-C40BD3BC93B9}" srcOrd="1" destOrd="0" parTransId="{BFB10295-9D8E-4F49-8282-D6D174C7C3A7}" sibTransId="{D175C2F2-9D7E-49E2-BB58-E3E18A18F43C}"/>
    <dgm:cxn modelId="{6E8F7AC7-6C44-4E5C-BE91-292A84151D4B}" srcId="{D26A24E4-FB2C-4E1A-883C-A4118628C1E9}" destId="{0D847B9A-1FA7-451D-8076-48F324AA5346}" srcOrd="2" destOrd="0" parTransId="{B7FB6E5F-8854-40CD-B1B6-5457995B3EB0}" sibTransId="{39B2051E-FB94-46D8-ACDA-1DFE02024A94}"/>
    <dgm:cxn modelId="{92B4E4D9-0DC0-4710-AD33-7F79A1273642}" srcId="{D26A24E4-FB2C-4E1A-883C-A4118628C1E9}" destId="{7AC3BB03-C61B-4FED-8C4F-84668F68F02D}" srcOrd="0" destOrd="0" parTransId="{7A3786BB-7B81-4C8B-8C2F-BEC4D2D31C64}" sibTransId="{A14E0211-E7B1-463D-A28A-3F878389E836}"/>
    <dgm:cxn modelId="{BB58E1A8-459D-45F2-8A7B-0D0E324AC0FA}" type="presParOf" srcId="{B31F9329-DE17-4595-A3D3-D39448A1D532}" destId="{2E589C58-87F1-4E3D-8D88-DDDF4E8306D0}" srcOrd="0" destOrd="0" presId="urn:microsoft.com/office/officeart/2018/2/layout/IconVerticalSolidList"/>
    <dgm:cxn modelId="{7AF06993-2F11-4401-80F9-B856B1214A89}" type="presParOf" srcId="{2E589C58-87F1-4E3D-8D88-DDDF4E8306D0}" destId="{F6F7B894-AFFA-4D95-A357-1C3D6A47FB60}" srcOrd="0" destOrd="0" presId="urn:microsoft.com/office/officeart/2018/2/layout/IconVerticalSolidList"/>
    <dgm:cxn modelId="{6DE3911E-44A3-421E-A384-C8D96DB3A8B6}" type="presParOf" srcId="{2E589C58-87F1-4E3D-8D88-DDDF4E8306D0}" destId="{32E95F94-21C5-4C9F-8806-956F90D4EC75}" srcOrd="1" destOrd="0" presId="urn:microsoft.com/office/officeart/2018/2/layout/IconVerticalSolidList"/>
    <dgm:cxn modelId="{3E7D2ACC-ADF0-4F09-BE4E-56E862FE3FE8}" type="presParOf" srcId="{2E589C58-87F1-4E3D-8D88-DDDF4E8306D0}" destId="{48A64508-F786-4698-979A-EFE0E8CE3F08}" srcOrd="2" destOrd="0" presId="urn:microsoft.com/office/officeart/2018/2/layout/IconVerticalSolidList"/>
    <dgm:cxn modelId="{4536BCFC-9B98-4D6A-B86F-F0FC8DF9121A}" type="presParOf" srcId="{2E589C58-87F1-4E3D-8D88-DDDF4E8306D0}" destId="{12F115AA-C1B5-4EB4-B4C3-FEDB49A607ED}" srcOrd="3" destOrd="0" presId="urn:microsoft.com/office/officeart/2018/2/layout/IconVerticalSolidList"/>
    <dgm:cxn modelId="{27104777-7C4B-46C8-A1AB-43152EE477F1}" type="presParOf" srcId="{2E589C58-87F1-4E3D-8D88-DDDF4E8306D0}" destId="{C9BFFEC3-E6C3-46FA-B0EA-11A95CF145E8}" srcOrd="4" destOrd="0" presId="urn:microsoft.com/office/officeart/2018/2/layout/IconVerticalSolidList"/>
    <dgm:cxn modelId="{8F7FB77A-7C4B-45E5-B42B-6E0914330589}" type="presParOf" srcId="{B31F9329-DE17-4595-A3D3-D39448A1D532}" destId="{B1A20F3C-C2E2-45E9-BA28-801FFACB4137}" srcOrd="1" destOrd="0" presId="urn:microsoft.com/office/officeart/2018/2/layout/IconVerticalSolidList"/>
    <dgm:cxn modelId="{37902B8F-0CFC-4266-A06A-B8F2FD789753}" type="presParOf" srcId="{B31F9329-DE17-4595-A3D3-D39448A1D532}" destId="{EA18E452-6A78-4C4F-B584-D2A3319517BD}" srcOrd="2" destOrd="0" presId="urn:microsoft.com/office/officeart/2018/2/layout/IconVerticalSolidList"/>
    <dgm:cxn modelId="{F9060041-E9C6-4C76-AD4E-C7CE8F8D309D}" type="presParOf" srcId="{EA18E452-6A78-4C4F-B584-D2A3319517BD}" destId="{BB637CE0-D0B7-4C16-A617-2B97F253429E}" srcOrd="0" destOrd="0" presId="urn:microsoft.com/office/officeart/2018/2/layout/IconVerticalSolidList"/>
    <dgm:cxn modelId="{43E2D73E-D228-4787-B26E-E0B45334C48E}" type="presParOf" srcId="{EA18E452-6A78-4C4F-B584-D2A3319517BD}" destId="{414B9086-76B2-4E73-B6F8-E1CE00116E97}" srcOrd="1" destOrd="0" presId="urn:microsoft.com/office/officeart/2018/2/layout/IconVerticalSolidList"/>
    <dgm:cxn modelId="{DD5D7B38-16A1-474D-BA66-0205E9E50160}" type="presParOf" srcId="{EA18E452-6A78-4C4F-B584-D2A3319517BD}" destId="{59703F44-007D-4A78-BBB4-F2A3295DA822}" srcOrd="2" destOrd="0" presId="urn:microsoft.com/office/officeart/2018/2/layout/IconVerticalSolidList"/>
    <dgm:cxn modelId="{6A7FE360-525C-4CFF-B749-88D9E3ACCD4C}" type="presParOf" srcId="{EA18E452-6A78-4C4F-B584-D2A3319517BD}" destId="{045B368C-3550-49D7-B914-ED6B80AD1B06}" srcOrd="3" destOrd="0" presId="urn:microsoft.com/office/officeart/2018/2/layout/IconVerticalSolidList"/>
    <dgm:cxn modelId="{11A03669-066A-42E7-9549-1F92F3F4A02C}" type="presParOf" srcId="{B31F9329-DE17-4595-A3D3-D39448A1D532}" destId="{C319A33A-6D2E-46A1-9370-EB2F7D365ACD}" srcOrd="3" destOrd="0" presId="urn:microsoft.com/office/officeart/2018/2/layout/IconVerticalSolidList"/>
    <dgm:cxn modelId="{89282881-BDB5-48D9-866A-912D358FCE22}" type="presParOf" srcId="{B31F9329-DE17-4595-A3D3-D39448A1D532}" destId="{E4BD35FD-C61A-4CE8-9638-2EA13411B8CD}" srcOrd="4" destOrd="0" presId="urn:microsoft.com/office/officeart/2018/2/layout/IconVerticalSolidList"/>
    <dgm:cxn modelId="{F105E8BD-B9E7-4309-B3A2-443423B0DB2A}" type="presParOf" srcId="{E4BD35FD-C61A-4CE8-9638-2EA13411B8CD}" destId="{0D702BDB-D25D-4A92-A47C-CA866659C034}" srcOrd="0" destOrd="0" presId="urn:microsoft.com/office/officeart/2018/2/layout/IconVerticalSolidList"/>
    <dgm:cxn modelId="{6EB7B9AC-4C2D-42FE-994B-28D1E20EB98A}" type="presParOf" srcId="{E4BD35FD-C61A-4CE8-9638-2EA13411B8CD}" destId="{830DCFF7-D968-41A6-92AD-F8630822A976}" srcOrd="1" destOrd="0" presId="urn:microsoft.com/office/officeart/2018/2/layout/IconVerticalSolidList"/>
    <dgm:cxn modelId="{91881DD9-B5B3-4E46-95CB-22418FE98A63}" type="presParOf" srcId="{E4BD35FD-C61A-4CE8-9638-2EA13411B8CD}" destId="{6789BEE1-1900-4CFE-AFB8-8E83B3BD5195}" srcOrd="2" destOrd="0" presId="urn:microsoft.com/office/officeart/2018/2/layout/IconVerticalSolidList"/>
    <dgm:cxn modelId="{A5C82F16-4D8C-47F1-B3A0-70C22101C4D7}" type="presParOf" srcId="{E4BD35FD-C61A-4CE8-9638-2EA13411B8CD}" destId="{86C03764-B8A2-4363-8672-3361E17011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9B374E01-0B80-49D6-A690-128C997AA1F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980374-426F-44EF-AFC0-AC62AC68C05F}">
      <dgm:prSet/>
      <dgm:spPr/>
      <dgm:t>
        <a:bodyPr/>
        <a:lstStyle/>
        <a:p>
          <a:r>
            <a:rPr lang="en-US"/>
            <a:t>Persistent Disk: block storage for VMs</a:t>
          </a:r>
        </a:p>
      </dgm:t>
    </dgm:pt>
    <dgm:pt modelId="{4FA89386-7BAE-4510-8F4B-4FEE71A7E039}" type="parTrans" cxnId="{73DF83DC-A6FC-480E-BE52-ADB6B3F2E6ED}">
      <dgm:prSet/>
      <dgm:spPr/>
      <dgm:t>
        <a:bodyPr/>
        <a:lstStyle/>
        <a:p>
          <a:endParaRPr lang="en-US"/>
        </a:p>
      </dgm:t>
    </dgm:pt>
    <dgm:pt modelId="{44B48524-7D7C-4E8C-851F-355876F6C07E}" type="sibTrans" cxnId="{73DF83DC-A6FC-480E-BE52-ADB6B3F2E6ED}">
      <dgm:prSet/>
      <dgm:spPr/>
      <dgm:t>
        <a:bodyPr/>
        <a:lstStyle/>
        <a:p>
          <a:endParaRPr lang="en-US"/>
        </a:p>
      </dgm:t>
    </dgm:pt>
    <dgm:pt modelId="{3DD4671E-8A02-4C46-A6AE-D57CDCB670D1}">
      <dgm:prSet/>
      <dgm:spPr/>
      <dgm:t>
        <a:bodyPr/>
        <a:lstStyle/>
        <a:p>
          <a:r>
            <a:rPr lang="en-US"/>
            <a:t>Cloud Storage (GCS): object storage tiers</a:t>
          </a:r>
        </a:p>
      </dgm:t>
    </dgm:pt>
    <dgm:pt modelId="{1DA1CB4E-64FD-41CE-9DDB-141866939BB5}" type="parTrans" cxnId="{C78F67B6-1165-431F-AE12-B8D30C8B0217}">
      <dgm:prSet/>
      <dgm:spPr/>
      <dgm:t>
        <a:bodyPr/>
        <a:lstStyle/>
        <a:p>
          <a:endParaRPr lang="en-US"/>
        </a:p>
      </dgm:t>
    </dgm:pt>
    <dgm:pt modelId="{45B49563-F56B-40FF-854A-80F9E99609DC}" type="sibTrans" cxnId="{C78F67B6-1165-431F-AE12-B8D30C8B0217}">
      <dgm:prSet/>
      <dgm:spPr/>
      <dgm:t>
        <a:bodyPr/>
        <a:lstStyle/>
        <a:p>
          <a:endParaRPr lang="en-US"/>
        </a:p>
      </dgm:t>
    </dgm:pt>
    <dgm:pt modelId="{B6C95C7D-2530-4A67-8DB2-32C875D2A61A}">
      <dgm:prSet/>
      <dgm:spPr/>
      <dgm:t>
        <a:bodyPr/>
        <a:lstStyle/>
        <a:p>
          <a:r>
            <a:rPr lang="en-US"/>
            <a:t>Filestore: managed file storage (NFS)</a:t>
          </a:r>
        </a:p>
      </dgm:t>
    </dgm:pt>
    <dgm:pt modelId="{97B336DA-D87C-4102-BB1D-188CFCEA2EFD}" type="parTrans" cxnId="{631E417B-60FA-4666-9442-A4E420DAE817}">
      <dgm:prSet/>
      <dgm:spPr/>
      <dgm:t>
        <a:bodyPr/>
        <a:lstStyle/>
        <a:p>
          <a:endParaRPr lang="en-US"/>
        </a:p>
      </dgm:t>
    </dgm:pt>
    <dgm:pt modelId="{94C7091E-CDA1-4475-A986-E4892B2335B2}" type="sibTrans" cxnId="{631E417B-60FA-4666-9442-A4E420DAE817}">
      <dgm:prSet/>
      <dgm:spPr/>
      <dgm:t>
        <a:bodyPr/>
        <a:lstStyle/>
        <a:p>
          <a:endParaRPr lang="en-US"/>
        </a:p>
      </dgm:t>
    </dgm:pt>
    <dgm:pt modelId="{82A69E58-7141-4F8C-B94B-0B5478B29890}">
      <dgm:prSet/>
      <dgm:spPr/>
      <dgm:t>
        <a:bodyPr/>
        <a:lstStyle/>
        <a:p>
          <a:r>
            <a:rPr lang="en-US"/>
            <a:t>Cloud Volumes (NetApp/partners)</a:t>
          </a:r>
        </a:p>
      </dgm:t>
    </dgm:pt>
    <dgm:pt modelId="{A11374E9-562D-482D-BB6C-67A07AB0D275}" type="parTrans" cxnId="{350EF2BD-7374-425B-BCB2-E36084B5CFDE}">
      <dgm:prSet/>
      <dgm:spPr/>
      <dgm:t>
        <a:bodyPr/>
        <a:lstStyle/>
        <a:p>
          <a:endParaRPr lang="en-US"/>
        </a:p>
      </dgm:t>
    </dgm:pt>
    <dgm:pt modelId="{C0489DDB-9FFF-45D4-994F-80228B634866}" type="sibTrans" cxnId="{350EF2BD-7374-425B-BCB2-E36084B5CFDE}">
      <dgm:prSet/>
      <dgm:spPr/>
      <dgm:t>
        <a:bodyPr/>
        <a:lstStyle/>
        <a:p>
          <a:endParaRPr lang="en-US"/>
        </a:p>
      </dgm:t>
    </dgm:pt>
    <dgm:pt modelId="{0B4FE4B8-C211-4C2D-A574-91C93DE81D30}" type="pres">
      <dgm:prSet presAssocID="{9B374E01-0B80-49D6-A690-128C997AA1F0}" presName="root" presStyleCnt="0">
        <dgm:presLayoutVars>
          <dgm:dir/>
          <dgm:resizeHandles val="exact"/>
        </dgm:presLayoutVars>
      </dgm:prSet>
      <dgm:spPr/>
    </dgm:pt>
    <dgm:pt modelId="{7049C954-4363-48D7-9996-0978DB75F280}" type="pres">
      <dgm:prSet presAssocID="{C9980374-426F-44EF-AFC0-AC62AC68C05F}" presName="compNode" presStyleCnt="0"/>
      <dgm:spPr/>
    </dgm:pt>
    <dgm:pt modelId="{333D49D0-E73E-45DC-932B-E4C4EEB619E1}" type="pres">
      <dgm:prSet presAssocID="{C9980374-426F-44EF-AFC0-AC62AC68C05F}" presName="bgRect" presStyleLbl="bgShp" presStyleIdx="0" presStyleCnt="4"/>
      <dgm:spPr/>
    </dgm:pt>
    <dgm:pt modelId="{2EC417CB-83F2-448D-B3C5-40D9DB16D851}" type="pres">
      <dgm:prSet presAssocID="{C9980374-426F-44EF-AFC0-AC62AC68C05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0F3A6E24-E5C4-47DE-A8C5-C92EC9A7DFAB}" type="pres">
      <dgm:prSet presAssocID="{C9980374-426F-44EF-AFC0-AC62AC68C05F}" presName="spaceRect" presStyleCnt="0"/>
      <dgm:spPr/>
    </dgm:pt>
    <dgm:pt modelId="{89667BD6-C00B-496D-A351-7850A8610EA1}" type="pres">
      <dgm:prSet presAssocID="{C9980374-426F-44EF-AFC0-AC62AC68C05F}" presName="parTx" presStyleLbl="revTx" presStyleIdx="0" presStyleCnt="4">
        <dgm:presLayoutVars>
          <dgm:chMax val="0"/>
          <dgm:chPref val="0"/>
        </dgm:presLayoutVars>
      </dgm:prSet>
      <dgm:spPr/>
    </dgm:pt>
    <dgm:pt modelId="{7535E6BC-F203-4B6F-92F4-38006895FE41}" type="pres">
      <dgm:prSet presAssocID="{44B48524-7D7C-4E8C-851F-355876F6C07E}" presName="sibTrans" presStyleCnt="0"/>
      <dgm:spPr/>
    </dgm:pt>
    <dgm:pt modelId="{B23F1146-E372-4A4A-AD4E-97D96EBF2BB3}" type="pres">
      <dgm:prSet presAssocID="{3DD4671E-8A02-4C46-A6AE-D57CDCB670D1}" presName="compNode" presStyleCnt="0"/>
      <dgm:spPr/>
    </dgm:pt>
    <dgm:pt modelId="{D4285171-4196-40D7-9FE1-5255443E3EC9}" type="pres">
      <dgm:prSet presAssocID="{3DD4671E-8A02-4C46-A6AE-D57CDCB670D1}" presName="bgRect" presStyleLbl="bgShp" presStyleIdx="1" presStyleCnt="4"/>
      <dgm:spPr/>
    </dgm:pt>
    <dgm:pt modelId="{1E1D6699-6BD4-420C-8AC4-3BC8EC4505E4}" type="pres">
      <dgm:prSet presAssocID="{3DD4671E-8A02-4C46-A6AE-D57CDCB670D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EC9630C9-0CCE-4C4D-B6FC-10D0191B4773}" type="pres">
      <dgm:prSet presAssocID="{3DD4671E-8A02-4C46-A6AE-D57CDCB670D1}" presName="spaceRect" presStyleCnt="0"/>
      <dgm:spPr/>
    </dgm:pt>
    <dgm:pt modelId="{1A76CCB4-5B4F-475E-AAEA-5975E47F6F50}" type="pres">
      <dgm:prSet presAssocID="{3DD4671E-8A02-4C46-A6AE-D57CDCB670D1}" presName="parTx" presStyleLbl="revTx" presStyleIdx="1" presStyleCnt="4">
        <dgm:presLayoutVars>
          <dgm:chMax val="0"/>
          <dgm:chPref val="0"/>
        </dgm:presLayoutVars>
      </dgm:prSet>
      <dgm:spPr/>
    </dgm:pt>
    <dgm:pt modelId="{B4834A4D-94CF-4EC9-836C-3E48BF76AE0C}" type="pres">
      <dgm:prSet presAssocID="{45B49563-F56B-40FF-854A-80F9E99609DC}" presName="sibTrans" presStyleCnt="0"/>
      <dgm:spPr/>
    </dgm:pt>
    <dgm:pt modelId="{CF3D17DA-CDD5-4248-B28E-150D3E0E6889}" type="pres">
      <dgm:prSet presAssocID="{B6C95C7D-2530-4A67-8DB2-32C875D2A61A}" presName="compNode" presStyleCnt="0"/>
      <dgm:spPr/>
    </dgm:pt>
    <dgm:pt modelId="{8AD7FAB9-560E-48EB-9668-48BAD179C075}" type="pres">
      <dgm:prSet presAssocID="{B6C95C7D-2530-4A67-8DB2-32C875D2A61A}" presName="bgRect" presStyleLbl="bgShp" presStyleIdx="2" presStyleCnt="4"/>
      <dgm:spPr/>
    </dgm:pt>
    <dgm:pt modelId="{B016E90B-6301-4226-AB26-EC3CA744A2D4}" type="pres">
      <dgm:prSet presAssocID="{B6C95C7D-2530-4A67-8DB2-32C875D2A61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1AEB811A-5B87-479D-A268-40E856C46E39}" type="pres">
      <dgm:prSet presAssocID="{B6C95C7D-2530-4A67-8DB2-32C875D2A61A}" presName="spaceRect" presStyleCnt="0"/>
      <dgm:spPr/>
    </dgm:pt>
    <dgm:pt modelId="{5D123434-2A3C-467F-9F97-1E3B691CD023}" type="pres">
      <dgm:prSet presAssocID="{B6C95C7D-2530-4A67-8DB2-32C875D2A61A}" presName="parTx" presStyleLbl="revTx" presStyleIdx="2" presStyleCnt="4">
        <dgm:presLayoutVars>
          <dgm:chMax val="0"/>
          <dgm:chPref val="0"/>
        </dgm:presLayoutVars>
      </dgm:prSet>
      <dgm:spPr/>
    </dgm:pt>
    <dgm:pt modelId="{9FC5B476-B346-41A1-AB51-5F78BC539286}" type="pres">
      <dgm:prSet presAssocID="{94C7091E-CDA1-4475-A986-E4892B2335B2}" presName="sibTrans" presStyleCnt="0"/>
      <dgm:spPr/>
    </dgm:pt>
    <dgm:pt modelId="{3C6C7737-FA68-43E7-8C01-3551EDE0478E}" type="pres">
      <dgm:prSet presAssocID="{82A69E58-7141-4F8C-B94B-0B5478B29890}" presName="compNode" presStyleCnt="0"/>
      <dgm:spPr/>
    </dgm:pt>
    <dgm:pt modelId="{61162334-5567-4BC6-AC20-DCDDBE23B39A}" type="pres">
      <dgm:prSet presAssocID="{82A69E58-7141-4F8C-B94B-0B5478B29890}" presName="bgRect" presStyleLbl="bgShp" presStyleIdx="3" presStyleCnt="4"/>
      <dgm:spPr/>
    </dgm:pt>
    <dgm:pt modelId="{C3F15142-94FF-4442-90F9-9FFC63480F8C}" type="pres">
      <dgm:prSet presAssocID="{82A69E58-7141-4F8C-B94B-0B5478B2989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CC428FFC-6B6A-4221-99C5-DC1B9C535654}" type="pres">
      <dgm:prSet presAssocID="{82A69E58-7141-4F8C-B94B-0B5478B29890}" presName="spaceRect" presStyleCnt="0"/>
      <dgm:spPr/>
    </dgm:pt>
    <dgm:pt modelId="{5D2AC641-BAC7-49FE-9438-FD4D435F7220}" type="pres">
      <dgm:prSet presAssocID="{82A69E58-7141-4F8C-B94B-0B5478B2989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33B971F-2A2E-41B4-90C4-2C5A291EA32E}" type="presOf" srcId="{B6C95C7D-2530-4A67-8DB2-32C875D2A61A}" destId="{5D123434-2A3C-467F-9F97-1E3B691CD023}" srcOrd="0" destOrd="0" presId="urn:microsoft.com/office/officeart/2018/2/layout/IconVerticalSolidList"/>
    <dgm:cxn modelId="{4F0A5862-32F5-4A18-878F-4DFE83BB78D0}" type="presOf" srcId="{C9980374-426F-44EF-AFC0-AC62AC68C05F}" destId="{89667BD6-C00B-496D-A351-7850A8610EA1}" srcOrd="0" destOrd="0" presId="urn:microsoft.com/office/officeart/2018/2/layout/IconVerticalSolidList"/>
    <dgm:cxn modelId="{05890769-5320-4DF4-BB9D-3375CFF30C49}" type="presOf" srcId="{9B374E01-0B80-49D6-A690-128C997AA1F0}" destId="{0B4FE4B8-C211-4C2D-A574-91C93DE81D30}" srcOrd="0" destOrd="0" presId="urn:microsoft.com/office/officeart/2018/2/layout/IconVerticalSolidList"/>
    <dgm:cxn modelId="{631E417B-60FA-4666-9442-A4E420DAE817}" srcId="{9B374E01-0B80-49D6-A690-128C997AA1F0}" destId="{B6C95C7D-2530-4A67-8DB2-32C875D2A61A}" srcOrd="2" destOrd="0" parTransId="{97B336DA-D87C-4102-BB1D-188CFCEA2EFD}" sibTransId="{94C7091E-CDA1-4475-A986-E4892B2335B2}"/>
    <dgm:cxn modelId="{DF3FEC80-DCB2-4CF4-8AEE-BF8CA1652B70}" type="presOf" srcId="{3DD4671E-8A02-4C46-A6AE-D57CDCB670D1}" destId="{1A76CCB4-5B4F-475E-AAEA-5975E47F6F50}" srcOrd="0" destOrd="0" presId="urn:microsoft.com/office/officeart/2018/2/layout/IconVerticalSolidList"/>
    <dgm:cxn modelId="{B01FDA84-D0A7-43FF-8050-CB121C3F338F}" type="presOf" srcId="{82A69E58-7141-4F8C-B94B-0B5478B29890}" destId="{5D2AC641-BAC7-49FE-9438-FD4D435F7220}" srcOrd="0" destOrd="0" presId="urn:microsoft.com/office/officeart/2018/2/layout/IconVerticalSolidList"/>
    <dgm:cxn modelId="{C78F67B6-1165-431F-AE12-B8D30C8B0217}" srcId="{9B374E01-0B80-49D6-A690-128C997AA1F0}" destId="{3DD4671E-8A02-4C46-A6AE-D57CDCB670D1}" srcOrd="1" destOrd="0" parTransId="{1DA1CB4E-64FD-41CE-9DDB-141866939BB5}" sibTransId="{45B49563-F56B-40FF-854A-80F9E99609DC}"/>
    <dgm:cxn modelId="{350EF2BD-7374-425B-BCB2-E36084B5CFDE}" srcId="{9B374E01-0B80-49D6-A690-128C997AA1F0}" destId="{82A69E58-7141-4F8C-B94B-0B5478B29890}" srcOrd="3" destOrd="0" parTransId="{A11374E9-562D-482D-BB6C-67A07AB0D275}" sibTransId="{C0489DDB-9FFF-45D4-994F-80228B634866}"/>
    <dgm:cxn modelId="{73DF83DC-A6FC-480E-BE52-ADB6B3F2E6ED}" srcId="{9B374E01-0B80-49D6-A690-128C997AA1F0}" destId="{C9980374-426F-44EF-AFC0-AC62AC68C05F}" srcOrd="0" destOrd="0" parTransId="{4FA89386-7BAE-4510-8F4B-4FEE71A7E039}" sibTransId="{44B48524-7D7C-4E8C-851F-355876F6C07E}"/>
    <dgm:cxn modelId="{AD247901-C83B-43BB-B147-62D4314E9159}" type="presParOf" srcId="{0B4FE4B8-C211-4C2D-A574-91C93DE81D30}" destId="{7049C954-4363-48D7-9996-0978DB75F280}" srcOrd="0" destOrd="0" presId="urn:microsoft.com/office/officeart/2018/2/layout/IconVerticalSolidList"/>
    <dgm:cxn modelId="{9AA544FC-48B4-41C3-9029-8E74D364B45A}" type="presParOf" srcId="{7049C954-4363-48D7-9996-0978DB75F280}" destId="{333D49D0-E73E-45DC-932B-E4C4EEB619E1}" srcOrd="0" destOrd="0" presId="urn:microsoft.com/office/officeart/2018/2/layout/IconVerticalSolidList"/>
    <dgm:cxn modelId="{E78908A4-9665-4ACB-9589-3D3871365013}" type="presParOf" srcId="{7049C954-4363-48D7-9996-0978DB75F280}" destId="{2EC417CB-83F2-448D-B3C5-40D9DB16D851}" srcOrd="1" destOrd="0" presId="urn:microsoft.com/office/officeart/2018/2/layout/IconVerticalSolidList"/>
    <dgm:cxn modelId="{3626C41B-C94E-4A15-A48E-9A79F0A89610}" type="presParOf" srcId="{7049C954-4363-48D7-9996-0978DB75F280}" destId="{0F3A6E24-E5C4-47DE-A8C5-C92EC9A7DFAB}" srcOrd="2" destOrd="0" presId="urn:microsoft.com/office/officeart/2018/2/layout/IconVerticalSolidList"/>
    <dgm:cxn modelId="{A4496038-766F-4210-8222-8BAE1FA0D807}" type="presParOf" srcId="{7049C954-4363-48D7-9996-0978DB75F280}" destId="{89667BD6-C00B-496D-A351-7850A8610EA1}" srcOrd="3" destOrd="0" presId="urn:microsoft.com/office/officeart/2018/2/layout/IconVerticalSolidList"/>
    <dgm:cxn modelId="{1EC67A8A-E65D-4689-8740-60B78DF7C557}" type="presParOf" srcId="{0B4FE4B8-C211-4C2D-A574-91C93DE81D30}" destId="{7535E6BC-F203-4B6F-92F4-38006895FE41}" srcOrd="1" destOrd="0" presId="urn:microsoft.com/office/officeart/2018/2/layout/IconVerticalSolidList"/>
    <dgm:cxn modelId="{B20AC6E4-C983-43AE-84DD-204284126774}" type="presParOf" srcId="{0B4FE4B8-C211-4C2D-A574-91C93DE81D30}" destId="{B23F1146-E372-4A4A-AD4E-97D96EBF2BB3}" srcOrd="2" destOrd="0" presId="urn:microsoft.com/office/officeart/2018/2/layout/IconVerticalSolidList"/>
    <dgm:cxn modelId="{8D634BCF-28A0-4673-8DC6-8B497AF21122}" type="presParOf" srcId="{B23F1146-E372-4A4A-AD4E-97D96EBF2BB3}" destId="{D4285171-4196-40D7-9FE1-5255443E3EC9}" srcOrd="0" destOrd="0" presId="urn:microsoft.com/office/officeart/2018/2/layout/IconVerticalSolidList"/>
    <dgm:cxn modelId="{9A6BE43D-5D9D-486E-AC09-0322AD9334C9}" type="presParOf" srcId="{B23F1146-E372-4A4A-AD4E-97D96EBF2BB3}" destId="{1E1D6699-6BD4-420C-8AC4-3BC8EC4505E4}" srcOrd="1" destOrd="0" presId="urn:microsoft.com/office/officeart/2018/2/layout/IconVerticalSolidList"/>
    <dgm:cxn modelId="{8C377B50-F9CA-4435-BA83-91CFAFDAA0C6}" type="presParOf" srcId="{B23F1146-E372-4A4A-AD4E-97D96EBF2BB3}" destId="{EC9630C9-0CCE-4C4D-B6FC-10D0191B4773}" srcOrd="2" destOrd="0" presId="urn:microsoft.com/office/officeart/2018/2/layout/IconVerticalSolidList"/>
    <dgm:cxn modelId="{52BF65FD-D902-463B-8D0F-C5870D9F6AC3}" type="presParOf" srcId="{B23F1146-E372-4A4A-AD4E-97D96EBF2BB3}" destId="{1A76CCB4-5B4F-475E-AAEA-5975E47F6F50}" srcOrd="3" destOrd="0" presId="urn:microsoft.com/office/officeart/2018/2/layout/IconVerticalSolidList"/>
    <dgm:cxn modelId="{4E15BD0B-B23A-47F1-AE96-C0501507C5E4}" type="presParOf" srcId="{0B4FE4B8-C211-4C2D-A574-91C93DE81D30}" destId="{B4834A4D-94CF-4EC9-836C-3E48BF76AE0C}" srcOrd="3" destOrd="0" presId="urn:microsoft.com/office/officeart/2018/2/layout/IconVerticalSolidList"/>
    <dgm:cxn modelId="{87601B2F-ECF3-4B49-AB4A-FB52023942D4}" type="presParOf" srcId="{0B4FE4B8-C211-4C2D-A574-91C93DE81D30}" destId="{CF3D17DA-CDD5-4248-B28E-150D3E0E6889}" srcOrd="4" destOrd="0" presId="urn:microsoft.com/office/officeart/2018/2/layout/IconVerticalSolidList"/>
    <dgm:cxn modelId="{94CEAAED-1916-4CFB-9DAC-530B24B0E1AF}" type="presParOf" srcId="{CF3D17DA-CDD5-4248-B28E-150D3E0E6889}" destId="{8AD7FAB9-560E-48EB-9668-48BAD179C075}" srcOrd="0" destOrd="0" presId="urn:microsoft.com/office/officeart/2018/2/layout/IconVerticalSolidList"/>
    <dgm:cxn modelId="{A7DBCE3B-BAC7-4153-A8C2-C41ACEB95996}" type="presParOf" srcId="{CF3D17DA-CDD5-4248-B28E-150D3E0E6889}" destId="{B016E90B-6301-4226-AB26-EC3CA744A2D4}" srcOrd="1" destOrd="0" presId="urn:microsoft.com/office/officeart/2018/2/layout/IconVerticalSolidList"/>
    <dgm:cxn modelId="{D078E204-22F3-4314-B403-4272BF1D2DA8}" type="presParOf" srcId="{CF3D17DA-CDD5-4248-B28E-150D3E0E6889}" destId="{1AEB811A-5B87-479D-A268-40E856C46E39}" srcOrd="2" destOrd="0" presId="urn:microsoft.com/office/officeart/2018/2/layout/IconVerticalSolidList"/>
    <dgm:cxn modelId="{EBD157D8-3D5E-49C0-8F84-765BB4E1E513}" type="presParOf" srcId="{CF3D17DA-CDD5-4248-B28E-150D3E0E6889}" destId="{5D123434-2A3C-467F-9F97-1E3B691CD023}" srcOrd="3" destOrd="0" presId="urn:microsoft.com/office/officeart/2018/2/layout/IconVerticalSolidList"/>
    <dgm:cxn modelId="{A7A2F42B-02BF-40CD-8756-9CA31A3B291B}" type="presParOf" srcId="{0B4FE4B8-C211-4C2D-A574-91C93DE81D30}" destId="{9FC5B476-B346-41A1-AB51-5F78BC539286}" srcOrd="5" destOrd="0" presId="urn:microsoft.com/office/officeart/2018/2/layout/IconVerticalSolidList"/>
    <dgm:cxn modelId="{F80A866C-5353-4811-90D3-E4BC91E7AE1E}" type="presParOf" srcId="{0B4FE4B8-C211-4C2D-A574-91C93DE81D30}" destId="{3C6C7737-FA68-43E7-8C01-3551EDE0478E}" srcOrd="6" destOrd="0" presId="urn:microsoft.com/office/officeart/2018/2/layout/IconVerticalSolidList"/>
    <dgm:cxn modelId="{FE596DC5-0BE9-4422-BB20-1C8F5E12F8ED}" type="presParOf" srcId="{3C6C7737-FA68-43E7-8C01-3551EDE0478E}" destId="{61162334-5567-4BC6-AC20-DCDDBE23B39A}" srcOrd="0" destOrd="0" presId="urn:microsoft.com/office/officeart/2018/2/layout/IconVerticalSolidList"/>
    <dgm:cxn modelId="{232FEF06-9B89-4845-A690-D7BCF0B143CF}" type="presParOf" srcId="{3C6C7737-FA68-43E7-8C01-3551EDE0478E}" destId="{C3F15142-94FF-4442-90F9-9FFC63480F8C}" srcOrd="1" destOrd="0" presId="urn:microsoft.com/office/officeart/2018/2/layout/IconVerticalSolidList"/>
    <dgm:cxn modelId="{33612A78-E9A1-45BF-BD6E-88F88A2B4C9F}" type="presParOf" srcId="{3C6C7737-FA68-43E7-8C01-3551EDE0478E}" destId="{CC428FFC-6B6A-4221-99C5-DC1B9C535654}" srcOrd="2" destOrd="0" presId="urn:microsoft.com/office/officeart/2018/2/layout/IconVerticalSolidList"/>
    <dgm:cxn modelId="{D06E2F50-9BF9-4F34-B0A1-075BF9E5E7BB}" type="presParOf" srcId="{3C6C7737-FA68-43E7-8C01-3551EDE0478E}" destId="{5D2AC641-BAC7-49FE-9438-FD4D435F722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C2BF97EC-960A-4C8A-82A2-910D0CF0AF15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B18567C-C730-4E94-AE21-005AFAF700E8}">
      <dgm:prSet/>
      <dgm:spPr/>
      <dgm:t>
        <a:bodyPr/>
        <a:lstStyle/>
        <a:p>
          <a:r>
            <a:rPr lang="en-US" b="0" i="0"/>
            <a:t>Balanced PD (pd-balanced)</a:t>
          </a:r>
          <a:endParaRPr lang="en-US"/>
        </a:p>
      </dgm:t>
    </dgm:pt>
    <dgm:pt modelId="{14345DC3-6C67-4ADC-85EB-626E66D05E8B}" type="parTrans" cxnId="{27D6C612-B4D2-455A-94D3-1AD0E5684EC7}">
      <dgm:prSet/>
      <dgm:spPr/>
      <dgm:t>
        <a:bodyPr/>
        <a:lstStyle/>
        <a:p>
          <a:endParaRPr lang="en-US"/>
        </a:p>
      </dgm:t>
    </dgm:pt>
    <dgm:pt modelId="{1001C9A9-F022-41BB-98D5-E331F11F9D0F}" type="sibTrans" cxnId="{27D6C612-B4D2-455A-94D3-1AD0E5684EC7}">
      <dgm:prSet/>
      <dgm:spPr/>
      <dgm:t>
        <a:bodyPr/>
        <a:lstStyle/>
        <a:p>
          <a:endParaRPr lang="en-US"/>
        </a:p>
      </dgm:t>
    </dgm:pt>
    <dgm:pt modelId="{50601ED3-96FE-4D47-B78C-FD71879F8005}">
      <dgm:prSet/>
      <dgm:spPr/>
      <dgm:t>
        <a:bodyPr/>
        <a:lstStyle/>
        <a:p>
          <a:r>
            <a:rPr lang="en-US" b="0" i="0"/>
            <a:t>Cost-effective SSD with predictable performance</a:t>
          </a:r>
          <a:endParaRPr lang="en-US"/>
        </a:p>
      </dgm:t>
    </dgm:pt>
    <dgm:pt modelId="{34ECB440-4DD2-4503-A99E-2E0FBE320BA5}" type="parTrans" cxnId="{757025BE-9FFB-48EF-A06B-DC56529DA007}">
      <dgm:prSet/>
      <dgm:spPr/>
      <dgm:t>
        <a:bodyPr/>
        <a:lstStyle/>
        <a:p>
          <a:endParaRPr lang="en-US"/>
        </a:p>
      </dgm:t>
    </dgm:pt>
    <dgm:pt modelId="{964DBF3D-7C5E-40CA-B655-61313DCD6F9E}" type="sibTrans" cxnId="{757025BE-9FFB-48EF-A06B-DC56529DA007}">
      <dgm:prSet/>
      <dgm:spPr/>
      <dgm:t>
        <a:bodyPr/>
        <a:lstStyle/>
        <a:p>
          <a:endParaRPr lang="en-US"/>
        </a:p>
      </dgm:t>
    </dgm:pt>
    <dgm:pt modelId="{49695C77-161E-47EA-B6BA-E1FEEB1CE251}">
      <dgm:prSet/>
      <dgm:spPr/>
      <dgm:t>
        <a:bodyPr/>
        <a:lstStyle/>
        <a:p>
          <a:r>
            <a:rPr lang="en-US" b="0" i="0"/>
            <a:t>Good for general Postgres/SQL Server Workloads</a:t>
          </a:r>
          <a:endParaRPr lang="en-US"/>
        </a:p>
      </dgm:t>
    </dgm:pt>
    <dgm:pt modelId="{FA73BEC2-446A-4555-B842-0D46E5749335}" type="parTrans" cxnId="{22F3A4F9-D3FC-4586-9EDF-A5180924C96B}">
      <dgm:prSet/>
      <dgm:spPr/>
      <dgm:t>
        <a:bodyPr/>
        <a:lstStyle/>
        <a:p>
          <a:endParaRPr lang="en-US"/>
        </a:p>
      </dgm:t>
    </dgm:pt>
    <dgm:pt modelId="{194A2089-828D-41D0-9B2E-F9710CDB10DF}" type="sibTrans" cxnId="{22F3A4F9-D3FC-4586-9EDF-A5180924C96B}">
      <dgm:prSet/>
      <dgm:spPr/>
      <dgm:t>
        <a:bodyPr/>
        <a:lstStyle/>
        <a:p>
          <a:endParaRPr lang="en-US"/>
        </a:p>
      </dgm:t>
    </dgm:pt>
    <dgm:pt modelId="{2784CB8A-4E91-415E-9EFA-3142B7F78896}">
      <dgm:prSet/>
      <dgm:spPr/>
      <dgm:t>
        <a:bodyPr/>
        <a:lstStyle/>
        <a:p>
          <a:r>
            <a:rPr lang="en-US" b="0" i="0"/>
            <a:t>Extreme PD (pd-extreme)</a:t>
          </a:r>
          <a:endParaRPr lang="en-US"/>
        </a:p>
      </dgm:t>
    </dgm:pt>
    <dgm:pt modelId="{C34893E9-A480-4404-B029-E6149CA555A0}" type="parTrans" cxnId="{3FA34F01-BBF9-4280-950C-3CCD8DC09118}">
      <dgm:prSet/>
      <dgm:spPr/>
      <dgm:t>
        <a:bodyPr/>
        <a:lstStyle/>
        <a:p>
          <a:endParaRPr lang="en-US"/>
        </a:p>
      </dgm:t>
    </dgm:pt>
    <dgm:pt modelId="{A7412A8E-9206-448A-8BB1-9EBF5F050F3A}" type="sibTrans" cxnId="{3FA34F01-BBF9-4280-950C-3CCD8DC09118}">
      <dgm:prSet/>
      <dgm:spPr/>
      <dgm:t>
        <a:bodyPr/>
        <a:lstStyle/>
        <a:p>
          <a:endParaRPr lang="en-US"/>
        </a:p>
      </dgm:t>
    </dgm:pt>
    <dgm:pt modelId="{DC1AEDCD-5065-4506-984F-D8185F7C3C45}">
      <dgm:prSet/>
      <dgm:spPr/>
      <dgm:t>
        <a:bodyPr/>
        <a:lstStyle/>
        <a:p>
          <a:r>
            <a:rPr lang="en-US" b="0" i="0"/>
            <a:t>High IOPS (up to 120K per disk)</a:t>
          </a:r>
          <a:endParaRPr lang="en-US"/>
        </a:p>
      </dgm:t>
    </dgm:pt>
    <dgm:pt modelId="{341CF7CD-45CB-46DF-AF34-1F85C1A8B5ED}" type="parTrans" cxnId="{1507CD7E-4DA5-4ACD-953B-D536FAF431AF}">
      <dgm:prSet/>
      <dgm:spPr/>
      <dgm:t>
        <a:bodyPr/>
        <a:lstStyle/>
        <a:p>
          <a:endParaRPr lang="en-US"/>
        </a:p>
      </dgm:t>
    </dgm:pt>
    <dgm:pt modelId="{CFB023C9-1750-4615-867E-3E5F0ABB1036}" type="sibTrans" cxnId="{1507CD7E-4DA5-4ACD-953B-D536FAF431AF}">
      <dgm:prSet/>
      <dgm:spPr/>
      <dgm:t>
        <a:bodyPr/>
        <a:lstStyle/>
        <a:p>
          <a:endParaRPr lang="en-US"/>
        </a:p>
      </dgm:t>
    </dgm:pt>
    <dgm:pt modelId="{744E5331-DC9D-4C72-A1FC-246A12AD56F2}">
      <dgm:prSet/>
      <dgm:spPr/>
      <dgm:t>
        <a:bodyPr/>
        <a:lstStyle/>
        <a:p>
          <a:r>
            <a:rPr lang="en-US" b="0" i="0"/>
            <a:t>VM still decides how much IO you can achieve.)</a:t>
          </a:r>
          <a:endParaRPr lang="en-US"/>
        </a:p>
      </dgm:t>
    </dgm:pt>
    <dgm:pt modelId="{7A5A0BE3-54EF-47E9-B364-33EA537F9E9B}" type="parTrans" cxnId="{0EC66CB3-C64A-47F7-B072-C5E514333C34}">
      <dgm:prSet/>
      <dgm:spPr/>
      <dgm:t>
        <a:bodyPr/>
        <a:lstStyle/>
        <a:p>
          <a:endParaRPr lang="en-US"/>
        </a:p>
      </dgm:t>
    </dgm:pt>
    <dgm:pt modelId="{13B50616-DA46-437A-B77F-A151BF4AEF74}" type="sibTrans" cxnId="{0EC66CB3-C64A-47F7-B072-C5E514333C34}">
      <dgm:prSet/>
      <dgm:spPr/>
      <dgm:t>
        <a:bodyPr/>
        <a:lstStyle/>
        <a:p>
          <a:endParaRPr lang="en-US"/>
        </a:p>
      </dgm:t>
    </dgm:pt>
    <dgm:pt modelId="{B1D2D2F0-86A2-4809-8730-988C45D18E07}">
      <dgm:prSet/>
      <dgm:spPr/>
      <dgm:t>
        <a:bodyPr/>
        <a:lstStyle/>
        <a:p>
          <a:r>
            <a:rPr lang="en-US" b="0" i="0"/>
            <a:t>Equivalent to Azure Ultra Disk or AWS io2 Block Express)</a:t>
          </a:r>
          <a:endParaRPr lang="en-US"/>
        </a:p>
      </dgm:t>
    </dgm:pt>
    <dgm:pt modelId="{33694A52-B673-4DDD-AE96-CD0BF80AEE0B}" type="parTrans" cxnId="{DD480150-B476-468D-BF27-E2D4B63F2920}">
      <dgm:prSet/>
      <dgm:spPr/>
      <dgm:t>
        <a:bodyPr/>
        <a:lstStyle/>
        <a:p>
          <a:endParaRPr lang="en-US"/>
        </a:p>
      </dgm:t>
    </dgm:pt>
    <dgm:pt modelId="{58378C76-2F0C-4405-81C5-129A8CC212F8}" type="sibTrans" cxnId="{DD480150-B476-468D-BF27-E2D4B63F2920}">
      <dgm:prSet/>
      <dgm:spPr/>
      <dgm:t>
        <a:bodyPr/>
        <a:lstStyle/>
        <a:p>
          <a:endParaRPr lang="en-US"/>
        </a:p>
      </dgm:t>
    </dgm:pt>
    <dgm:pt modelId="{A4CE2543-F37B-4515-B7C2-7B6BC38FECF0}">
      <dgm:prSet/>
      <dgm:spPr/>
      <dgm:t>
        <a:bodyPr/>
        <a:lstStyle/>
        <a:p>
          <a:r>
            <a:rPr lang="en-US" b="0" i="0"/>
            <a:t>Standard PD (pd-standard)</a:t>
          </a:r>
          <a:endParaRPr lang="en-US"/>
        </a:p>
      </dgm:t>
    </dgm:pt>
    <dgm:pt modelId="{E4B2A660-7DE6-4E5A-A927-12F0E8FD367B}" type="parTrans" cxnId="{9C8CF417-18B2-4132-A74B-139B62EF4623}">
      <dgm:prSet/>
      <dgm:spPr/>
      <dgm:t>
        <a:bodyPr/>
        <a:lstStyle/>
        <a:p>
          <a:endParaRPr lang="en-US"/>
        </a:p>
      </dgm:t>
    </dgm:pt>
    <dgm:pt modelId="{810180F2-1E89-499A-B7AA-0AEF8E26517B}" type="sibTrans" cxnId="{9C8CF417-18B2-4132-A74B-139B62EF4623}">
      <dgm:prSet/>
      <dgm:spPr/>
      <dgm:t>
        <a:bodyPr/>
        <a:lstStyle/>
        <a:p>
          <a:endParaRPr lang="en-US"/>
        </a:p>
      </dgm:t>
    </dgm:pt>
    <dgm:pt modelId="{52A76DFC-8ECB-48B3-B698-2A7178BBABF8}">
      <dgm:prSet/>
      <dgm:spPr/>
      <dgm:t>
        <a:bodyPr/>
        <a:lstStyle/>
        <a:p>
          <a:r>
            <a:rPr lang="en-US" b="0" i="0"/>
            <a:t>HDD-backed.  Suitable for backups and archives, etc.  Not for production OLTP/workloads.</a:t>
          </a:r>
          <a:endParaRPr lang="en-US"/>
        </a:p>
      </dgm:t>
    </dgm:pt>
    <dgm:pt modelId="{DFF26977-EC0F-42D6-A3A4-47BC5CF11619}" type="parTrans" cxnId="{D9DA513F-324B-4804-8E60-2F7055D505C7}">
      <dgm:prSet/>
      <dgm:spPr/>
      <dgm:t>
        <a:bodyPr/>
        <a:lstStyle/>
        <a:p>
          <a:endParaRPr lang="en-US"/>
        </a:p>
      </dgm:t>
    </dgm:pt>
    <dgm:pt modelId="{02B5C2B5-70C0-441D-9E05-4A4D15F17A99}" type="sibTrans" cxnId="{D9DA513F-324B-4804-8E60-2F7055D505C7}">
      <dgm:prSet/>
      <dgm:spPr/>
      <dgm:t>
        <a:bodyPr/>
        <a:lstStyle/>
        <a:p>
          <a:endParaRPr lang="en-US"/>
        </a:p>
      </dgm:t>
    </dgm:pt>
    <dgm:pt modelId="{4DF4AD64-0626-483F-9AD8-C5BA1C72DF32}" type="pres">
      <dgm:prSet presAssocID="{C2BF97EC-960A-4C8A-82A2-910D0CF0AF15}" presName="Name0" presStyleCnt="0">
        <dgm:presLayoutVars>
          <dgm:dir/>
          <dgm:animLvl val="lvl"/>
          <dgm:resizeHandles val="exact"/>
        </dgm:presLayoutVars>
      </dgm:prSet>
      <dgm:spPr/>
    </dgm:pt>
    <dgm:pt modelId="{C2891F12-F637-45D7-B9B8-A5117FE12424}" type="pres">
      <dgm:prSet presAssocID="{3B18567C-C730-4E94-AE21-005AFAF700E8}" presName="linNode" presStyleCnt="0"/>
      <dgm:spPr/>
    </dgm:pt>
    <dgm:pt modelId="{F3506937-E5A8-4D3D-A5C3-663CB9244CB2}" type="pres">
      <dgm:prSet presAssocID="{3B18567C-C730-4E94-AE21-005AFAF700E8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63980E08-AA02-496C-8DE8-4526DCCA30F8}" type="pres">
      <dgm:prSet presAssocID="{3B18567C-C730-4E94-AE21-005AFAF700E8}" presName="descendantText" presStyleLbl="alignAccFollowNode1" presStyleIdx="0" presStyleCnt="3">
        <dgm:presLayoutVars>
          <dgm:bulletEnabled val="1"/>
        </dgm:presLayoutVars>
      </dgm:prSet>
      <dgm:spPr/>
    </dgm:pt>
    <dgm:pt modelId="{12B3323F-5F37-42D5-9FAF-C0736F0DD64A}" type="pres">
      <dgm:prSet presAssocID="{1001C9A9-F022-41BB-98D5-E331F11F9D0F}" presName="sp" presStyleCnt="0"/>
      <dgm:spPr/>
    </dgm:pt>
    <dgm:pt modelId="{89D6F382-13DE-4DAC-B1A2-977323927EA0}" type="pres">
      <dgm:prSet presAssocID="{2784CB8A-4E91-415E-9EFA-3142B7F78896}" presName="linNode" presStyleCnt="0"/>
      <dgm:spPr/>
    </dgm:pt>
    <dgm:pt modelId="{9C2E5B85-C5CE-4683-8095-DE108A0A23F3}" type="pres">
      <dgm:prSet presAssocID="{2784CB8A-4E91-415E-9EFA-3142B7F7889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89176330-1396-4A39-B407-EFED86713463}" type="pres">
      <dgm:prSet presAssocID="{2784CB8A-4E91-415E-9EFA-3142B7F78896}" presName="descendantText" presStyleLbl="alignAccFollowNode1" presStyleIdx="1" presStyleCnt="3">
        <dgm:presLayoutVars>
          <dgm:bulletEnabled val="1"/>
        </dgm:presLayoutVars>
      </dgm:prSet>
      <dgm:spPr/>
    </dgm:pt>
    <dgm:pt modelId="{8C112AEE-30AC-4581-8572-ACDB154928C6}" type="pres">
      <dgm:prSet presAssocID="{A7412A8E-9206-448A-8BB1-9EBF5F050F3A}" presName="sp" presStyleCnt="0"/>
      <dgm:spPr/>
    </dgm:pt>
    <dgm:pt modelId="{1591AA6C-8176-4A56-81DA-2E45DC336733}" type="pres">
      <dgm:prSet presAssocID="{A4CE2543-F37B-4515-B7C2-7B6BC38FECF0}" presName="linNode" presStyleCnt="0"/>
      <dgm:spPr/>
    </dgm:pt>
    <dgm:pt modelId="{4FB357E3-3772-4E49-BAFD-5A73D8D56E9F}" type="pres">
      <dgm:prSet presAssocID="{A4CE2543-F37B-4515-B7C2-7B6BC38FECF0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88BEE44A-EC1B-4988-A370-58C17AE3BB6D}" type="pres">
      <dgm:prSet presAssocID="{A4CE2543-F37B-4515-B7C2-7B6BC38FECF0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3FA34F01-BBF9-4280-950C-3CCD8DC09118}" srcId="{C2BF97EC-960A-4C8A-82A2-910D0CF0AF15}" destId="{2784CB8A-4E91-415E-9EFA-3142B7F78896}" srcOrd="1" destOrd="0" parTransId="{C34893E9-A480-4404-B029-E6149CA555A0}" sibTransId="{A7412A8E-9206-448A-8BB1-9EBF5F050F3A}"/>
    <dgm:cxn modelId="{7AA22D08-FF9A-40F4-8FD1-A20054971FC6}" type="presOf" srcId="{49695C77-161E-47EA-B6BA-E1FEEB1CE251}" destId="{63980E08-AA02-496C-8DE8-4526DCCA30F8}" srcOrd="0" destOrd="1" presId="urn:microsoft.com/office/officeart/2005/8/layout/vList5"/>
    <dgm:cxn modelId="{27D6C612-B4D2-455A-94D3-1AD0E5684EC7}" srcId="{C2BF97EC-960A-4C8A-82A2-910D0CF0AF15}" destId="{3B18567C-C730-4E94-AE21-005AFAF700E8}" srcOrd="0" destOrd="0" parTransId="{14345DC3-6C67-4ADC-85EB-626E66D05E8B}" sibTransId="{1001C9A9-F022-41BB-98D5-E331F11F9D0F}"/>
    <dgm:cxn modelId="{9C8CF417-18B2-4132-A74B-139B62EF4623}" srcId="{C2BF97EC-960A-4C8A-82A2-910D0CF0AF15}" destId="{A4CE2543-F37B-4515-B7C2-7B6BC38FECF0}" srcOrd="2" destOrd="0" parTransId="{E4B2A660-7DE6-4E5A-A927-12F0E8FD367B}" sibTransId="{810180F2-1E89-499A-B7AA-0AEF8E26517B}"/>
    <dgm:cxn modelId="{8B8B4724-0F1E-4B43-8F38-678FA2099DE9}" type="presOf" srcId="{744E5331-DC9D-4C72-A1FC-246A12AD56F2}" destId="{89176330-1396-4A39-B407-EFED86713463}" srcOrd="0" destOrd="1" presId="urn:microsoft.com/office/officeart/2005/8/layout/vList5"/>
    <dgm:cxn modelId="{D9DA513F-324B-4804-8E60-2F7055D505C7}" srcId="{A4CE2543-F37B-4515-B7C2-7B6BC38FECF0}" destId="{52A76DFC-8ECB-48B3-B698-2A7178BBABF8}" srcOrd="0" destOrd="0" parTransId="{DFF26977-EC0F-42D6-A3A4-47BC5CF11619}" sibTransId="{02B5C2B5-70C0-441D-9E05-4A4D15F17A99}"/>
    <dgm:cxn modelId="{603AAF40-C744-4E2A-B032-F6D8061D3D12}" type="presOf" srcId="{C2BF97EC-960A-4C8A-82A2-910D0CF0AF15}" destId="{4DF4AD64-0626-483F-9AD8-C5BA1C72DF32}" srcOrd="0" destOrd="0" presId="urn:microsoft.com/office/officeart/2005/8/layout/vList5"/>
    <dgm:cxn modelId="{D4D99462-5A88-4C8C-ABC9-8B5523BE2D6B}" type="presOf" srcId="{DC1AEDCD-5065-4506-984F-D8185F7C3C45}" destId="{89176330-1396-4A39-B407-EFED86713463}" srcOrd="0" destOrd="0" presId="urn:microsoft.com/office/officeart/2005/8/layout/vList5"/>
    <dgm:cxn modelId="{DD480150-B476-468D-BF27-E2D4B63F2920}" srcId="{2784CB8A-4E91-415E-9EFA-3142B7F78896}" destId="{B1D2D2F0-86A2-4809-8730-988C45D18E07}" srcOrd="2" destOrd="0" parTransId="{33694A52-B673-4DDD-AE96-CD0BF80AEE0B}" sibTransId="{58378C76-2F0C-4405-81C5-129A8CC212F8}"/>
    <dgm:cxn modelId="{794EDB7D-B7CE-4AD8-BFEB-4B4704DF55FB}" type="presOf" srcId="{A4CE2543-F37B-4515-B7C2-7B6BC38FECF0}" destId="{4FB357E3-3772-4E49-BAFD-5A73D8D56E9F}" srcOrd="0" destOrd="0" presId="urn:microsoft.com/office/officeart/2005/8/layout/vList5"/>
    <dgm:cxn modelId="{1507CD7E-4DA5-4ACD-953B-D536FAF431AF}" srcId="{2784CB8A-4E91-415E-9EFA-3142B7F78896}" destId="{DC1AEDCD-5065-4506-984F-D8185F7C3C45}" srcOrd="0" destOrd="0" parTransId="{341CF7CD-45CB-46DF-AF34-1F85C1A8B5ED}" sibTransId="{CFB023C9-1750-4615-867E-3E5F0ABB1036}"/>
    <dgm:cxn modelId="{8206EA85-D5EC-4A3F-B89A-366DE9A83B4C}" type="presOf" srcId="{B1D2D2F0-86A2-4809-8730-988C45D18E07}" destId="{89176330-1396-4A39-B407-EFED86713463}" srcOrd="0" destOrd="2" presId="urn:microsoft.com/office/officeart/2005/8/layout/vList5"/>
    <dgm:cxn modelId="{E0234CB0-FAF6-4581-80E9-3474F5755824}" type="presOf" srcId="{52A76DFC-8ECB-48B3-B698-2A7178BBABF8}" destId="{88BEE44A-EC1B-4988-A370-58C17AE3BB6D}" srcOrd="0" destOrd="0" presId="urn:microsoft.com/office/officeart/2005/8/layout/vList5"/>
    <dgm:cxn modelId="{0EC66CB3-C64A-47F7-B072-C5E514333C34}" srcId="{2784CB8A-4E91-415E-9EFA-3142B7F78896}" destId="{744E5331-DC9D-4C72-A1FC-246A12AD56F2}" srcOrd="1" destOrd="0" parTransId="{7A5A0BE3-54EF-47E9-B364-33EA537F9E9B}" sibTransId="{13B50616-DA46-437A-B77F-A151BF4AEF74}"/>
    <dgm:cxn modelId="{3EAC71B5-12D7-4B11-A038-87F52E1F8F3A}" type="presOf" srcId="{50601ED3-96FE-4D47-B78C-FD71879F8005}" destId="{63980E08-AA02-496C-8DE8-4526DCCA30F8}" srcOrd="0" destOrd="0" presId="urn:microsoft.com/office/officeart/2005/8/layout/vList5"/>
    <dgm:cxn modelId="{757025BE-9FFB-48EF-A06B-DC56529DA007}" srcId="{3B18567C-C730-4E94-AE21-005AFAF700E8}" destId="{50601ED3-96FE-4D47-B78C-FD71879F8005}" srcOrd="0" destOrd="0" parTransId="{34ECB440-4DD2-4503-A99E-2E0FBE320BA5}" sibTransId="{964DBF3D-7C5E-40CA-B655-61313DCD6F9E}"/>
    <dgm:cxn modelId="{7A2E99D8-FB16-4D3A-936D-7ECA5C256413}" type="presOf" srcId="{3B18567C-C730-4E94-AE21-005AFAF700E8}" destId="{F3506937-E5A8-4D3D-A5C3-663CB9244CB2}" srcOrd="0" destOrd="0" presId="urn:microsoft.com/office/officeart/2005/8/layout/vList5"/>
    <dgm:cxn modelId="{9C5D61F7-6CA0-4674-A90E-A6C19B0F4675}" type="presOf" srcId="{2784CB8A-4E91-415E-9EFA-3142B7F78896}" destId="{9C2E5B85-C5CE-4683-8095-DE108A0A23F3}" srcOrd="0" destOrd="0" presId="urn:microsoft.com/office/officeart/2005/8/layout/vList5"/>
    <dgm:cxn modelId="{22F3A4F9-D3FC-4586-9EDF-A5180924C96B}" srcId="{3B18567C-C730-4E94-AE21-005AFAF700E8}" destId="{49695C77-161E-47EA-B6BA-E1FEEB1CE251}" srcOrd="1" destOrd="0" parTransId="{FA73BEC2-446A-4555-B842-0D46E5749335}" sibTransId="{194A2089-828D-41D0-9B2E-F9710CDB10DF}"/>
    <dgm:cxn modelId="{4230BBA9-60DD-43E1-9568-6C15166E3AF1}" type="presParOf" srcId="{4DF4AD64-0626-483F-9AD8-C5BA1C72DF32}" destId="{C2891F12-F637-45D7-B9B8-A5117FE12424}" srcOrd="0" destOrd="0" presId="urn:microsoft.com/office/officeart/2005/8/layout/vList5"/>
    <dgm:cxn modelId="{96067B99-3588-466B-BC4F-DDB5AABD3DBB}" type="presParOf" srcId="{C2891F12-F637-45D7-B9B8-A5117FE12424}" destId="{F3506937-E5A8-4D3D-A5C3-663CB9244CB2}" srcOrd="0" destOrd="0" presId="urn:microsoft.com/office/officeart/2005/8/layout/vList5"/>
    <dgm:cxn modelId="{FB540B57-D074-463E-A814-0096A6F90C69}" type="presParOf" srcId="{C2891F12-F637-45D7-B9B8-A5117FE12424}" destId="{63980E08-AA02-496C-8DE8-4526DCCA30F8}" srcOrd="1" destOrd="0" presId="urn:microsoft.com/office/officeart/2005/8/layout/vList5"/>
    <dgm:cxn modelId="{FE05ACB9-25BE-4B65-88C5-BF616DDB0DF9}" type="presParOf" srcId="{4DF4AD64-0626-483F-9AD8-C5BA1C72DF32}" destId="{12B3323F-5F37-42D5-9FAF-C0736F0DD64A}" srcOrd="1" destOrd="0" presId="urn:microsoft.com/office/officeart/2005/8/layout/vList5"/>
    <dgm:cxn modelId="{9900E140-9A6C-4290-93A4-DB866BBCFD71}" type="presParOf" srcId="{4DF4AD64-0626-483F-9AD8-C5BA1C72DF32}" destId="{89D6F382-13DE-4DAC-B1A2-977323927EA0}" srcOrd="2" destOrd="0" presId="urn:microsoft.com/office/officeart/2005/8/layout/vList5"/>
    <dgm:cxn modelId="{64964E43-F18F-46E6-BC59-4B0A83FF357C}" type="presParOf" srcId="{89D6F382-13DE-4DAC-B1A2-977323927EA0}" destId="{9C2E5B85-C5CE-4683-8095-DE108A0A23F3}" srcOrd="0" destOrd="0" presId="urn:microsoft.com/office/officeart/2005/8/layout/vList5"/>
    <dgm:cxn modelId="{2E2FEE84-AF53-4FF4-8026-A937168EC2F1}" type="presParOf" srcId="{89D6F382-13DE-4DAC-B1A2-977323927EA0}" destId="{89176330-1396-4A39-B407-EFED86713463}" srcOrd="1" destOrd="0" presId="urn:microsoft.com/office/officeart/2005/8/layout/vList5"/>
    <dgm:cxn modelId="{59DBD9FD-A74B-4375-AEB7-8D4BEAB2061E}" type="presParOf" srcId="{4DF4AD64-0626-483F-9AD8-C5BA1C72DF32}" destId="{8C112AEE-30AC-4581-8572-ACDB154928C6}" srcOrd="3" destOrd="0" presId="urn:microsoft.com/office/officeart/2005/8/layout/vList5"/>
    <dgm:cxn modelId="{4277ECC4-69A8-42B6-966E-692EE3EF451D}" type="presParOf" srcId="{4DF4AD64-0626-483F-9AD8-C5BA1C72DF32}" destId="{1591AA6C-8176-4A56-81DA-2E45DC336733}" srcOrd="4" destOrd="0" presId="urn:microsoft.com/office/officeart/2005/8/layout/vList5"/>
    <dgm:cxn modelId="{A475E00A-B47C-44DB-9897-91F36693543E}" type="presParOf" srcId="{1591AA6C-8176-4A56-81DA-2E45DC336733}" destId="{4FB357E3-3772-4E49-BAFD-5A73D8D56E9F}" srcOrd="0" destOrd="0" presId="urn:microsoft.com/office/officeart/2005/8/layout/vList5"/>
    <dgm:cxn modelId="{0F92A166-D74D-474E-8682-8067D8BD48AC}" type="presParOf" srcId="{1591AA6C-8176-4A56-81DA-2E45DC336733}" destId="{88BEE44A-EC1B-4988-A370-58C17AE3BB6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A705846D-3EBD-4A5C-957E-9DE6FA9E984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646A9C-29BA-4ADB-AA18-FBC9159B7E3B}">
      <dgm:prSet/>
      <dgm:spPr/>
      <dgm:t>
        <a:bodyPr/>
        <a:lstStyle/>
        <a:p>
          <a:r>
            <a:rPr lang="en-US"/>
            <a:t>NFS Managed Storage/Managed file shares</a:t>
          </a:r>
        </a:p>
      </dgm:t>
    </dgm:pt>
    <dgm:pt modelId="{A61A2FD9-24CE-40E4-8CFF-040A5C4C2DB6}" type="parTrans" cxnId="{7489D135-17ED-408A-AE83-E1ECB8FFC447}">
      <dgm:prSet/>
      <dgm:spPr/>
      <dgm:t>
        <a:bodyPr/>
        <a:lstStyle/>
        <a:p>
          <a:endParaRPr lang="en-US"/>
        </a:p>
      </dgm:t>
    </dgm:pt>
    <dgm:pt modelId="{5CD4C30B-EEF8-4E9C-B806-DCECF08FEBE5}" type="sibTrans" cxnId="{7489D135-17ED-408A-AE83-E1ECB8FFC447}">
      <dgm:prSet/>
      <dgm:spPr/>
      <dgm:t>
        <a:bodyPr/>
        <a:lstStyle/>
        <a:p>
          <a:endParaRPr lang="en-US"/>
        </a:p>
      </dgm:t>
    </dgm:pt>
    <dgm:pt modelId="{8DF0261E-F89F-4F2F-9B40-DF895FACFB43}">
      <dgm:prSet/>
      <dgm:spPr/>
      <dgm:t>
        <a:bodyPr/>
        <a:lstStyle/>
        <a:p>
          <a:r>
            <a:rPr lang="en-US"/>
            <a:t>More commonly used for app data than datafiles.</a:t>
          </a:r>
        </a:p>
      </dgm:t>
    </dgm:pt>
    <dgm:pt modelId="{3BE2B943-F157-42A2-A45D-51DA715A0945}" type="parTrans" cxnId="{5DF91D02-E3B4-4296-A4A0-D58CAF51C13E}">
      <dgm:prSet/>
      <dgm:spPr/>
      <dgm:t>
        <a:bodyPr/>
        <a:lstStyle/>
        <a:p>
          <a:endParaRPr lang="en-US"/>
        </a:p>
      </dgm:t>
    </dgm:pt>
    <dgm:pt modelId="{93D588E2-489C-470B-AD56-6170E64DFFF8}" type="sibTrans" cxnId="{5DF91D02-E3B4-4296-A4A0-D58CAF51C13E}">
      <dgm:prSet/>
      <dgm:spPr/>
      <dgm:t>
        <a:bodyPr/>
        <a:lstStyle/>
        <a:p>
          <a:endParaRPr lang="en-US"/>
        </a:p>
      </dgm:t>
    </dgm:pt>
    <dgm:pt modelId="{C2A10CA1-B55F-4450-8583-7BA168F297EE}">
      <dgm:prSet/>
      <dgm:spPr/>
      <dgm:t>
        <a:bodyPr/>
        <a:lstStyle/>
        <a:p>
          <a:r>
            <a:rPr lang="en-US"/>
            <a:t>Can be used for backups, staging or read replicas</a:t>
          </a:r>
        </a:p>
      </dgm:t>
    </dgm:pt>
    <dgm:pt modelId="{ECC9DA94-0C5B-4A97-8CB8-4D46998FFAE6}" type="parTrans" cxnId="{0CBDB78D-0362-4E83-9BEC-F5C7AD17E187}">
      <dgm:prSet/>
      <dgm:spPr/>
      <dgm:t>
        <a:bodyPr/>
        <a:lstStyle/>
        <a:p>
          <a:endParaRPr lang="en-US"/>
        </a:p>
      </dgm:t>
    </dgm:pt>
    <dgm:pt modelId="{BFA5601B-CF6A-464B-B61A-5E43810C2C12}" type="sibTrans" cxnId="{0CBDB78D-0362-4E83-9BEC-F5C7AD17E187}">
      <dgm:prSet/>
      <dgm:spPr/>
      <dgm:t>
        <a:bodyPr/>
        <a:lstStyle/>
        <a:p>
          <a:endParaRPr lang="en-US"/>
        </a:p>
      </dgm:t>
    </dgm:pt>
    <dgm:pt modelId="{22CB66A1-4C23-4B3B-A834-9469734CFC71}" type="pres">
      <dgm:prSet presAssocID="{A705846D-3EBD-4A5C-957E-9DE6FA9E9849}" presName="root" presStyleCnt="0">
        <dgm:presLayoutVars>
          <dgm:dir/>
          <dgm:resizeHandles val="exact"/>
        </dgm:presLayoutVars>
      </dgm:prSet>
      <dgm:spPr/>
    </dgm:pt>
    <dgm:pt modelId="{A71B41E2-A779-4C6A-B716-498EAC27CA02}" type="pres">
      <dgm:prSet presAssocID="{D1646A9C-29BA-4ADB-AA18-FBC9159B7E3B}" presName="compNode" presStyleCnt="0"/>
      <dgm:spPr/>
    </dgm:pt>
    <dgm:pt modelId="{2BF44D81-DE60-41BB-8791-D28A2AFD33BD}" type="pres">
      <dgm:prSet presAssocID="{D1646A9C-29BA-4ADB-AA18-FBC9159B7E3B}" presName="bgRect" presStyleLbl="bgShp" presStyleIdx="0" presStyleCnt="3"/>
      <dgm:spPr/>
    </dgm:pt>
    <dgm:pt modelId="{D30555F6-D7EF-4EF7-8E7D-BCB2A3297E36}" type="pres">
      <dgm:prSet presAssocID="{D1646A9C-29BA-4ADB-AA18-FBC9159B7E3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1356287-7E6A-4CCC-AE3D-726FE73DBCCC}" type="pres">
      <dgm:prSet presAssocID="{D1646A9C-29BA-4ADB-AA18-FBC9159B7E3B}" presName="spaceRect" presStyleCnt="0"/>
      <dgm:spPr/>
    </dgm:pt>
    <dgm:pt modelId="{118FCDA1-5616-46AE-B2DD-653615791296}" type="pres">
      <dgm:prSet presAssocID="{D1646A9C-29BA-4ADB-AA18-FBC9159B7E3B}" presName="parTx" presStyleLbl="revTx" presStyleIdx="0" presStyleCnt="3">
        <dgm:presLayoutVars>
          <dgm:chMax val="0"/>
          <dgm:chPref val="0"/>
        </dgm:presLayoutVars>
      </dgm:prSet>
      <dgm:spPr/>
    </dgm:pt>
    <dgm:pt modelId="{F23896BE-3FE7-472E-A0E1-5E12305E5AC8}" type="pres">
      <dgm:prSet presAssocID="{5CD4C30B-EEF8-4E9C-B806-DCECF08FEBE5}" presName="sibTrans" presStyleCnt="0"/>
      <dgm:spPr/>
    </dgm:pt>
    <dgm:pt modelId="{E2FE423D-4992-4C51-9693-73AAF5AE77B6}" type="pres">
      <dgm:prSet presAssocID="{8DF0261E-F89F-4F2F-9B40-DF895FACFB43}" presName="compNode" presStyleCnt="0"/>
      <dgm:spPr/>
    </dgm:pt>
    <dgm:pt modelId="{0774A99F-66CE-46BD-91B0-61E6F296D571}" type="pres">
      <dgm:prSet presAssocID="{8DF0261E-F89F-4F2F-9B40-DF895FACFB43}" presName="bgRect" presStyleLbl="bgShp" presStyleIdx="1" presStyleCnt="3"/>
      <dgm:spPr/>
    </dgm:pt>
    <dgm:pt modelId="{ECC8FDA2-7405-47D8-BA0A-D2077DCC324A}" type="pres">
      <dgm:prSet presAssocID="{8DF0261E-F89F-4F2F-9B40-DF895FACFB4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A0EBEED2-8A56-4A93-AD4C-DAC02526CEEF}" type="pres">
      <dgm:prSet presAssocID="{8DF0261E-F89F-4F2F-9B40-DF895FACFB43}" presName="spaceRect" presStyleCnt="0"/>
      <dgm:spPr/>
    </dgm:pt>
    <dgm:pt modelId="{37D7D267-BB41-4908-A5F3-19119DB7CF5C}" type="pres">
      <dgm:prSet presAssocID="{8DF0261E-F89F-4F2F-9B40-DF895FACFB43}" presName="parTx" presStyleLbl="revTx" presStyleIdx="1" presStyleCnt="3">
        <dgm:presLayoutVars>
          <dgm:chMax val="0"/>
          <dgm:chPref val="0"/>
        </dgm:presLayoutVars>
      </dgm:prSet>
      <dgm:spPr/>
    </dgm:pt>
    <dgm:pt modelId="{155084B1-00A3-488E-8E03-7ABE6A48B78A}" type="pres">
      <dgm:prSet presAssocID="{93D588E2-489C-470B-AD56-6170E64DFFF8}" presName="sibTrans" presStyleCnt="0"/>
      <dgm:spPr/>
    </dgm:pt>
    <dgm:pt modelId="{001D3491-E932-4E82-8460-800E750598AE}" type="pres">
      <dgm:prSet presAssocID="{C2A10CA1-B55F-4450-8583-7BA168F297EE}" presName="compNode" presStyleCnt="0"/>
      <dgm:spPr/>
    </dgm:pt>
    <dgm:pt modelId="{F346A7FD-2508-45CD-BC87-6E9E1099FE13}" type="pres">
      <dgm:prSet presAssocID="{C2A10CA1-B55F-4450-8583-7BA168F297EE}" presName="bgRect" presStyleLbl="bgShp" presStyleIdx="2" presStyleCnt="3"/>
      <dgm:spPr/>
    </dgm:pt>
    <dgm:pt modelId="{FA86401F-5D7B-4686-9E31-9E1770FEDAAB}" type="pres">
      <dgm:prSet presAssocID="{C2A10CA1-B55F-4450-8583-7BA168F297E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83C924D4-5979-47D9-9C3C-759AC9E88879}" type="pres">
      <dgm:prSet presAssocID="{C2A10CA1-B55F-4450-8583-7BA168F297EE}" presName="spaceRect" presStyleCnt="0"/>
      <dgm:spPr/>
    </dgm:pt>
    <dgm:pt modelId="{25093DB5-CDAF-4DAB-B901-B2DAEFA1BB29}" type="pres">
      <dgm:prSet presAssocID="{C2A10CA1-B55F-4450-8583-7BA168F297E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DF91D02-E3B4-4296-A4A0-D58CAF51C13E}" srcId="{A705846D-3EBD-4A5C-957E-9DE6FA9E9849}" destId="{8DF0261E-F89F-4F2F-9B40-DF895FACFB43}" srcOrd="1" destOrd="0" parTransId="{3BE2B943-F157-42A2-A45D-51DA715A0945}" sibTransId="{93D588E2-489C-470B-AD56-6170E64DFFF8}"/>
    <dgm:cxn modelId="{349FBC1F-08E2-43A6-B6A7-1ACC8535F42F}" type="presOf" srcId="{D1646A9C-29BA-4ADB-AA18-FBC9159B7E3B}" destId="{118FCDA1-5616-46AE-B2DD-653615791296}" srcOrd="0" destOrd="0" presId="urn:microsoft.com/office/officeart/2018/2/layout/IconVerticalSolidList"/>
    <dgm:cxn modelId="{7489D135-17ED-408A-AE83-E1ECB8FFC447}" srcId="{A705846D-3EBD-4A5C-957E-9DE6FA9E9849}" destId="{D1646A9C-29BA-4ADB-AA18-FBC9159B7E3B}" srcOrd="0" destOrd="0" parTransId="{A61A2FD9-24CE-40E4-8CFF-040A5C4C2DB6}" sibTransId="{5CD4C30B-EEF8-4E9C-B806-DCECF08FEBE5}"/>
    <dgm:cxn modelId="{85B6A141-5CDE-4359-9784-E400A7C9AE62}" type="presOf" srcId="{8DF0261E-F89F-4F2F-9B40-DF895FACFB43}" destId="{37D7D267-BB41-4908-A5F3-19119DB7CF5C}" srcOrd="0" destOrd="0" presId="urn:microsoft.com/office/officeart/2018/2/layout/IconVerticalSolidList"/>
    <dgm:cxn modelId="{AA06C94B-0A65-4C99-844E-F9C6C74F556B}" type="presOf" srcId="{C2A10CA1-B55F-4450-8583-7BA168F297EE}" destId="{25093DB5-CDAF-4DAB-B901-B2DAEFA1BB29}" srcOrd="0" destOrd="0" presId="urn:microsoft.com/office/officeart/2018/2/layout/IconVerticalSolidList"/>
    <dgm:cxn modelId="{85059886-775A-4F83-B67F-5F936A9DCF41}" type="presOf" srcId="{A705846D-3EBD-4A5C-957E-9DE6FA9E9849}" destId="{22CB66A1-4C23-4B3B-A834-9469734CFC71}" srcOrd="0" destOrd="0" presId="urn:microsoft.com/office/officeart/2018/2/layout/IconVerticalSolidList"/>
    <dgm:cxn modelId="{0CBDB78D-0362-4E83-9BEC-F5C7AD17E187}" srcId="{A705846D-3EBD-4A5C-957E-9DE6FA9E9849}" destId="{C2A10CA1-B55F-4450-8583-7BA168F297EE}" srcOrd="2" destOrd="0" parTransId="{ECC9DA94-0C5B-4A97-8CB8-4D46998FFAE6}" sibTransId="{BFA5601B-CF6A-464B-B61A-5E43810C2C12}"/>
    <dgm:cxn modelId="{AB244CD7-5A5B-40EE-BBD1-2A1F1A3F5590}" type="presParOf" srcId="{22CB66A1-4C23-4B3B-A834-9469734CFC71}" destId="{A71B41E2-A779-4C6A-B716-498EAC27CA02}" srcOrd="0" destOrd="0" presId="urn:microsoft.com/office/officeart/2018/2/layout/IconVerticalSolidList"/>
    <dgm:cxn modelId="{620BB6A6-D28D-42CA-BBF7-2F9BBD245336}" type="presParOf" srcId="{A71B41E2-A779-4C6A-B716-498EAC27CA02}" destId="{2BF44D81-DE60-41BB-8791-D28A2AFD33BD}" srcOrd="0" destOrd="0" presId="urn:microsoft.com/office/officeart/2018/2/layout/IconVerticalSolidList"/>
    <dgm:cxn modelId="{9E5E603C-1816-43BC-970F-8913303C8BCE}" type="presParOf" srcId="{A71B41E2-A779-4C6A-B716-498EAC27CA02}" destId="{D30555F6-D7EF-4EF7-8E7D-BCB2A3297E36}" srcOrd="1" destOrd="0" presId="urn:microsoft.com/office/officeart/2018/2/layout/IconVerticalSolidList"/>
    <dgm:cxn modelId="{EAE2434E-9617-4789-952C-365118815A33}" type="presParOf" srcId="{A71B41E2-A779-4C6A-B716-498EAC27CA02}" destId="{41356287-7E6A-4CCC-AE3D-726FE73DBCCC}" srcOrd="2" destOrd="0" presId="urn:microsoft.com/office/officeart/2018/2/layout/IconVerticalSolidList"/>
    <dgm:cxn modelId="{69E0C7B3-DA32-4B49-A8A3-4370FC6650D4}" type="presParOf" srcId="{A71B41E2-A779-4C6A-B716-498EAC27CA02}" destId="{118FCDA1-5616-46AE-B2DD-653615791296}" srcOrd="3" destOrd="0" presId="urn:microsoft.com/office/officeart/2018/2/layout/IconVerticalSolidList"/>
    <dgm:cxn modelId="{0F519E6B-6094-4257-B8FD-00C554ADC1B8}" type="presParOf" srcId="{22CB66A1-4C23-4B3B-A834-9469734CFC71}" destId="{F23896BE-3FE7-472E-A0E1-5E12305E5AC8}" srcOrd="1" destOrd="0" presId="urn:microsoft.com/office/officeart/2018/2/layout/IconVerticalSolidList"/>
    <dgm:cxn modelId="{A18AA31F-BD77-41E0-97AE-B6A25F77F0D3}" type="presParOf" srcId="{22CB66A1-4C23-4B3B-A834-9469734CFC71}" destId="{E2FE423D-4992-4C51-9693-73AAF5AE77B6}" srcOrd="2" destOrd="0" presId="urn:microsoft.com/office/officeart/2018/2/layout/IconVerticalSolidList"/>
    <dgm:cxn modelId="{CFD782CD-2C2E-44AD-9056-3B2CDD613EAC}" type="presParOf" srcId="{E2FE423D-4992-4C51-9693-73AAF5AE77B6}" destId="{0774A99F-66CE-46BD-91B0-61E6F296D571}" srcOrd="0" destOrd="0" presId="urn:microsoft.com/office/officeart/2018/2/layout/IconVerticalSolidList"/>
    <dgm:cxn modelId="{CC62960F-770F-42BA-9D0B-C17D47C5816C}" type="presParOf" srcId="{E2FE423D-4992-4C51-9693-73AAF5AE77B6}" destId="{ECC8FDA2-7405-47D8-BA0A-D2077DCC324A}" srcOrd="1" destOrd="0" presId="urn:microsoft.com/office/officeart/2018/2/layout/IconVerticalSolidList"/>
    <dgm:cxn modelId="{AAD3EFD9-DEBF-4C9F-8D00-EF1633444A20}" type="presParOf" srcId="{E2FE423D-4992-4C51-9693-73AAF5AE77B6}" destId="{A0EBEED2-8A56-4A93-AD4C-DAC02526CEEF}" srcOrd="2" destOrd="0" presId="urn:microsoft.com/office/officeart/2018/2/layout/IconVerticalSolidList"/>
    <dgm:cxn modelId="{7040B776-7757-48F6-9A94-315C521CE465}" type="presParOf" srcId="{E2FE423D-4992-4C51-9693-73AAF5AE77B6}" destId="{37D7D267-BB41-4908-A5F3-19119DB7CF5C}" srcOrd="3" destOrd="0" presId="urn:microsoft.com/office/officeart/2018/2/layout/IconVerticalSolidList"/>
    <dgm:cxn modelId="{B8FE03AA-79A1-43BB-8E6A-826D0BF1CADC}" type="presParOf" srcId="{22CB66A1-4C23-4B3B-A834-9469734CFC71}" destId="{155084B1-00A3-488E-8E03-7ABE6A48B78A}" srcOrd="3" destOrd="0" presId="urn:microsoft.com/office/officeart/2018/2/layout/IconVerticalSolidList"/>
    <dgm:cxn modelId="{473EBC3B-9FF6-4F2A-92FE-14D0EF0350B3}" type="presParOf" srcId="{22CB66A1-4C23-4B3B-A834-9469734CFC71}" destId="{001D3491-E932-4E82-8460-800E750598AE}" srcOrd="4" destOrd="0" presId="urn:microsoft.com/office/officeart/2018/2/layout/IconVerticalSolidList"/>
    <dgm:cxn modelId="{0854AA67-591B-4782-8C94-73C70013E20F}" type="presParOf" srcId="{001D3491-E932-4E82-8460-800E750598AE}" destId="{F346A7FD-2508-45CD-BC87-6E9E1099FE13}" srcOrd="0" destOrd="0" presId="urn:microsoft.com/office/officeart/2018/2/layout/IconVerticalSolidList"/>
    <dgm:cxn modelId="{E6B5B64C-DFE4-4E8D-A87B-E457E23C8359}" type="presParOf" srcId="{001D3491-E932-4E82-8460-800E750598AE}" destId="{FA86401F-5D7B-4686-9E31-9E1770FEDAAB}" srcOrd="1" destOrd="0" presId="urn:microsoft.com/office/officeart/2018/2/layout/IconVerticalSolidList"/>
    <dgm:cxn modelId="{EE50B21D-A8AE-4AFA-A03C-522B22E09F55}" type="presParOf" srcId="{001D3491-E932-4E82-8460-800E750598AE}" destId="{83C924D4-5979-47D9-9C3C-759AC9E88879}" srcOrd="2" destOrd="0" presId="urn:microsoft.com/office/officeart/2018/2/layout/IconVerticalSolidList"/>
    <dgm:cxn modelId="{48243487-8C03-46C5-A993-844ECCD3CAFC}" type="presParOf" srcId="{001D3491-E932-4E82-8460-800E750598AE}" destId="{25093DB5-CDAF-4DAB-B901-B2DAEFA1BB2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6B903356-AA34-4A6B-B381-9B1A6ADCFE8D}" type="doc">
      <dgm:prSet loTypeId="urn:microsoft.com/office/officeart/2016/7/layout/BasicLinearProcessNumbered" loCatId="process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C1A0EF2-EFCC-4672-9B32-52BE5F2CB738}">
      <dgm:prSet/>
      <dgm:spPr/>
      <dgm:t>
        <a:bodyPr/>
        <a:lstStyle/>
        <a:p>
          <a:r>
            <a:rPr lang="en-US"/>
            <a:t>Separate Disks for data, logs and tempdb/WAL</a:t>
          </a:r>
        </a:p>
      </dgm:t>
    </dgm:pt>
    <dgm:pt modelId="{624E2F05-1F2D-4101-9F2F-A43A19B5D066}" type="parTrans" cxnId="{349364A9-8104-48A5-9CA3-1AFB7F8799FC}">
      <dgm:prSet/>
      <dgm:spPr/>
      <dgm:t>
        <a:bodyPr/>
        <a:lstStyle/>
        <a:p>
          <a:endParaRPr lang="en-US"/>
        </a:p>
      </dgm:t>
    </dgm:pt>
    <dgm:pt modelId="{9FA109C9-76BB-4041-A8C7-D2DA010BDD5A}" type="sibTrans" cxnId="{349364A9-8104-48A5-9CA3-1AFB7F8799FC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A6B09EBE-2882-4F36-9EF4-D0D7CE31BB8D}">
      <dgm:prSet/>
      <dgm:spPr/>
      <dgm:t>
        <a:bodyPr/>
        <a:lstStyle/>
        <a:p>
          <a:r>
            <a:rPr lang="en-US"/>
            <a:t>Be aware of limits/quotas on VM specific, not just family </a:t>
          </a:r>
        </a:p>
      </dgm:t>
    </dgm:pt>
    <dgm:pt modelId="{42E5347E-E997-4988-9CE2-47E48AB62FED}" type="parTrans" cxnId="{6C4F8947-4D72-4C5F-A770-8BCAE7033BEF}">
      <dgm:prSet/>
      <dgm:spPr/>
      <dgm:t>
        <a:bodyPr/>
        <a:lstStyle/>
        <a:p>
          <a:endParaRPr lang="en-US"/>
        </a:p>
      </dgm:t>
    </dgm:pt>
    <dgm:pt modelId="{49103FC2-F2F8-4E15-8235-8AEB383BD625}" type="sibTrans" cxnId="{6C4F8947-4D72-4C5F-A770-8BCAE7033BEF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21E881AA-D909-47A7-9FC5-D5CBC022CFFF}">
      <dgm:prSet/>
      <dgm:spPr/>
      <dgm:t>
        <a:bodyPr/>
        <a:lstStyle/>
        <a:p>
          <a:r>
            <a:rPr lang="en-US" dirty="0"/>
            <a:t>Stripe multiple </a:t>
          </a:r>
          <a:r>
            <a:rPr lang="en-US" dirty="0" err="1"/>
            <a:t>PDs</a:t>
          </a:r>
          <a:r>
            <a:rPr lang="en-US" dirty="0"/>
            <a:t> with RAID0(</a:t>
          </a:r>
          <a:r>
            <a:rPr lang="en-US" dirty="0" err="1"/>
            <a:t>mdadm</a:t>
          </a:r>
          <a:r>
            <a:rPr lang="en-US" dirty="0"/>
            <a:t> or LVM) to increase throughput/IOPS on standard disks</a:t>
          </a:r>
        </a:p>
      </dgm:t>
    </dgm:pt>
    <dgm:pt modelId="{D175165F-2D22-4901-8C13-07B6E9A309F9}" type="parTrans" cxnId="{D12CE1F7-421A-4CBD-B821-A7145B3B9AC7}">
      <dgm:prSet/>
      <dgm:spPr/>
      <dgm:t>
        <a:bodyPr/>
        <a:lstStyle/>
        <a:p>
          <a:endParaRPr lang="en-US"/>
        </a:p>
      </dgm:t>
    </dgm:pt>
    <dgm:pt modelId="{9C934D40-9426-4463-B218-2574F04C32E8}" type="sibTrans" cxnId="{D12CE1F7-421A-4CBD-B821-A7145B3B9AC7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4E2EED85-0DD2-4518-B22B-7AED47EC7D65}">
      <dgm:prSet/>
      <dgm:spPr/>
      <dgm:t>
        <a:bodyPr/>
        <a:lstStyle/>
        <a:p>
          <a:r>
            <a:rPr lang="en-US"/>
            <a:t>Remember that local disks are ephemeral.</a:t>
          </a:r>
        </a:p>
      </dgm:t>
    </dgm:pt>
    <dgm:pt modelId="{B98C0667-6FBF-490B-857E-7ED0295B84B5}" type="parTrans" cxnId="{CCA7D04D-C0F3-4743-AFE0-9424965D4A57}">
      <dgm:prSet/>
      <dgm:spPr/>
      <dgm:t>
        <a:bodyPr/>
        <a:lstStyle/>
        <a:p>
          <a:endParaRPr lang="en-US"/>
        </a:p>
      </dgm:t>
    </dgm:pt>
    <dgm:pt modelId="{64B0999E-9C2A-4B85-87D8-A5CEFA7427AC}" type="sibTrans" cxnId="{CCA7D04D-C0F3-4743-AFE0-9424965D4A57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725677B1-B176-4EDE-BE4A-E6981B523D89}" type="pres">
      <dgm:prSet presAssocID="{6B903356-AA34-4A6B-B381-9B1A6ADCFE8D}" presName="Name0" presStyleCnt="0">
        <dgm:presLayoutVars>
          <dgm:animLvl val="lvl"/>
          <dgm:resizeHandles val="exact"/>
        </dgm:presLayoutVars>
      </dgm:prSet>
      <dgm:spPr/>
    </dgm:pt>
    <dgm:pt modelId="{E4E8F85A-4CB3-46F9-9E4B-E24DE4317385}" type="pres">
      <dgm:prSet presAssocID="{CC1A0EF2-EFCC-4672-9B32-52BE5F2CB738}" presName="compositeNode" presStyleCnt="0">
        <dgm:presLayoutVars>
          <dgm:bulletEnabled val="1"/>
        </dgm:presLayoutVars>
      </dgm:prSet>
      <dgm:spPr/>
    </dgm:pt>
    <dgm:pt modelId="{47D34DB1-8AD0-4FA4-BA62-19EC4F86151F}" type="pres">
      <dgm:prSet presAssocID="{CC1A0EF2-EFCC-4672-9B32-52BE5F2CB738}" presName="bgRect" presStyleLbl="bgAccFollowNode1" presStyleIdx="0" presStyleCnt="4"/>
      <dgm:spPr/>
    </dgm:pt>
    <dgm:pt modelId="{A182250F-BDB9-4D64-818A-B95C603CD777}" type="pres">
      <dgm:prSet presAssocID="{9FA109C9-76BB-4041-A8C7-D2DA010BDD5A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A106537A-D9DE-4E09-AD88-7248C96F49BF}" type="pres">
      <dgm:prSet presAssocID="{CC1A0EF2-EFCC-4672-9B32-52BE5F2CB738}" presName="bottomLine" presStyleLbl="alignNode1" presStyleIdx="1" presStyleCnt="8">
        <dgm:presLayoutVars/>
      </dgm:prSet>
      <dgm:spPr/>
    </dgm:pt>
    <dgm:pt modelId="{201241B8-1401-4804-A03A-155EAEFCB02B}" type="pres">
      <dgm:prSet presAssocID="{CC1A0EF2-EFCC-4672-9B32-52BE5F2CB738}" presName="nodeText" presStyleLbl="bgAccFollowNode1" presStyleIdx="0" presStyleCnt="4">
        <dgm:presLayoutVars>
          <dgm:bulletEnabled val="1"/>
        </dgm:presLayoutVars>
      </dgm:prSet>
      <dgm:spPr/>
    </dgm:pt>
    <dgm:pt modelId="{D13E2EB7-2F1E-4802-AFC8-93F840A15F1C}" type="pres">
      <dgm:prSet presAssocID="{9FA109C9-76BB-4041-A8C7-D2DA010BDD5A}" presName="sibTrans" presStyleCnt="0"/>
      <dgm:spPr/>
    </dgm:pt>
    <dgm:pt modelId="{0740CE76-54DD-4AF1-9EB9-BF79B5298AB5}" type="pres">
      <dgm:prSet presAssocID="{A6B09EBE-2882-4F36-9EF4-D0D7CE31BB8D}" presName="compositeNode" presStyleCnt="0">
        <dgm:presLayoutVars>
          <dgm:bulletEnabled val="1"/>
        </dgm:presLayoutVars>
      </dgm:prSet>
      <dgm:spPr/>
    </dgm:pt>
    <dgm:pt modelId="{EE8E2D26-D93E-4437-894A-A965B9DA4E45}" type="pres">
      <dgm:prSet presAssocID="{A6B09EBE-2882-4F36-9EF4-D0D7CE31BB8D}" presName="bgRect" presStyleLbl="bgAccFollowNode1" presStyleIdx="1" presStyleCnt="4"/>
      <dgm:spPr/>
    </dgm:pt>
    <dgm:pt modelId="{78EC0055-B723-4064-93DC-CAD4DDCBFE42}" type="pres">
      <dgm:prSet presAssocID="{49103FC2-F2F8-4E15-8235-8AEB383BD625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A876DBCB-AE39-4BCF-8D86-5F20510D6B7D}" type="pres">
      <dgm:prSet presAssocID="{A6B09EBE-2882-4F36-9EF4-D0D7CE31BB8D}" presName="bottomLine" presStyleLbl="alignNode1" presStyleIdx="3" presStyleCnt="8">
        <dgm:presLayoutVars/>
      </dgm:prSet>
      <dgm:spPr/>
    </dgm:pt>
    <dgm:pt modelId="{0CB61FD6-A09A-4259-A078-B0263E4DA1D3}" type="pres">
      <dgm:prSet presAssocID="{A6B09EBE-2882-4F36-9EF4-D0D7CE31BB8D}" presName="nodeText" presStyleLbl="bgAccFollowNode1" presStyleIdx="1" presStyleCnt="4">
        <dgm:presLayoutVars>
          <dgm:bulletEnabled val="1"/>
        </dgm:presLayoutVars>
      </dgm:prSet>
      <dgm:spPr/>
    </dgm:pt>
    <dgm:pt modelId="{75CBA731-61F2-45F2-930A-6A130208984C}" type="pres">
      <dgm:prSet presAssocID="{49103FC2-F2F8-4E15-8235-8AEB383BD625}" presName="sibTrans" presStyleCnt="0"/>
      <dgm:spPr/>
    </dgm:pt>
    <dgm:pt modelId="{130AA4A7-293F-429D-BBB6-AD0E35A36701}" type="pres">
      <dgm:prSet presAssocID="{21E881AA-D909-47A7-9FC5-D5CBC022CFFF}" presName="compositeNode" presStyleCnt="0">
        <dgm:presLayoutVars>
          <dgm:bulletEnabled val="1"/>
        </dgm:presLayoutVars>
      </dgm:prSet>
      <dgm:spPr/>
    </dgm:pt>
    <dgm:pt modelId="{2085C297-FBCC-4D38-8460-740A5EDEF4B0}" type="pres">
      <dgm:prSet presAssocID="{21E881AA-D909-47A7-9FC5-D5CBC022CFFF}" presName="bgRect" presStyleLbl="bgAccFollowNode1" presStyleIdx="2" presStyleCnt="4"/>
      <dgm:spPr/>
    </dgm:pt>
    <dgm:pt modelId="{5C9B3839-F2AA-4976-841C-5D41414A1F2B}" type="pres">
      <dgm:prSet presAssocID="{9C934D40-9426-4463-B218-2574F04C32E8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794C6B64-9CC2-42DB-99FE-08C045C859E2}" type="pres">
      <dgm:prSet presAssocID="{21E881AA-D909-47A7-9FC5-D5CBC022CFFF}" presName="bottomLine" presStyleLbl="alignNode1" presStyleIdx="5" presStyleCnt="8">
        <dgm:presLayoutVars/>
      </dgm:prSet>
      <dgm:spPr/>
    </dgm:pt>
    <dgm:pt modelId="{AB0B1F1E-93A5-4962-9DD3-B82A087FBB0B}" type="pres">
      <dgm:prSet presAssocID="{21E881AA-D909-47A7-9FC5-D5CBC022CFFF}" presName="nodeText" presStyleLbl="bgAccFollowNode1" presStyleIdx="2" presStyleCnt="4">
        <dgm:presLayoutVars>
          <dgm:bulletEnabled val="1"/>
        </dgm:presLayoutVars>
      </dgm:prSet>
      <dgm:spPr/>
    </dgm:pt>
    <dgm:pt modelId="{47F2DDE3-EF60-41AF-B401-8977939AD404}" type="pres">
      <dgm:prSet presAssocID="{9C934D40-9426-4463-B218-2574F04C32E8}" presName="sibTrans" presStyleCnt="0"/>
      <dgm:spPr/>
    </dgm:pt>
    <dgm:pt modelId="{DD722363-33D2-4D85-9E85-C5E0FDA5740B}" type="pres">
      <dgm:prSet presAssocID="{4E2EED85-0DD2-4518-B22B-7AED47EC7D65}" presName="compositeNode" presStyleCnt="0">
        <dgm:presLayoutVars>
          <dgm:bulletEnabled val="1"/>
        </dgm:presLayoutVars>
      </dgm:prSet>
      <dgm:spPr/>
    </dgm:pt>
    <dgm:pt modelId="{7DC2669F-4C43-4167-8159-9777129A81D6}" type="pres">
      <dgm:prSet presAssocID="{4E2EED85-0DD2-4518-B22B-7AED47EC7D65}" presName="bgRect" presStyleLbl="bgAccFollowNode1" presStyleIdx="3" presStyleCnt="4"/>
      <dgm:spPr/>
    </dgm:pt>
    <dgm:pt modelId="{A72276F7-C7D1-41EC-81EF-93B060C8F301}" type="pres">
      <dgm:prSet presAssocID="{64B0999E-9C2A-4B85-87D8-A5CEFA7427AC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10D46861-619B-4CFE-8F2F-F1237C6C7730}" type="pres">
      <dgm:prSet presAssocID="{4E2EED85-0DD2-4518-B22B-7AED47EC7D65}" presName="bottomLine" presStyleLbl="alignNode1" presStyleIdx="7" presStyleCnt="8">
        <dgm:presLayoutVars/>
      </dgm:prSet>
      <dgm:spPr/>
    </dgm:pt>
    <dgm:pt modelId="{80F01978-61D8-499F-A13D-D5E5B3A33755}" type="pres">
      <dgm:prSet presAssocID="{4E2EED85-0DD2-4518-B22B-7AED47EC7D65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03C34C23-4635-4C72-9700-340949FCAE85}" type="presOf" srcId="{CC1A0EF2-EFCC-4672-9B32-52BE5F2CB738}" destId="{201241B8-1401-4804-A03A-155EAEFCB02B}" srcOrd="1" destOrd="0" presId="urn:microsoft.com/office/officeart/2016/7/layout/BasicLinearProcessNumbered"/>
    <dgm:cxn modelId="{B8D6CB2F-02AE-4AC8-AD4B-E17CD1E9F2C0}" type="presOf" srcId="{4E2EED85-0DD2-4518-B22B-7AED47EC7D65}" destId="{7DC2669F-4C43-4167-8159-9777129A81D6}" srcOrd="0" destOrd="0" presId="urn:microsoft.com/office/officeart/2016/7/layout/BasicLinearProcessNumbered"/>
    <dgm:cxn modelId="{61384844-F5E1-4DB5-B2DD-0356C10B82FD}" type="presOf" srcId="{9C934D40-9426-4463-B218-2574F04C32E8}" destId="{5C9B3839-F2AA-4976-841C-5D41414A1F2B}" srcOrd="0" destOrd="0" presId="urn:microsoft.com/office/officeart/2016/7/layout/BasicLinearProcessNumbered"/>
    <dgm:cxn modelId="{B56B5264-C731-4085-9673-ABBE62A805FD}" type="presOf" srcId="{21E881AA-D909-47A7-9FC5-D5CBC022CFFF}" destId="{AB0B1F1E-93A5-4962-9DD3-B82A087FBB0B}" srcOrd="1" destOrd="0" presId="urn:microsoft.com/office/officeart/2016/7/layout/BasicLinearProcessNumbered"/>
    <dgm:cxn modelId="{6C4F8947-4D72-4C5F-A770-8BCAE7033BEF}" srcId="{6B903356-AA34-4A6B-B381-9B1A6ADCFE8D}" destId="{A6B09EBE-2882-4F36-9EF4-D0D7CE31BB8D}" srcOrd="1" destOrd="0" parTransId="{42E5347E-E997-4988-9CE2-47E48AB62FED}" sibTransId="{49103FC2-F2F8-4E15-8235-8AEB383BD625}"/>
    <dgm:cxn modelId="{99298F4C-1AD2-4020-A1A7-5DFB759C8DA5}" type="presOf" srcId="{49103FC2-F2F8-4E15-8235-8AEB383BD625}" destId="{78EC0055-B723-4064-93DC-CAD4DDCBFE42}" srcOrd="0" destOrd="0" presId="urn:microsoft.com/office/officeart/2016/7/layout/BasicLinearProcessNumbered"/>
    <dgm:cxn modelId="{CCA7D04D-C0F3-4743-AFE0-9424965D4A57}" srcId="{6B903356-AA34-4A6B-B381-9B1A6ADCFE8D}" destId="{4E2EED85-0DD2-4518-B22B-7AED47EC7D65}" srcOrd="3" destOrd="0" parTransId="{B98C0667-6FBF-490B-857E-7ED0295B84B5}" sibTransId="{64B0999E-9C2A-4B85-87D8-A5CEFA7427AC}"/>
    <dgm:cxn modelId="{A40E7476-4EDD-4A77-B704-384C103F5218}" type="presOf" srcId="{A6B09EBE-2882-4F36-9EF4-D0D7CE31BB8D}" destId="{EE8E2D26-D93E-4437-894A-A965B9DA4E45}" srcOrd="0" destOrd="0" presId="urn:microsoft.com/office/officeart/2016/7/layout/BasicLinearProcessNumbered"/>
    <dgm:cxn modelId="{327D6057-CB58-472C-A494-9E6CC8891230}" type="presOf" srcId="{9FA109C9-76BB-4041-A8C7-D2DA010BDD5A}" destId="{A182250F-BDB9-4D64-818A-B95C603CD777}" srcOrd="0" destOrd="0" presId="urn:microsoft.com/office/officeart/2016/7/layout/BasicLinearProcessNumbered"/>
    <dgm:cxn modelId="{F63C629C-DF57-4257-9077-64F517F81511}" type="presOf" srcId="{64B0999E-9C2A-4B85-87D8-A5CEFA7427AC}" destId="{A72276F7-C7D1-41EC-81EF-93B060C8F301}" srcOrd="0" destOrd="0" presId="urn:microsoft.com/office/officeart/2016/7/layout/BasicLinearProcessNumbered"/>
    <dgm:cxn modelId="{349364A9-8104-48A5-9CA3-1AFB7F8799FC}" srcId="{6B903356-AA34-4A6B-B381-9B1A6ADCFE8D}" destId="{CC1A0EF2-EFCC-4672-9B32-52BE5F2CB738}" srcOrd="0" destOrd="0" parTransId="{624E2F05-1F2D-4101-9F2F-A43A19B5D066}" sibTransId="{9FA109C9-76BB-4041-A8C7-D2DA010BDD5A}"/>
    <dgm:cxn modelId="{FB15BFC1-464F-449C-A160-BE14FF6839FA}" type="presOf" srcId="{CC1A0EF2-EFCC-4672-9B32-52BE5F2CB738}" destId="{47D34DB1-8AD0-4FA4-BA62-19EC4F86151F}" srcOrd="0" destOrd="0" presId="urn:microsoft.com/office/officeart/2016/7/layout/BasicLinearProcessNumbered"/>
    <dgm:cxn modelId="{F093E3C6-D895-4D4B-819A-045B95E6FC4E}" type="presOf" srcId="{A6B09EBE-2882-4F36-9EF4-D0D7CE31BB8D}" destId="{0CB61FD6-A09A-4259-A078-B0263E4DA1D3}" srcOrd="1" destOrd="0" presId="urn:microsoft.com/office/officeart/2016/7/layout/BasicLinearProcessNumbered"/>
    <dgm:cxn modelId="{869EF6C6-3A23-43EF-9E5B-538A965D12FF}" type="presOf" srcId="{6B903356-AA34-4A6B-B381-9B1A6ADCFE8D}" destId="{725677B1-B176-4EDE-BE4A-E6981B523D89}" srcOrd="0" destOrd="0" presId="urn:microsoft.com/office/officeart/2016/7/layout/BasicLinearProcessNumbered"/>
    <dgm:cxn modelId="{957DEAEA-5E6F-440A-A62F-C26CCD0B0FF2}" type="presOf" srcId="{21E881AA-D909-47A7-9FC5-D5CBC022CFFF}" destId="{2085C297-FBCC-4D38-8460-740A5EDEF4B0}" srcOrd="0" destOrd="0" presId="urn:microsoft.com/office/officeart/2016/7/layout/BasicLinearProcessNumbered"/>
    <dgm:cxn modelId="{D12CE1F7-421A-4CBD-B821-A7145B3B9AC7}" srcId="{6B903356-AA34-4A6B-B381-9B1A6ADCFE8D}" destId="{21E881AA-D909-47A7-9FC5-D5CBC022CFFF}" srcOrd="2" destOrd="0" parTransId="{D175165F-2D22-4901-8C13-07B6E9A309F9}" sibTransId="{9C934D40-9426-4463-B218-2574F04C32E8}"/>
    <dgm:cxn modelId="{6B059AF8-6AB9-4967-AE2A-0036CB82322C}" type="presOf" srcId="{4E2EED85-0DD2-4518-B22B-7AED47EC7D65}" destId="{80F01978-61D8-499F-A13D-D5E5B3A33755}" srcOrd="1" destOrd="0" presId="urn:microsoft.com/office/officeart/2016/7/layout/BasicLinearProcessNumbered"/>
    <dgm:cxn modelId="{D445337A-656D-461D-AD6E-0CF0B6166520}" type="presParOf" srcId="{725677B1-B176-4EDE-BE4A-E6981B523D89}" destId="{E4E8F85A-4CB3-46F9-9E4B-E24DE4317385}" srcOrd="0" destOrd="0" presId="urn:microsoft.com/office/officeart/2016/7/layout/BasicLinearProcessNumbered"/>
    <dgm:cxn modelId="{67E71138-3015-47D0-B00B-654E53EEA868}" type="presParOf" srcId="{E4E8F85A-4CB3-46F9-9E4B-E24DE4317385}" destId="{47D34DB1-8AD0-4FA4-BA62-19EC4F86151F}" srcOrd="0" destOrd="0" presId="urn:microsoft.com/office/officeart/2016/7/layout/BasicLinearProcessNumbered"/>
    <dgm:cxn modelId="{1D8C9808-F5B4-41B9-BD22-7A9F41CDFDA3}" type="presParOf" srcId="{E4E8F85A-4CB3-46F9-9E4B-E24DE4317385}" destId="{A182250F-BDB9-4D64-818A-B95C603CD777}" srcOrd="1" destOrd="0" presId="urn:microsoft.com/office/officeart/2016/7/layout/BasicLinearProcessNumbered"/>
    <dgm:cxn modelId="{C29C9417-3171-4B17-ADC9-802CF89F4E30}" type="presParOf" srcId="{E4E8F85A-4CB3-46F9-9E4B-E24DE4317385}" destId="{A106537A-D9DE-4E09-AD88-7248C96F49BF}" srcOrd="2" destOrd="0" presId="urn:microsoft.com/office/officeart/2016/7/layout/BasicLinearProcessNumbered"/>
    <dgm:cxn modelId="{23FD874E-68F6-479E-AF2B-231096356AD4}" type="presParOf" srcId="{E4E8F85A-4CB3-46F9-9E4B-E24DE4317385}" destId="{201241B8-1401-4804-A03A-155EAEFCB02B}" srcOrd="3" destOrd="0" presId="urn:microsoft.com/office/officeart/2016/7/layout/BasicLinearProcessNumbered"/>
    <dgm:cxn modelId="{ADF47A58-5C24-4891-B242-2EBDB571C724}" type="presParOf" srcId="{725677B1-B176-4EDE-BE4A-E6981B523D89}" destId="{D13E2EB7-2F1E-4802-AFC8-93F840A15F1C}" srcOrd="1" destOrd="0" presId="urn:microsoft.com/office/officeart/2016/7/layout/BasicLinearProcessNumbered"/>
    <dgm:cxn modelId="{CCB0D17C-D865-4F57-B5E4-B63A96D89EEA}" type="presParOf" srcId="{725677B1-B176-4EDE-BE4A-E6981B523D89}" destId="{0740CE76-54DD-4AF1-9EB9-BF79B5298AB5}" srcOrd="2" destOrd="0" presId="urn:microsoft.com/office/officeart/2016/7/layout/BasicLinearProcessNumbered"/>
    <dgm:cxn modelId="{43E94079-0A14-43F6-AE6A-0AEBB036D4B4}" type="presParOf" srcId="{0740CE76-54DD-4AF1-9EB9-BF79B5298AB5}" destId="{EE8E2D26-D93E-4437-894A-A965B9DA4E45}" srcOrd="0" destOrd="0" presId="urn:microsoft.com/office/officeart/2016/7/layout/BasicLinearProcessNumbered"/>
    <dgm:cxn modelId="{FE0C1886-CB0F-498C-AEA0-37C12D45F585}" type="presParOf" srcId="{0740CE76-54DD-4AF1-9EB9-BF79B5298AB5}" destId="{78EC0055-B723-4064-93DC-CAD4DDCBFE42}" srcOrd="1" destOrd="0" presId="urn:microsoft.com/office/officeart/2016/7/layout/BasicLinearProcessNumbered"/>
    <dgm:cxn modelId="{1AE487A2-A1DB-45F2-A8DB-C11D3272A361}" type="presParOf" srcId="{0740CE76-54DD-4AF1-9EB9-BF79B5298AB5}" destId="{A876DBCB-AE39-4BCF-8D86-5F20510D6B7D}" srcOrd="2" destOrd="0" presId="urn:microsoft.com/office/officeart/2016/7/layout/BasicLinearProcessNumbered"/>
    <dgm:cxn modelId="{BE49B9F0-FD24-4219-AFFC-0CBEC1F6C516}" type="presParOf" srcId="{0740CE76-54DD-4AF1-9EB9-BF79B5298AB5}" destId="{0CB61FD6-A09A-4259-A078-B0263E4DA1D3}" srcOrd="3" destOrd="0" presId="urn:microsoft.com/office/officeart/2016/7/layout/BasicLinearProcessNumbered"/>
    <dgm:cxn modelId="{F0F9B452-8615-49CE-9DBB-688F0B7720C8}" type="presParOf" srcId="{725677B1-B176-4EDE-BE4A-E6981B523D89}" destId="{75CBA731-61F2-45F2-930A-6A130208984C}" srcOrd="3" destOrd="0" presId="urn:microsoft.com/office/officeart/2016/7/layout/BasicLinearProcessNumbered"/>
    <dgm:cxn modelId="{29716E51-5A10-4EE3-B8CA-2CBFB1FD0A96}" type="presParOf" srcId="{725677B1-B176-4EDE-BE4A-E6981B523D89}" destId="{130AA4A7-293F-429D-BBB6-AD0E35A36701}" srcOrd="4" destOrd="0" presId="urn:microsoft.com/office/officeart/2016/7/layout/BasicLinearProcessNumbered"/>
    <dgm:cxn modelId="{90FC961A-38F1-4629-B86B-C85A0CCFD0F5}" type="presParOf" srcId="{130AA4A7-293F-429D-BBB6-AD0E35A36701}" destId="{2085C297-FBCC-4D38-8460-740A5EDEF4B0}" srcOrd="0" destOrd="0" presId="urn:microsoft.com/office/officeart/2016/7/layout/BasicLinearProcessNumbered"/>
    <dgm:cxn modelId="{052BB57A-D1B0-44CE-AF07-E9DAE6F32037}" type="presParOf" srcId="{130AA4A7-293F-429D-BBB6-AD0E35A36701}" destId="{5C9B3839-F2AA-4976-841C-5D41414A1F2B}" srcOrd="1" destOrd="0" presId="urn:microsoft.com/office/officeart/2016/7/layout/BasicLinearProcessNumbered"/>
    <dgm:cxn modelId="{254F4675-CECC-4D71-81D0-C6740CF7C134}" type="presParOf" srcId="{130AA4A7-293F-429D-BBB6-AD0E35A36701}" destId="{794C6B64-9CC2-42DB-99FE-08C045C859E2}" srcOrd="2" destOrd="0" presId="urn:microsoft.com/office/officeart/2016/7/layout/BasicLinearProcessNumbered"/>
    <dgm:cxn modelId="{88452534-F332-472C-9AEE-F1ABD99CC822}" type="presParOf" srcId="{130AA4A7-293F-429D-BBB6-AD0E35A36701}" destId="{AB0B1F1E-93A5-4962-9DD3-B82A087FBB0B}" srcOrd="3" destOrd="0" presId="urn:microsoft.com/office/officeart/2016/7/layout/BasicLinearProcessNumbered"/>
    <dgm:cxn modelId="{5F915A93-A94C-44F9-A6DE-035335C57F33}" type="presParOf" srcId="{725677B1-B176-4EDE-BE4A-E6981B523D89}" destId="{47F2DDE3-EF60-41AF-B401-8977939AD404}" srcOrd="5" destOrd="0" presId="urn:microsoft.com/office/officeart/2016/7/layout/BasicLinearProcessNumbered"/>
    <dgm:cxn modelId="{BB1D0DCA-7CB4-4645-9E15-40DFADF5B8E6}" type="presParOf" srcId="{725677B1-B176-4EDE-BE4A-E6981B523D89}" destId="{DD722363-33D2-4D85-9E85-C5E0FDA5740B}" srcOrd="6" destOrd="0" presId="urn:microsoft.com/office/officeart/2016/7/layout/BasicLinearProcessNumbered"/>
    <dgm:cxn modelId="{DB2D206A-FDE7-438F-89F4-CD51CF91E289}" type="presParOf" srcId="{DD722363-33D2-4D85-9E85-C5E0FDA5740B}" destId="{7DC2669F-4C43-4167-8159-9777129A81D6}" srcOrd="0" destOrd="0" presId="urn:microsoft.com/office/officeart/2016/7/layout/BasicLinearProcessNumbered"/>
    <dgm:cxn modelId="{3DF6A089-2F3E-4BC8-9A23-9EF75D72C04E}" type="presParOf" srcId="{DD722363-33D2-4D85-9E85-C5E0FDA5740B}" destId="{A72276F7-C7D1-41EC-81EF-93B060C8F301}" srcOrd="1" destOrd="0" presId="urn:microsoft.com/office/officeart/2016/7/layout/BasicLinearProcessNumbered"/>
    <dgm:cxn modelId="{BD5DAD09-D5C2-4BC2-BA92-DD2822EC27F5}" type="presParOf" srcId="{DD722363-33D2-4D85-9E85-C5E0FDA5740B}" destId="{10D46861-619B-4CFE-8F2F-F1237C6C7730}" srcOrd="2" destOrd="0" presId="urn:microsoft.com/office/officeart/2016/7/layout/BasicLinearProcessNumbered"/>
    <dgm:cxn modelId="{1E14F6C0-962C-4FCE-A371-A111DFE9E7AE}" type="presParOf" srcId="{DD722363-33D2-4D85-9E85-C5E0FDA5740B}" destId="{80F01978-61D8-499F-A13D-D5E5B3A3375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38866DBF-2700-40D9-A6DE-2845B9529A7F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9625A2A-C9B5-4BF4-BBAA-3A5F6D447E9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Virtual Networks: VPC (AWS), VNet (Azure), VPC (GCP)</a:t>
          </a:r>
        </a:p>
      </dgm:t>
    </dgm:pt>
    <dgm:pt modelId="{3A40260D-14CA-443E-993D-5740A1B377EF}" type="parTrans" cxnId="{F5B840F8-FF61-46FA-ABF3-5DD09FB3B668}">
      <dgm:prSet/>
      <dgm:spPr/>
      <dgm:t>
        <a:bodyPr/>
        <a:lstStyle/>
        <a:p>
          <a:endParaRPr lang="en-US"/>
        </a:p>
      </dgm:t>
    </dgm:pt>
    <dgm:pt modelId="{A4750854-2B1D-48D0-8D79-E37CADB804A2}" type="sibTrans" cxnId="{F5B840F8-FF61-46FA-ABF3-5DD09FB3B668}">
      <dgm:prSet/>
      <dgm:spPr/>
      <dgm:t>
        <a:bodyPr/>
        <a:lstStyle/>
        <a:p>
          <a:endParaRPr lang="en-US"/>
        </a:p>
      </dgm:t>
    </dgm:pt>
    <dgm:pt modelId="{E4092D75-3561-46B9-9361-FBFA86E5C29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Subnets, firewalls, routing</a:t>
          </a:r>
        </a:p>
      </dgm:t>
    </dgm:pt>
    <dgm:pt modelId="{1A63D0C8-3CE1-4CCB-9D2B-AE86025FC99C}" type="parTrans" cxnId="{7D438E24-2AE0-4141-AB60-357C850C2A1A}">
      <dgm:prSet/>
      <dgm:spPr/>
      <dgm:t>
        <a:bodyPr/>
        <a:lstStyle/>
        <a:p>
          <a:endParaRPr lang="en-US"/>
        </a:p>
      </dgm:t>
    </dgm:pt>
    <dgm:pt modelId="{181B82C5-3102-4B8D-8589-C2CA59F3E41A}" type="sibTrans" cxnId="{7D438E24-2AE0-4141-AB60-357C850C2A1A}">
      <dgm:prSet/>
      <dgm:spPr/>
      <dgm:t>
        <a:bodyPr/>
        <a:lstStyle/>
        <a:p>
          <a:endParaRPr lang="en-US"/>
        </a:p>
      </dgm:t>
    </dgm:pt>
    <dgm:pt modelId="{0F6A81A1-C068-4EB8-B0AA-5234ABD59BF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Bandwidth and latency considerations</a:t>
          </a:r>
        </a:p>
      </dgm:t>
    </dgm:pt>
    <dgm:pt modelId="{9143A332-B79E-4ECD-BFFD-A38F88BB546E}" type="parTrans" cxnId="{7DC0F2B2-CAAF-4E2B-8C70-2240BB6C3705}">
      <dgm:prSet/>
      <dgm:spPr/>
      <dgm:t>
        <a:bodyPr/>
        <a:lstStyle/>
        <a:p>
          <a:endParaRPr lang="en-US"/>
        </a:p>
      </dgm:t>
    </dgm:pt>
    <dgm:pt modelId="{6BE7AA74-5C4E-4A48-8D13-027AE26C3454}" type="sibTrans" cxnId="{7DC0F2B2-CAAF-4E2B-8C70-2240BB6C3705}">
      <dgm:prSet/>
      <dgm:spPr/>
      <dgm:t>
        <a:bodyPr/>
        <a:lstStyle/>
        <a:p>
          <a:endParaRPr lang="en-US"/>
        </a:p>
      </dgm:t>
    </dgm:pt>
    <dgm:pt modelId="{CC7AC408-C4CD-48B8-917D-7770F28631A1}" type="pres">
      <dgm:prSet presAssocID="{38866DBF-2700-40D9-A6DE-2845B9529A7F}" presName="vert0" presStyleCnt="0">
        <dgm:presLayoutVars>
          <dgm:dir/>
          <dgm:animOne val="branch"/>
          <dgm:animLvl val="lvl"/>
        </dgm:presLayoutVars>
      </dgm:prSet>
      <dgm:spPr/>
    </dgm:pt>
    <dgm:pt modelId="{67BF65F8-CD09-4C40-82B4-DF909AA32F02}" type="pres">
      <dgm:prSet presAssocID="{19625A2A-C9B5-4BF4-BBAA-3A5F6D447E91}" presName="thickLine" presStyleLbl="alignNode1" presStyleIdx="0" presStyleCnt="3"/>
      <dgm:spPr/>
    </dgm:pt>
    <dgm:pt modelId="{8EEF2BD0-46D4-46D6-858E-A3D72D3218E6}" type="pres">
      <dgm:prSet presAssocID="{19625A2A-C9B5-4BF4-BBAA-3A5F6D447E91}" presName="horz1" presStyleCnt="0"/>
      <dgm:spPr/>
    </dgm:pt>
    <dgm:pt modelId="{E9C14655-423B-428E-B8FB-C0098C726367}" type="pres">
      <dgm:prSet presAssocID="{19625A2A-C9B5-4BF4-BBAA-3A5F6D447E91}" presName="tx1" presStyleLbl="revTx" presStyleIdx="0" presStyleCnt="3"/>
      <dgm:spPr/>
    </dgm:pt>
    <dgm:pt modelId="{C0138EC4-890C-443B-B75B-AD48333D9DA4}" type="pres">
      <dgm:prSet presAssocID="{19625A2A-C9B5-4BF4-BBAA-3A5F6D447E91}" presName="vert1" presStyleCnt="0"/>
      <dgm:spPr/>
    </dgm:pt>
    <dgm:pt modelId="{9BF5625A-73DF-4577-9323-4AEF778630FC}" type="pres">
      <dgm:prSet presAssocID="{E4092D75-3561-46B9-9361-FBFA86E5C293}" presName="thickLine" presStyleLbl="alignNode1" presStyleIdx="1" presStyleCnt="3"/>
      <dgm:spPr/>
    </dgm:pt>
    <dgm:pt modelId="{D7B6DDFF-DB9B-48E7-B5B5-8C6712382DD0}" type="pres">
      <dgm:prSet presAssocID="{E4092D75-3561-46B9-9361-FBFA86E5C293}" presName="horz1" presStyleCnt="0"/>
      <dgm:spPr/>
    </dgm:pt>
    <dgm:pt modelId="{0D69280D-8B8C-4E8E-8E82-383AFE24BB24}" type="pres">
      <dgm:prSet presAssocID="{E4092D75-3561-46B9-9361-FBFA86E5C293}" presName="tx1" presStyleLbl="revTx" presStyleIdx="1" presStyleCnt="3"/>
      <dgm:spPr/>
    </dgm:pt>
    <dgm:pt modelId="{D0A984CD-EC98-43B9-9EF5-B390DC392EC8}" type="pres">
      <dgm:prSet presAssocID="{E4092D75-3561-46B9-9361-FBFA86E5C293}" presName="vert1" presStyleCnt="0"/>
      <dgm:spPr/>
    </dgm:pt>
    <dgm:pt modelId="{4961FA71-8175-4791-92CE-E1F3A7610ADC}" type="pres">
      <dgm:prSet presAssocID="{0F6A81A1-C068-4EB8-B0AA-5234ABD59BFB}" presName="thickLine" presStyleLbl="alignNode1" presStyleIdx="2" presStyleCnt="3"/>
      <dgm:spPr/>
    </dgm:pt>
    <dgm:pt modelId="{C3F2CE3B-0AA0-4AB5-A413-FD445C254349}" type="pres">
      <dgm:prSet presAssocID="{0F6A81A1-C068-4EB8-B0AA-5234ABD59BFB}" presName="horz1" presStyleCnt="0"/>
      <dgm:spPr/>
    </dgm:pt>
    <dgm:pt modelId="{12CECCF4-05CC-4C0F-A3FB-E801C9241BEC}" type="pres">
      <dgm:prSet presAssocID="{0F6A81A1-C068-4EB8-B0AA-5234ABD59BFB}" presName="tx1" presStyleLbl="revTx" presStyleIdx="2" presStyleCnt="3"/>
      <dgm:spPr/>
    </dgm:pt>
    <dgm:pt modelId="{3ACEF1E0-9851-4EC7-9A78-75D858592933}" type="pres">
      <dgm:prSet presAssocID="{0F6A81A1-C068-4EB8-B0AA-5234ABD59BFB}" presName="vert1" presStyleCnt="0"/>
      <dgm:spPr/>
    </dgm:pt>
  </dgm:ptLst>
  <dgm:cxnLst>
    <dgm:cxn modelId="{8F28470F-F7C5-448D-9456-D9630942A3FB}" type="presOf" srcId="{0F6A81A1-C068-4EB8-B0AA-5234ABD59BFB}" destId="{12CECCF4-05CC-4C0F-A3FB-E801C9241BEC}" srcOrd="0" destOrd="0" presId="urn:microsoft.com/office/officeart/2008/layout/LinedList"/>
    <dgm:cxn modelId="{B30A4912-299A-4EC3-95EA-DB71A6071C5C}" type="presOf" srcId="{E4092D75-3561-46B9-9361-FBFA86E5C293}" destId="{0D69280D-8B8C-4E8E-8E82-383AFE24BB24}" srcOrd="0" destOrd="0" presId="urn:microsoft.com/office/officeart/2008/layout/LinedList"/>
    <dgm:cxn modelId="{7D438E24-2AE0-4141-AB60-357C850C2A1A}" srcId="{38866DBF-2700-40D9-A6DE-2845B9529A7F}" destId="{E4092D75-3561-46B9-9361-FBFA86E5C293}" srcOrd="1" destOrd="0" parTransId="{1A63D0C8-3CE1-4CCB-9D2B-AE86025FC99C}" sibTransId="{181B82C5-3102-4B8D-8589-C2CA59F3E41A}"/>
    <dgm:cxn modelId="{E89FC678-B77B-4AA6-8986-109AACEFA25A}" type="presOf" srcId="{38866DBF-2700-40D9-A6DE-2845B9529A7F}" destId="{CC7AC408-C4CD-48B8-917D-7770F28631A1}" srcOrd="0" destOrd="0" presId="urn:microsoft.com/office/officeart/2008/layout/LinedList"/>
    <dgm:cxn modelId="{7DC0F2B2-CAAF-4E2B-8C70-2240BB6C3705}" srcId="{38866DBF-2700-40D9-A6DE-2845B9529A7F}" destId="{0F6A81A1-C068-4EB8-B0AA-5234ABD59BFB}" srcOrd="2" destOrd="0" parTransId="{9143A332-B79E-4ECD-BFFD-A38F88BB546E}" sibTransId="{6BE7AA74-5C4E-4A48-8D13-027AE26C3454}"/>
    <dgm:cxn modelId="{F5B840F8-FF61-46FA-ABF3-5DD09FB3B668}" srcId="{38866DBF-2700-40D9-A6DE-2845B9529A7F}" destId="{19625A2A-C9B5-4BF4-BBAA-3A5F6D447E91}" srcOrd="0" destOrd="0" parTransId="{3A40260D-14CA-443E-993D-5740A1B377EF}" sibTransId="{A4750854-2B1D-48D0-8D79-E37CADB804A2}"/>
    <dgm:cxn modelId="{E0175DFE-A0E1-411F-9EFF-278E8BFC0881}" type="presOf" srcId="{19625A2A-C9B5-4BF4-BBAA-3A5F6D447E91}" destId="{E9C14655-423B-428E-B8FB-C0098C726367}" srcOrd="0" destOrd="0" presId="urn:microsoft.com/office/officeart/2008/layout/LinedList"/>
    <dgm:cxn modelId="{9969C653-6B24-4EC9-B148-DA96EBA80D90}" type="presParOf" srcId="{CC7AC408-C4CD-48B8-917D-7770F28631A1}" destId="{67BF65F8-CD09-4C40-82B4-DF909AA32F02}" srcOrd="0" destOrd="0" presId="urn:microsoft.com/office/officeart/2008/layout/LinedList"/>
    <dgm:cxn modelId="{5E11715D-BE16-4E4B-B5D9-292AC2900C7F}" type="presParOf" srcId="{CC7AC408-C4CD-48B8-917D-7770F28631A1}" destId="{8EEF2BD0-46D4-46D6-858E-A3D72D3218E6}" srcOrd="1" destOrd="0" presId="urn:microsoft.com/office/officeart/2008/layout/LinedList"/>
    <dgm:cxn modelId="{674EC00E-8707-48FE-B45E-5DF9C03F88C2}" type="presParOf" srcId="{8EEF2BD0-46D4-46D6-858E-A3D72D3218E6}" destId="{E9C14655-423B-428E-B8FB-C0098C726367}" srcOrd="0" destOrd="0" presId="urn:microsoft.com/office/officeart/2008/layout/LinedList"/>
    <dgm:cxn modelId="{A06EDF44-58A3-4C99-85DA-CBFC8971B893}" type="presParOf" srcId="{8EEF2BD0-46D4-46D6-858E-A3D72D3218E6}" destId="{C0138EC4-890C-443B-B75B-AD48333D9DA4}" srcOrd="1" destOrd="0" presId="urn:microsoft.com/office/officeart/2008/layout/LinedList"/>
    <dgm:cxn modelId="{CADA13FD-A3F1-4FF5-BF9C-A1E30D1A7476}" type="presParOf" srcId="{CC7AC408-C4CD-48B8-917D-7770F28631A1}" destId="{9BF5625A-73DF-4577-9323-4AEF778630FC}" srcOrd="2" destOrd="0" presId="urn:microsoft.com/office/officeart/2008/layout/LinedList"/>
    <dgm:cxn modelId="{B7931C07-C21A-49F4-B0E0-23724BFA437B}" type="presParOf" srcId="{CC7AC408-C4CD-48B8-917D-7770F28631A1}" destId="{D7B6DDFF-DB9B-48E7-B5B5-8C6712382DD0}" srcOrd="3" destOrd="0" presId="urn:microsoft.com/office/officeart/2008/layout/LinedList"/>
    <dgm:cxn modelId="{B35842E5-8DD6-49D3-894A-E4B06678D3C2}" type="presParOf" srcId="{D7B6DDFF-DB9B-48E7-B5B5-8C6712382DD0}" destId="{0D69280D-8B8C-4E8E-8E82-383AFE24BB24}" srcOrd="0" destOrd="0" presId="urn:microsoft.com/office/officeart/2008/layout/LinedList"/>
    <dgm:cxn modelId="{9902EF59-BB9A-4F69-8D5B-323BAFFDC9CD}" type="presParOf" srcId="{D7B6DDFF-DB9B-48E7-B5B5-8C6712382DD0}" destId="{D0A984CD-EC98-43B9-9EF5-B390DC392EC8}" srcOrd="1" destOrd="0" presId="urn:microsoft.com/office/officeart/2008/layout/LinedList"/>
    <dgm:cxn modelId="{972E2A80-3E10-4D4F-8F16-A5B08BD8E96E}" type="presParOf" srcId="{CC7AC408-C4CD-48B8-917D-7770F28631A1}" destId="{4961FA71-8175-4791-92CE-E1F3A7610ADC}" srcOrd="4" destOrd="0" presId="urn:microsoft.com/office/officeart/2008/layout/LinedList"/>
    <dgm:cxn modelId="{312B5BA9-9871-42CF-A261-94FBDFDECB58}" type="presParOf" srcId="{CC7AC408-C4CD-48B8-917D-7770F28631A1}" destId="{C3F2CE3B-0AA0-4AB5-A413-FD445C254349}" srcOrd="5" destOrd="0" presId="urn:microsoft.com/office/officeart/2008/layout/LinedList"/>
    <dgm:cxn modelId="{697875A2-0292-490B-810A-62E168CC3B85}" type="presParOf" srcId="{C3F2CE3B-0AA0-4AB5-A413-FD445C254349}" destId="{12CECCF4-05CC-4C0F-A3FB-E801C9241BEC}" srcOrd="0" destOrd="0" presId="urn:microsoft.com/office/officeart/2008/layout/LinedList"/>
    <dgm:cxn modelId="{85CEF7FA-22AE-4B89-A5D5-CE437D056520}" type="presParOf" srcId="{C3F2CE3B-0AA0-4AB5-A413-FD445C254349}" destId="{3ACEF1E0-9851-4EC7-9A78-75D85859293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CCF93F80-BA70-4D2C-B80A-9A2A90B49D54}" type="doc">
      <dgm:prSet loTypeId="urn:microsoft.com/office/officeart/2008/layout/LinedList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3FA1694-B688-45F0-BDF7-28D2D2B94FB4}">
      <dgm:prSet/>
      <dgm:spPr/>
      <dgm:t>
        <a:bodyPr/>
        <a:lstStyle/>
        <a:p>
          <a:pPr>
            <a:defRPr cap="all"/>
          </a:pPr>
          <a:r>
            <a:rPr lang="en-US"/>
            <a:t>VPC + Transit Gateway</a:t>
          </a:r>
        </a:p>
      </dgm:t>
    </dgm:pt>
    <dgm:pt modelId="{9318A303-C451-4057-96C9-8A19F1AD1DBC}" type="parTrans" cxnId="{8EC7F4BD-034E-4592-B990-FB0B2E4E9BE7}">
      <dgm:prSet/>
      <dgm:spPr/>
      <dgm:t>
        <a:bodyPr/>
        <a:lstStyle/>
        <a:p>
          <a:endParaRPr lang="en-US"/>
        </a:p>
      </dgm:t>
    </dgm:pt>
    <dgm:pt modelId="{19675303-F595-427D-AB00-276F357D4C5B}" type="sibTrans" cxnId="{8EC7F4BD-034E-4592-B990-FB0B2E4E9BE7}">
      <dgm:prSet/>
      <dgm:spPr/>
      <dgm:t>
        <a:bodyPr/>
        <a:lstStyle/>
        <a:p>
          <a:endParaRPr lang="en-US"/>
        </a:p>
      </dgm:t>
    </dgm:pt>
    <dgm:pt modelId="{CB5750D7-E6EF-4B97-B139-585E1BFD955A}">
      <dgm:prSet/>
      <dgm:spPr/>
      <dgm:t>
        <a:bodyPr/>
        <a:lstStyle/>
        <a:p>
          <a:pPr>
            <a:defRPr cap="all"/>
          </a:pPr>
          <a:r>
            <a:rPr lang="en-US"/>
            <a:t>Direct Connect for hybrid cloud</a:t>
          </a:r>
        </a:p>
      </dgm:t>
    </dgm:pt>
    <dgm:pt modelId="{D5520E31-FD01-40BA-A4B2-C8164F6378AC}" type="parTrans" cxnId="{F2DF7408-5F13-4F0C-839C-FA748239F4E9}">
      <dgm:prSet/>
      <dgm:spPr/>
      <dgm:t>
        <a:bodyPr/>
        <a:lstStyle/>
        <a:p>
          <a:endParaRPr lang="en-US"/>
        </a:p>
      </dgm:t>
    </dgm:pt>
    <dgm:pt modelId="{D5412529-2F32-440B-BF97-E8F4B0F136E8}" type="sibTrans" cxnId="{F2DF7408-5F13-4F0C-839C-FA748239F4E9}">
      <dgm:prSet/>
      <dgm:spPr/>
      <dgm:t>
        <a:bodyPr/>
        <a:lstStyle/>
        <a:p>
          <a:endParaRPr lang="en-US"/>
        </a:p>
      </dgm:t>
    </dgm:pt>
    <dgm:pt modelId="{35B292CA-2057-4811-8D32-BBAFEA7C7803}">
      <dgm:prSet/>
      <dgm:spPr/>
      <dgm:t>
        <a:bodyPr/>
        <a:lstStyle/>
        <a:p>
          <a:pPr>
            <a:defRPr cap="all"/>
          </a:pPr>
          <a:r>
            <a:rPr lang="en-US"/>
            <a:t>Load Balancers: ALB, NLB, GWLB</a:t>
          </a:r>
        </a:p>
      </dgm:t>
    </dgm:pt>
    <dgm:pt modelId="{31289962-D4E2-48BE-A5A1-1C2FC6361482}" type="parTrans" cxnId="{CB8B0514-C74B-478A-A6FD-4CBDD84097B6}">
      <dgm:prSet/>
      <dgm:spPr/>
      <dgm:t>
        <a:bodyPr/>
        <a:lstStyle/>
        <a:p>
          <a:endParaRPr lang="en-US"/>
        </a:p>
      </dgm:t>
    </dgm:pt>
    <dgm:pt modelId="{6C2DB0B5-3D74-4469-B61E-2946AFABA8F2}" type="sibTrans" cxnId="{CB8B0514-C74B-478A-A6FD-4CBDD84097B6}">
      <dgm:prSet/>
      <dgm:spPr/>
      <dgm:t>
        <a:bodyPr/>
        <a:lstStyle/>
        <a:p>
          <a:endParaRPr lang="en-US"/>
        </a:p>
      </dgm:t>
    </dgm:pt>
    <dgm:pt modelId="{64169551-92BE-46D8-BCA0-953710F398FF}">
      <dgm:prSet/>
      <dgm:spPr/>
      <dgm:t>
        <a:bodyPr/>
        <a:lstStyle/>
        <a:p>
          <a:pPr>
            <a:defRPr cap="all"/>
          </a:pPr>
          <a:r>
            <a:rPr lang="en-US"/>
            <a:t>Strong global reach</a:t>
          </a:r>
        </a:p>
      </dgm:t>
    </dgm:pt>
    <dgm:pt modelId="{DEFC93CC-145D-45C2-B668-E26DA35F48D1}" type="parTrans" cxnId="{3997B864-AEB2-4C05-9973-2EAB7B2959F1}">
      <dgm:prSet/>
      <dgm:spPr/>
      <dgm:t>
        <a:bodyPr/>
        <a:lstStyle/>
        <a:p>
          <a:endParaRPr lang="en-US"/>
        </a:p>
      </dgm:t>
    </dgm:pt>
    <dgm:pt modelId="{43D89AA9-B2F3-45E3-97CC-A65874C234CE}" type="sibTrans" cxnId="{3997B864-AEB2-4C05-9973-2EAB7B2959F1}">
      <dgm:prSet/>
      <dgm:spPr/>
      <dgm:t>
        <a:bodyPr/>
        <a:lstStyle/>
        <a:p>
          <a:endParaRPr lang="en-US"/>
        </a:p>
      </dgm:t>
    </dgm:pt>
    <dgm:pt modelId="{8C13B04A-F43C-4231-9D3C-646769F49406}" type="pres">
      <dgm:prSet presAssocID="{CCF93F80-BA70-4D2C-B80A-9A2A90B49D54}" presName="vert0" presStyleCnt="0">
        <dgm:presLayoutVars>
          <dgm:dir/>
          <dgm:animOne val="branch"/>
          <dgm:animLvl val="lvl"/>
        </dgm:presLayoutVars>
      </dgm:prSet>
      <dgm:spPr/>
    </dgm:pt>
    <dgm:pt modelId="{4841CC78-224C-46A6-BE88-7A2B3F6C8383}" type="pres">
      <dgm:prSet presAssocID="{F3FA1694-B688-45F0-BDF7-28D2D2B94FB4}" presName="thickLine" presStyleLbl="alignNode1" presStyleIdx="0" presStyleCnt="4"/>
      <dgm:spPr/>
    </dgm:pt>
    <dgm:pt modelId="{C40891D3-C9AC-4BCE-9FFA-23C30F90EDA2}" type="pres">
      <dgm:prSet presAssocID="{F3FA1694-B688-45F0-BDF7-28D2D2B94FB4}" presName="horz1" presStyleCnt="0"/>
      <dgm:spPr/>
    </dgm:pt>
    <dgm:pt modelId="{32761202-FFE9-4672-8ADF-0E301EBF68C2}" type="pres">
      <dgm:prSet presAssocID="{F3FA1694-B688-45F0-BDF7-28D2D2B94FB4}" presName="tx1" presStyleLbl="revTx" presStyleIdx="0" presStyleCnt="4"/>
      <dgm:spPr/>
    </dgm:pt>
    <dgm:pt modelId="{3384EB23-9783-4411-A3CA-6581664CA1FB}" type="pres">
      <dgm:prSet presAssocID="{F3FA1694-B688-45F0-BDF7-28D2D2B94FB4}" presName="vert1" presStyleCnt="0"/>
      <dgm:spPr/>
    </dgm:pt>
    <dgm:pt modelId="{067AD896-8276-4C23-9676-CD05E66B5916}" type="pres">
      <dgm:prSet presAssocID="{CB5750D7-E6EF-4B97-B139-585E1BFD955A}" presName="thickLine" presStyleLbl="alignNode1" presStyleIdx="1" presStyleCnt="4"/>
      <dgm:spPr/>
    </dgm:pt>
    <dgm:pt modelId="{331802FA-B565-487D-9E77-88045CE09C80}" type="pres">
      <dgm:prSet presAssocID="{CB5750D7-E6EF-4B97-B139-585E1BFD955A}" presName="horz1" presStyleCnt="0"/>
      <dgm:spPr/>
    </dgm:pt>
    <dgm:pt modelId="{B4E76D33-0B0D-4BDA-9301-A14EBF1754AA}" type="pres">
      <dgm:prSet presAssocID="{CB5750D7-E6EF-4B97-B139-585E1BFD955A}" presName="tx1" presStyleLbl="revTx" presStyleIdx="1" presStyleCnt="4"/>
      <dgm:spPr/>
    </dgm:pt>
    <dgm:pt modelId="{76D19C31-359C-414C-8F42-875E356248F3}" type="pres">
      <dgm:prSet presAssocID="{CB5750D7-E6EF-4B97-B139-585E1BFD955A}" presName="vert1" presStyleCnt="0"/>
      <dgm:spPr/>
    </dgm:pt>
    <dgm:pt modelId="{83801396-9B2E-420A-B48A-5308A1A51811}" type="pres">
      <dgm:prSet presAssocID="{35B292CA-2057-4811-8D32-BBAFEA7C7803}" presName="thickLine" presStyleLbl="alignNode1" presStyleIdx="2" presStyleCnt="4"/>
      <dgm:spPr/>
    </dgm:pt>
    <dgm:pt modelId="{4DAC5431-DF26-4AB8-8A88-936769504897}" type="pres">
      <dgm:prSet presAssocID="{35B292CA-2057-4811-8D32-BBAFEA7C7803}" presName="horz1" presStyleCnt="0"/>
      <dgm:spPr/>
    </dgm:pt>
    <dgm:pt modelId="{86E4B369-81B2-4F20-A52E-6925A1DE48F8}" type="pres">
      <dgm:prSet presAssocID="{35B292CA-2057-4811-8D32-BBAFEA7C7803}" presName="tx1" presStyleLbl="revTx" presStyleIdx="2" presStyleCnt="4"/>
      <dgm:spPr/>
    </dgm:pt>
    <dgm:pt modelId="{01433289-63B9-4509-847A-C04B3CBE65A8}" type="pres">
      <dgm:prSet presAssocID="{35B292CA-2057-4811-8D32-BBAFEA7C7803}" presName="vert1" presStyleCnt="0"/>
      <dgm:spPr/>
    </dgm:pt>
    <dgm:pt modelId="{8230BF0C-03DD-4E51-BF2E-45D4913D3687}" type="pres">
      <dgm:prSet presAssocID="{64169551-92BE-46D8-BCA0-953710F398FF}" presName="thickLine" presStyleLbl="alignNode1" presStyleIdx="3" presStyleCnt="4"/>
      <dgm:spPr/>
    </dgm:pt>
    <dgm:pt modelId="{A2C7D740-4914-46DD-A510-5FE92FD7A555}" type="pres">
      <dgm:prSet presAssocID="{64169551-92BE-46D8-BCA0-953710F398FF}" presName="horz1" presStyleCnt="0"/>
      <dgm:spPr/>
    </dgm:pt>
    <dgm:pt modelId="{0C064A19-7E00-404F-BCE0-DA348A4815A5}" type="pres">
      <dgm:prSet presAssocID="{64169551-92BE-46D8-BCA0-953710F398FF}" presName="tx1" presStyleLbl="revTx" presStyleIdx="3" presStyleCnt="4"/>
      <dgm:spPr/>
    </dgm:pt>
    <dgm:pt modelId="{36C7F2F3-6A7C-4F37-BFCF-3BC3BCE86B87}" type="pres">
      <dgm:prSet presAssocID="{64169551-92BE-46D8-BCA0-953710F398FF}" presName="vert1" presStyleCnt="0"/>
      <dgm:spPr/>
    </dgm:pt>
  </dgm:ptLst>
  <dgm:cxnLst>
    <dgm:cxn modelId="{F2DF7408-5F13-4F0C-839C-FA748239F4E9}" srcId="{CCF93F80-BA70-4D2C-B80A-9A2A90B49D54}" destId="{CB5750D7-E6EF-4B97-B139-585E1BFD955A}" srcOrd="1" destOrd="0" parTransId="{D5520E31-FD01-40BA-A4B2-C8164F6378AC}" sibTransId="{D5412529-2F32-440B-BF97-E8F4B0F136E8}"/>
    <dgm:cxn modelId="{CB8B0514-C74B-478A-A6FD-4CBDD84097B6}" srcId="{CCF93F80-BA70-4D2C-B80A-9A2A90B49D54}" destId="{35B292CA-2057-4811-8D32-BBAFEA7C7803}" srcOrd="2" destOrd="0" parTransId="{31289962-D4E2-48BE-A5A1-1C2FC6361482}" sibTransId="{6C2DB0B5-3D74-4469-B61E-2946AFABA8F2}"/>
    <dgm:cxn modelId="{D6F7131F-0A5B-4DA6-967F-A2F0F41D4D2A}" type="presOf" srcId="{CCF93F80-BA70-4D2C-B80A-9A2A90B49D54}" destId="{8C13B04A-F43C-4231-9D3C-646769F49406}" srcOrd="0" destOrd="0" presId="urn:microsoft.com/office/officeart/2008/layout/LinedList"/>
    <dgm:cxn modelId="{32665028-1766-4A21-AB23-0CE2648E345D}" type="presOf" srcId="{64169551-92BE-46D8-BCA0-953710F398FF}" destId="{0C064A19-7E00-404F-BCE0-DA348A4815A5}" srcOrd="0" destOrd="0" presId="urn:microsoft.com/office/officeart/2008/layout/LinedList"/>
    <dgm:cxn modelId="{A73CA231-C881-4B3C-80EE-4E1547185E18}" type="presOf" srcId="{35B292CA-2057-4811-8D32-BBAFEA7C7803}" destId="{86E4B369-81B2-4F20-A52E-6925A1DE48F8}" srcOrd="0" destOrd="0" presId="urn:microsoft.com/office/officeart/2008/layout/LinedList"/>
    <dgm:cxn modelId="{3997B864-AEB2-4C05-9973-2EAB7B2959F1}" srcId="{CCF93F80-BA70-4D2C-B80A-9A2A90B49D54}" destId="{64169551-92BE-46D8-BCA0-953710F398FF}" srcOrd="3" destOrd="0" parTransId="{DEFC93CC-145D-45C2-B668-E26DA35F48D1}" sibTransId="{43D89AA9-B2F3-45E3-97CC-A65874C234CE}"/>
    <dgm:cxn modelId="{6025F848-C9E0-49DB-8067-6663FD8BE31F}" type="presOf" srcId="{F3FA1694-B688-45F0-BDF7-28D2D2B94FB4}" destId="{32761202-FFE9-4672-8ADF-0E301EBF68C2}" srcOrd="0" destOrd="0" presId="urn:microsoft.com/office/officeart/2008/layout/LinedList"/>
    <dgm:cxn modelId="{470C427D-56AA-4A61-8568-F64E23BC103F}" type="presOf" srcId="{CB5750D7-E6EF-4B97-B139-585E1BFD955A}" destId="{B4E76D33-0B0D-4BDA-9301-A14EBF1754AA}" srcOrd="0" destOrd="0" presId="urn:microsoft.com/office/officeart/2008/layout/LinedList"/>
    <dgm:cxn modelId="{8EC7F4BD-034E-4592-B990-FB0B2E4E9BE7}" srcId="{CCF93F80-BA70-4D2C-B80A-9A2A90B49D54}" destId="{F3FA1694-B688-45F0-BDF7-28D2D2B94FB4}" srcOrd="0" destOrd="0" parTransId="{9318A303-C451-4057-96C9-8A19F1AD1DBC}" sibTransId="{19675303-F595-427D-AB00-276F357D4C5B}"/>
    <dgm:cxn modelId="{2BFA7FAE-EDDB-4FB9-A2DD-F6305A7EE958}" type="presParOf" srcId="{8C13B04A-F43C-4231-9D3C-646769F49406}" destId="{4841CC78-224C-46A6-BE88-7A2B3F6C8383}" srcOrd="0" destOrd="0" presId="urn:microsoft.com/office/officeart/2008/layout/LinedList"/>
    <dgm:cxn modelId="{16350167-CC83-415F-AB19-83A249179F75}" type="presParOf" srcId="{8C13B04A-F43C-4231-9D3C-646769F49406}" destId="{C40891D3-C9AC-4BCE-9FFA-23C30F90EDA2}" srcOrd="1" destOrd="0" presId="urn:microsoft.com/office/officeart/2008/layout/LinedList"/>
    <dgm:cxn modelId="{0F62923F-FAC4-41AE-9126-410F96E30234}" type="presParOf" srcId="{C40891D3-C9AC-4BCE-9FFA-23C30F90EDA2}" destId="{32761202-FFE9-4672-8ADF-0E301EBF68C2}" srcOrd="0" destOrd="0" presId="urn:microsoft.com/office/officeart/2008/layout/LinedList"/>
    <dgm:cxn modelId="{496F54F4-175A-438C-9A09-1243B40E04B8}" type="presParOf" srcId="{C40891D3-C9AC-4BCE-9FFA-23C30F90EDA2}" destId="{3384EB23-9783-4411-A3CA-6581664CA1FB}" srcOrd="1" destOrd="0" presId="urn:microsoft.com/office/officeart/2008/layout/LinedList"/>
    <dgm:cxn modelId="{0E7F6E79-3F23-4A47-8A97-4DEF83308849}" type="presParOf" srcId="{8C13B04A-F43C-4231-9D3C-646769F49406}" destId="{067AD896-8276-4C23-9676-CD05E66B5916}" srcOrd="2" destOrd="0" presId="urn:microsoft.com/office/officeart/2008/layout/LinedList"/>
    <dgm:cxn modelId="{1BB05B35-7B8F-4BC2-B56C-BFF60E72BCE4}" type="presParOf" srcId="{8C13B04A-F43C-4231-9D3C-646769F49406}" destId="{331802FA-B565-487D-9E77-88045CE09C80}" srcOrd="3" destOrd="0" presId="urn:microsoft.com/office/officeart/2008/layout/LinedList"/>
    <dgm:cxn modelId="{81D771F0-21C7-43C8-8172-63A5A169FC36}" type="presParOf" srcId="{331802FA-B565-487D-9E77-88045CE09C80}" destId="{B4E76D33-0B0D-4BDA-9301-A14EBF1754AA}" srcOrd="0" destOrd="0" presId="urn:microsoft.com/office/officeart/2008/layout/LinedList"/>
    <dgm:cxn modelId="{F01010E6-E632-4C87-992C-32946B1C3BA6}" type="presParOf" srcId="{331802FA-B565-487D-9E77-88045CE09C80}" destId="{76D19C31-359C-414C-8F42-875E356248F3}" srcOrd="1" destOrd="0" presId="urn:microsoft.com/office/officeart/2008/layout/LinedList"/>
    <dgm:cxn modelId="{56F01DE3-A3C9-4C14-A0F5-F22A0469C7BA}" type="presParOf" srcId="{8C13B04A-F43C-4231-9D3C-646769F49406}" destId="{83801396-9B2E-420A-B48A-5308A1A51811}" srcOrd="4" destOrd="0" presId="urn:microsoft.com/office/officeart/2008/layout/LinedList"/>
    <dgm:cxn modelId="{7DCBB658-165C-4794-8192-19783B6A0A77}" type="presParOf" srcId="{8C13B04A-F43C-4231-9D3C-646769F49406}" destId="{4DAC5431-DF26-4AB8-8A88-936769504897}" srcOrd="5" destOrd="0" presId="urn:microsoft.com/office/officeart/2008/layout/LinedList"/>
    <dgm:cxn modelId="{EBB2C766-AC3E-4408-9970-0808356B3221}" type="presParOf" srcId="{4DAC5431-DF26-4AB8-8A88-936769504897}" destId="{86E4B369-81B2-4F20-A52E-6925A1DE48F8}" srcOrd="0" destOrd="0" presId="urn:microsoft.com/office/officeart/2008/layout/LinedList"/>
    <dgm:cxn modelId="{B4A9A9C0-1589-4D58-81FF-CA513BA43504}" type="presParOf" srcId="{4DAC5431-DF26-4AB8-8A88-936769504897}" destId="{01433289-63B9-4509-847A-C04B3CBE65A8}" srcOrd="1" destOrd="0" presId="urn:microsoft.com/office/officeart/2008/layout/LinedList"/>
    <dgm:cxn modelId="{334EF87F-507D-4E0E-8211-329FE573B76A}" type="presParOf" srcId="{8C13B04A-F43C-4231-9D3C-646769F49406}" destId="{8230BF0C-03DD-4E51-BF2E-45D4913D3687}" srcOrd="6" destOrd="0" presId="urn:microsoft.com/office/officeart/2008/layout/LinedList"/>
    <dgm:cxn modelId="{016E0423-204E-412A-8395-39926992E563}" type="presParOf" srcId="{8C13B04A-F43C-4231-9D3C-646769F49406}" destId="{A2C7D740-4914-46DD-A510-5FE92FD7A555}" srcOrd="7" destOrd="0" presId="urn:microsoft.com/office/officeart/2008/layout/LinedList"/>
    <dgm:cxn modelId="{0BFDF96D-C9D2-4A6B-9CAB-04383FF34158}" type="presParOf" srcId="{A2C7D740-4914-46DD-A510-5FE92FD7A555}" destId="{0C064A19-7E00-404F-BCE0-DA348A4815A5}" srcOrd="0" destOrd="0" presId="urn:microsoft.com/office/officeart/2008/layout/LinedList"/>
    <dgm:cxn modelId="{C490769A-702B-436D-BFA1-419A85F355B0}" type="presParOf" srcId="{A2C7D740-4914-46DD-A510-5FE92FD7A555}" destId="{36C7F2F3-6A7C-4F37-BFCF-3BC3BCE86B8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5E831EDE-E726-48E0-87E2-806C25931EBB}" type="doc">
      <dgm:prSet loTypeId="urn:microsoft.com/office/officeart/2008/layout/LinedList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2A927FB-E0DB-4B52-A7FA-6AA755D8EF74}">
      <dgm:prSet/>
      <dgm:spPr/>
      <dgm:t>
        <a:bodyPr/>
        <a:lstStyle/>
        <a:p>
          <a:r>
            <a:rPr lang="en-US" dirty="0" err="1"/>
            <a:t>VNet</a:t>
          </a:r>
          <a:r>
            <a:rPr lang="en-US" dirty="0"/>
            <a:t> &amp; Peering</a:t>
          </a:r>
        </a:p>
      </dgm:t>
    </dgm:pt>
    <dgm:pt modelId="{83EDDD94-49A9-4A00-B2D9-9160BEDF46CE}" type="parTrans" cxnId="{B684D606-F180-4CE7-9416-1CFD3A7A7F26}">
      <dgm:prSet/>
      <dgm:spPr/>
      <dgm:t>
        <a:bodyPr/>
        <a:lstStyle/>
        <a:p>
          <a:endParaRPr lang="en-US"/>
        </a:p>
      </dgm:t>
    </dgm:pt>
    <dgm:pt modelId="{05C2AEB0-11E5-44F4-AC99-97EF4AD4C1ED}" type="sibTrans" cxnId="{B684D606-F180-4CE7-9416-1CFD3A7A7F26}">
      <dgm:prSet/>
      <dgm:spPr/>
      <dgm:t>
        <a:bodyPr/>
        <a:lstStyle/>
        <a:p>
          <a:endParaRPr lang="en-US"/>
        </a:p>
      </dgm:t>
    </dgm:pt>
    <dgm:pt modelId="{AF8D0723-DEB9-482A-A91F-008C731A803E}">
      <dgm:prSet/>
      <dgm:spPr/>
      <dgm:t>
        <a:bodyPr/>
        <a:lstStyle/>
        <a:p>
          <a:r>
            <a:rPr lang="en-US"/>
            <a:t>ExpressRoute for hybrid connectivity</a:t>
          </a:r>
        </a:p>
      </dgm:t>
    </dgm:pt>
    <dgm:pt modelId="{E3EDDD12-2B9F-4AC6-81CB-ABF5034CBF42}" type="parTrans" cxnId="{DF974484-74D9-4786-B9F2-7ABF2E46AD1F}">
      <dgm:prSet/>
      <dgm:spPr/>
      <dgm:t>
        <a:bodyPr/>
        <a:lstStyle/>
        <a:p>
          <a:endParaRPr lang="en-US"/>
        </a:p>
      </dgm:t>
    </dgm:pt>
    <dgm:pt modelId="{6D175409-B169-4CA3-BF65-5AB00720899A}" type="sibTrans" cxnId="{DF974484-74D9-4786-B9F2-7ABF2E46AD1F}">
      <dgm:prSet/>
      <dgm:spPr/>
      <dgm:t>
        <a:bodyPr/>
        <a:lstStyle/>
        <a:p>
          <a:endParaRPr lang="en-US"/>
        </a:p>
      </dgm:t>
    </dgm:pt>
    <dgm:pt modelId="{BA27EC65-6031-496C-BE27-0EDE1B90D32B}">
      <dgm:prSet/>
      <dgm:spPr/>
      <dgm:t>
        <a:bodyPr/>
        <a:lstStyle/>
        <a:p>
          <a:r>
            <a:rPr lang="en-US"/>
            <a:t>Load Balancers: Azure LB, App Gateway, Front Door</a:t>
          </a:r>
        </a:p>
      </dgm:t>
    </dgm:pt>
    <dgm:pt modelId="{B5775D6B-7D94-495D-ADF0-B8B0AB757DA9}" type="parTrans" cxnId="{9A3AA8E1-B34E-4809-8979-5AAE4615D918}">
      <dgm:prSet/>
      <dgm:spPr/>
      <dgm:t>
        <a:bodyPr/>
        <a:lstStyle/>
        <a:p>
          <a:endParaRPr lang="en-US"/>
        </a:p>
      </dgm:t>
    </dgm:pt>
    <dgm:pt modelId="{6D473275-2A88-40A2-A362-86A1E484368E}" type="sibTrans" cxnId="{9A3AA8E1-B34E-4809-8979-5AAE4615D918}">
      <dgm:prSet/>
      <dgm:spPr/>
      <dgm:t>
        <a:bodyPr/>
        <a:lstStyle/>
        <a:p>
          <a:endParaRPr lang="en-US"/>
        </a:p>
      </dgm:t>
    </dgm:pt>
    <dgm:pt modelId="{EFEA9AE5-2441-4A0C-9C0A-1995ED5DEECE}">
      <dgm:prSet/>
      <dgm:spPr/>
      <dgm:t>
        <a:bodyPr/>
        <a:lstStyle/>
        <a:p>
          <a:r>
            <a:rPr lang="en-US"/>
            <a:t>Deep Microsoft integration</a:t>
          </a:r>
        </a:p>
      </dgm:t>
    </dgm:pt>
    <dgm:pt modelId="{7B8495F4-A217-4ABF-9886-150F62AB1E87}" type="parTrans" cxnId="{EF146DF7-A61A-4B84-9AC7-6F50C87C1553}">
      <dgm:prSet/>
      <dgm:spPr/>
      <dgm:t>
        <a:bodyPr/>
        <a:lstStyle/>
        <a:p>
          <a:endParaRPr lang="en-US"/>
        </a:p>
      </dgm:t>
    </dgm:pt>
    <dgm:pt modelId="{2592C617-2B9F-4AED-AB37-F55D729F390F}" type="sibTrans" cxnId="{EF146DF7-A61A-4B84-9AC7-6F50C87C1553}">
      <dgm:prSet/>
      <dgm:spPr/>
      <dgm:t>
        <a:bodyPr/>
        <a:lstStyle/>
        <a:p>
          <a:endParaRPr lang="en-US"/>
        </a:p>
      </dgm:t>
    </dgm:pt>
    <dgm:pt modelId="{03BCE0D9-D77C-4068-AB23-2C7E2059F551}" type="pres">
      <dgm:prSet presAssocID="{5E831EDE-E726-48E0-87E2-806C25931EBB}" presName="vert0" presStyleCnt="0">
        <dgm:presLayoutVars>
          <dgm:dir/>
          <dgm:animOne val="branch"/>
          <dgm:animLvl val="lvl"/>
        </dgm:presLayoutVars>
      </dgm:prSet>
      <dgm:spPr/>
    </dgm:pt>
    <dgm:pt modelId="{059FE438-98CE-4F1E-9845-333337989835}" type="pres">
      <dgm:prSet presAssocID="{C2A927FB-E0DB-4B52-A7FA-6AA755D8EF74}" presName="thickLine" presStyleLbl="alignNode1" presStyleIdx="0" presStyleCnt="4"/>
      <dgm:spPr/>
    </dgm:pt>
    <dgm:pt modelId="{20412911-6E22-42F3-A428-F57ED7F33ECB}" type="pres">
      <dgm:prSet presAssocID="{C2A927FB-E0DB-4B52-A7FA-6AA755D8EF74}" presName="horz1" presStyleCnt="0"/>
      <dgm:spPr/>
    </dgm:pt>
    <dgm:pt modelId="{8D2BF71A-479F-401B-B9BF-BD1EE5167957}" type="pres">
      <dgm:prSet presAssocID="{C2A927FB-E0DB-4B52-A7FA-6AA755D8EF74}" presName="tx1" presStyleLbl="revTx" presStyleIdx="0" presStyleCnt="4"/>
      <dgm:spPr/>
    </dgm:pt>
    <dgm:pt modelId="{8DA8C35D-6865-4787-8377-2F556ABF3DF1}" type="pres">
      <dgm:prSet presAssocID="{C2A927FB-E0DB-4B52-A7FA-6AA755D8EF74}" presName="vert1" presStyleCnt="0"/>
      <dgm:spPr/>
    </dgm:pt>
    <dgm:pt modelId="{D0B30692-B3FB-4F36-BB58-E1F63698331C}" type="pres">
      <dgm:prSet presAssocID="{AF8D0723-DEB9-482A-A91F-008C731A803E}" presName="thickLine" presStyleLbl="alignNode1" presStyleIdx="1" presStyleCnt="4"/>
      <dgm:spPr/>
    </dgm:pt>
    <dgm:pt modelId="{C4B31A0F-84F4-432F-AA46-C27D3B9F747A}" type="pres">
      <dgm:prSet presAssocID="{AF8D0723-DEB9-482A-A91F-008C731A803E}" presName="horz1" presStyleCnt="0"/>
      <dgm:spPr/>
    </dgm:pt>
    <dgm:pt modelId="{4E2DB3BF-810F-47BB-AFCC-3845604DD7DB}" type="pres">
      <dgm:prSet presAssocID="{AF8D0723-DEB9-482A-A91F-008C731A803E}" presName="tx1" presStyleLbl="revTx" presStyleIdx="1" presStyleCnt="4"/>
      <dgm:spPr/>
    </dgm:pt>
    <dgm:pt modelId="{7EC284BB-5070-4E4E-BA19-22F39AC70FBA}" type="pres">
      <dgm:prSet presAssocID="{AF8D0723-DEB9-482A-A91F-008C731A803E}" presName="vert1" presStyleCnt="0"/>
      <dgm:spPr/>
    </dgm:pt>
    <dgm:pt modelId="{8B1CEF0E-A598-4881-A451-BE4A5493CD15}" type="pres">
      <dgm:prSet presAssocID="{BA27EC65-6031-496C-BE27-0EDE1B90D32B}" presName="thickLine" presStyleLbl="alignNode1" presStyleIdx="2" presStyleCnt="4"/>
      <dgm:spPr/>
    </dgm:pt>
    <dgm:pt modelId="{29091B17-D799-4B20-8450-4A2AA979803B}" type="pres">
      <dgm:prSet presAssocID="{BA27EC65-6031-496C-BE27-0EDE1B90D32B}" presName="horz1" presStyleCnt="0"/>
      <dgm:spPr/>
    </dgm:pt>
    <dgm:pt modelId="{FCE00D38-8A0E-413B-A4FC-DE0B0500D722}" type="pres">
      <dgm:prSet presAssocID="{BA27EC65-6031-496C-BE27-0EDE1B90D32B}" presName="tx1" presStyleLbl="revTx" presStyleIdx="2" presStyleCnt="4"/>
      <dgm:spPr/>
    </dgm:pt>
    <dgm:pt modelId="{8114057D-AE86-435C-8C80-662ADCC1D71F}" type="pres">
      <dgm:prSet presAssocID="{BA27EC65-6031-496C-BE27-0EDE1B90D32B}" presName="vert1" presStyleCnt="0"/>
      <dgm:spPr/>
    </dgm:pt>
    <dgm:pt modelId="{67FC1CAC-2138-4477-9EEB-5654A5F6A3A4}" type="pres">
      <dgm:prSet presAssocID="{EFEA9AE5-2441-4A0C-9C0A-1995ED5DEECE}" presName="thickLine" presStyleLbl="alignNode1" presStyleIdx="3" presStyleCnt="4"/>
      <dgm:spPr/>
    </dgm:pt>
    <dgm:pt modelId="{20995942-D526-4B9A-865A-EBA2768EE9D8}" type="pres">
      <dgm:prSet presAssocID="{EFEA9AE5-2441-4A0C-9C0A-1995ED5DEECE}" presName="horz1" presStyleCnt="0"/>
      <dgm:spPr/>
    </dgm:pt>
    <dgm:pt modelId="{3530652A-641B-45C3-8285-E0828EC1A5FC}" type="pres">
      <dgm:prSet presAssocID="{EFEA9AE5-2441-4A0C-9C0A-1995ED5DEECE}" presName="tx1" presStyleLbl="revTx" presStyleIdx="3" presStyleCnt="4"/>
      <dgm:spPr/>
    </dgm:pt>
    <dgm:pt modelId="{A32FAD0F-4F64-446C-9D8D-6CA7BC42FD15}" type="pres">
      <dgm:prSet presAssocID="{EFEA9AE5-2441-4A0C-9C0A-1995ED5DEECE}" presName="vert1" presStyleCnt="0"/>
      <dgm:spPr/>
    </dgm:pt>
  </dgm:ptLst>
  <dgm:cxnLst>
    <dgm:cxn modelId="{B684D606-F180-4CE7-9416-1CFD3A7A7F26}" srcId="{5E831EDE-E726-48E0-87E2-806C25931EBB}" destId="{C2A927FB-E0DB-4B52-A7FA-6AA755D8EF74}" srcOrd="0" destOrd="0" parTransId="{83EDDD94-49A9-4A00-B2D9-9160BEDF46CE}" sibTransId="{05C2AEB0-11E5-44F4-AC99-97EF4AD4C1ED}"/>
    <dgm:cxn modelId="{3CE85B68-4AF9-49CC-B02D-789946194D5F}" type="presOf" srcId="{BA27EC65-6031-496C-BE27-0EDE1B90D32B}" destId="{FCE00D38-8A0E-413B-A4FC-DE0B0500D722}" srcOrd="0" destOrd="0" presId="urn:microsoft.com/office/officeart/2008/layout/LinedList"/>
    <dgm:cxn modelId="{6B0E1352-C677-4299-BE5F-A0D4068D733F}" type="presOf" srcId="{5E831EDE-E726-48E0-87E2-806C25931EBB}" destId="{03BCE0D9-D77C-4068-AB23-2C7E2059F551}" srcOrd="0" destOrd="0" presId="urn:microsoft.com/office/officeart/2008/layout/LinedList"/>
    <dgm:cxn modelId="{F11E587B-9181-45D9-A26B-47DA43DCC6F4}" type="presOf" srcId="{AF8D0723-DEB9-482A-A91F-008C731A803E}" destId="{4E2DB3BF-810F-47BB-AFCC-3845604DD7DB}" srcOrd="0" destOrd="0" presId="urn:microsoft.com/office/officeart/2008/layout/LinedList"/>
    <dgm:cxn modelId="{DF974484-74D9-4786-B9F2-7ABF2E46AD1F}" srcId="{5E831EDE-E726-48E0-87E2-806C25931EBB}" destId="{AF8D0723-DEB9-482A-A91F-008C731A803E}" srcOrd="1" destOrd="0" parTransId="{E3EDDD12-2B9F-4AC6-81CB-ABF5034CBF42}" sibTransId="{6D175409-B169-4CA3-BF65-5AB00720899A}"/>
    <dgm:cxn modelId="{85C788B7-2CE2-4724-A3D7-FA3F7C6A7D8F}" type="presOf" srcId="{EFEA9AE5-2441-4A0C-9C0A-1995ED5DEECE}" destId="{3530652A-641B-45C3-8285-E0828EC1A5FC}" srcOrd="0" destOrd="0" presId="urn:microsoft.com/office/officeart/2008/layout/LinedList"/>
    <dgm:cxn modelId="{842F02C1-4EAF-417E-A6A9-A36307E47718}" type="presOf" srcId="{C2A927FB-E0DB-4B52-A7FA-6AA755D8EF74}" destId="{8D2BF71A-479F-401B-B9BF-BD1EE5167957}" srcOrd="0" destOrd="0" presId="urn:microsoft.com/office/officeart/2008/layout/LinedList"/>
    <dgm:cxn modelId="{9A3AA8E1-B34E-4809-8979-5AAE4615D918}" srcId="{5E831EDE-E726-48E0-87E2-806C25931EBB}" destId="{BA27EC65-6031-496C-BE27-0EDE1B90D32B}" srcOrd="2" destOrd="0" parTransId="{B5775D6B-7D94-495D-ADF0-B8B0AB757DA9}" sibTransId="{6D473275-2A88-40A2-A362-86A1E484368E}"/>
    <dgm:cxn modelId="{EF146DF7-A61A-4B84-9AC7-6F50C87C1553}" srcId="{5E831EDE-E726-48E0-87E2-806C25931EBB}" destId="{EFEA9AE5-2441-4A0C-9C0A-1995ED5DEECE}" srcOrd="3" destOrd="0" parTransId="{7B8495F4-A217-4ABF-9886-150F62AB1E87}" sibTransId="{2592C617-2B9F-4AED-AB37-F55D729F390F}"/>
    <dgm:cxn modelId="{315F18C9-00BE-4434-B6F7-B94015B182CC}" type="presParOf" srcId="{03BCE0D9-D77C-4068-AB23-2C7E2059F551}" destId="{059FE438-98CE-4F1E-9845-333337989835}" srcOrd="0" destOrd="0" presId="urn:microsoft.com/office/officeart/2008/layout/LinedList"/>
    <dgm:cxn modelId="{298C4148-64F3-49D6-A979-C74A7487A7C7}" type="presParOf" srcId="{03BCE0D9-D77C-4068-AB23-2C7E2059F551}" destId="{20412911-6E22-42F3-A428-F57ED7F33ECB}" srcOrd="1" destOrd="0" presId="urn:microsoft.com/office/officeart/2008/layout/LinedList"/>
    <dgm:cxn modelId="{26F9CBA4-EB21-4590-89C6-072B42D27EB3}" type="presParOf" srcId="{20412911-6E22-42F3-A428-F57ED7F33ECB}" destId="{8D2BF71A-479F-401B-B9BF-BD1EE5167957}" srcOrd="0" destOrd="0" presId="urn:microsoft.com/office/officeart/2008/layout/LinedList"/>
    <dgm:cxn modelId="{6C380CFE-40C7-45F4-950F-DD7DCF63B713}" type="presParOf" srcId="{20412911-6E22-42F3-A428-F57ED7F33ECB}" destId="{8DA8C35D-6865-4787-8377-2F556ABF3DF1}" srcOrd="1" destOrd="0" presId="urn:microsoft.com/office/officeart/2008/layout/LinedList"/>
    <dgm:cxn modelId="{392CD9F3-85EB-4D8F-A88C-7511F472E73C}" type="presParOf" srcId="{03BCE0D9-D77C-4068-AB23-2C7E2059F551}" destId="{D0B30692-B3FB-4F36-BB58-E1F63698331C}" srcOrd="2" destOrd="0" presId="urn:microsoft.com/office/officeart/2008/layout/LinedList"/>
    <dgm:cxn modelId="{02D40133-F629-460E-BB76-DFB7E04D650C}" type="presParOf" srcId="{03BCE0D9-D77C-4068-AB23-2C7E2059F551}" destId="{C4B31A0F-84F4-432F-AA46-C27D3B9F747A}" srcOrd="3" destOrd="0" presId="urn:microsoft.com/office/officeart/2008/layout/LinedList"/>
    <dgm:cxn modelId="{53D8A78E-08D1-4791-8E53-707C8F553748}" type="presParOf" srcId="{C4B31A0F-84F4-432F-AA46-C27D3B9F747A}" destId="{4E2DB3BF-810F-47BB-AFCC-3845604DD7DB}" srcOrd="0" destOrd="0" presId="urn:microsoft.com/office/officeart/2008/layout/LinedList"/>
    <dgm:cxn modelId="{A6451527-6222-4E63-B9CB-E488ACE930AC}" type="presParOf" srcId="{C4B31A0F-84F4-432F-AA46-C27D3B9F747A}" destId="{7EC284BB-5070-4E4E-BA19-22F39AC70FBA}" srcOrd="1" destOrd="0" presId="urn:microsoft.com/office/officeart/2008/layout/LinedList"/>
    <dgm:cxn modelId="{796B5AD1-C92A-436D-87CC-123C111DA99C}" type="presParOf" srcId="{03BCE0D9-D77C-4068-AB23-2C7E2059F551}" destId="{8B1CEF0E-A598-4881-A451-BE4A5493CD15}" srcOrd="4" destOrd="0" presId="urn:microsoft.com/office/officeart/2008/layout/LinedList"/>
    <dgm:cxn modelId="{C474A1BE-0D1E-4681-ADFE-7A708CE7CBC3}" type="presParOf" srcId="{03BCE0D9-D77C-4068-AB23-2C7E2059F551}" destId="{29091B17-D799-4B20-8450-4A2AA979803B}" srcOrd="5" destOrd="0" presId="urn:microsoft.com/office/officeart/2008/layout/LinedList"/>
    <dgm:cxn modelId="{2796C7D9-D652-4CBB-A7FE-647114E5661D}" type="presParOf" srcId="{29091B17-D799-4B20-8450-4A2AA979803B}" destId="{FCE00D38-8A0E-413B-A4FC-DE0B0500D722}" srcOrd="0" destOrd="0" presId="urn:microsoft.com/office/officeart/2008/layout/LinedList"/>
    <dgm:cxn modelId="{128AA5ED-BB04-4E60-917C-CE60FFD044D6}" type="presParOf" srcId="{29091B17-D799-4B20-8450-4A2AA979803B}" destId="{8114057D-AE86-435C-8C80-662ADCC1D71F}" srcOrd="1" destOrd="0" presId="urn:microsoft.com/office/officeart/2008/layout/LinedList"/>
    <dgm:cxn modelId="{CDD28BEF-3880-4BE6-A1BC-2742B5F06BA1}" type="presParOf" srcId="{03BCE0D9-D77C-4068-AB23-2C7E2059F551}" destId="{67FC1CAC-2138-4477-9EEB-5654A5F6A3A4}" srcOrd="6" destOrd="0" presId="urn:microsoft.com/office/officeart/2008/layout/LinedList"/>
    <dgm:cxn modelId="{932B7D3E-BE6A-458B-AEED-D9547B11EAAC}" type="presParOf" srcId="{03BCE0D9-D77C-4068-AB23-2C7E2059F551}" destId="{20995942-D526-4B9A-865A-EBA2768EE9D8}" srcOrd="7" destOrd="0" presId="urn:microsoft.com/office/officeart/2008/layout/LinedList"/>
    <dgm:cxn modelId="{293EC1A9-BC83-4725-8DF7-101A4D77EF1B}" type="presParOf" srcId="{20995942-D526-4B9A-865A-EBA2768EE9D8}" destId="{3530652A-641B-45C3-8285-E0828EC1A5FC}" srcOrd="0" destOrd="0" presId="urn:microsoft.com/office/officeart/2008/layout/LinedList"/>
    <dgm:cxn modelId="{CB8A9937-F679-4C8B-9854-30D2AB8E3FE7}" type="presParOf" srcId="{20995942-D526-4B9A-865A-EBA2768EE9D8}" destId="{A32FAD0F-4F64-446C-9D8D-6CA7BC42FD1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CC3D6A9F-EB2A-413C-A979-05E577E26B62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CD82D85-B0A5-4156-9371-F8E132D3F4A3}">
      <dgm:prSet/>
      <dgm:spPr/>
      <dgm:t>
        <a:bodyPr/>
        <a:lstStyle/>
        <a:p>
          <a:r>
            <a:rPr lang="en-US"/>
            <a:t>Global VPC (unique to GCP)</a:t>
          </a:r>
        </a:p>
      </dgm:t>
    </dgm:pt>
    <dgm:pt modelId="{EFF21FF9-47B4-4E15-AD7D-3A71153486EE}" type="parTrans" cxnId="{A92858C5-BBC5-41B6-A8C1-7068C565D968}">
      <dgm:prSet/>
      <dgm:spPr/>
      <dgm:t>
        <a:bodyPr/>
        <a:lstStyle/>
        <a:p>
          <a:endParaRPr lang="en-US"/>
        </a:p>
      </dgm:t>
    </dgm:pt>
    <dgm:pt modelId="{7B02DE18-7EF2-4140-B88A-904E704748FC}" type="sibTrans" cxnId="{A92858C5-BBC5-41B6-A8C1-7068C565D968}">
      <dgm:prSet/>
      <dgm:spPr/>
      <dgm:t>
        <a:bodyPr/>
        <a:lstStyle/>
        <a:p>
          <a:endParaRPr lang="en-US"/>
        </a:p>
      </dgm:t>
    </dgm:pt>
    <dgm:pt modelId="{5AC82EA6-8401-4F4B-937A-7DBDE2A373A0}">
      <dgm:prSet/>
      <dgm:spPr/>
      <dgm:t>
        <a:bodyPr/>
        <a:lstStyle/>
        <a:p>
          <a:r>
            <a:rPr lang="en-US"/>
            <a:t>Cloud Interconnect &amp; VPN</a:t>
          </a:r>
        </a:p>
      </dgm:t>
    </dgm:pt>
    <dgm:pt modelId="{276918F2-B284-42DF-A0A1-919AE7004AA6}" type="parTrans" cxnId="{641B9888-72E9-4592-BCBA-944A6E94BD1E}">
      <dgm:prSet/>
      <dgm:spPr/>
      <dgm:t>
        <a:bodyPr/>
        <a:lstStyle/>
        <a:p>
          <a:endParaRPr lang="en-US"/>
        </a:p>
      </dgm:t>
    </dgm:pt>
    <dgm:pt modelId="{7CCBF48E-5724-43E0-8C37-8CFD1539A1EC}" type="sibTrans" cxnId="{641B9888-72E9-4592-BCBA-944A6E94BD1E}">
      <dgm:prSet/>
      <dgm:spPr/>
      <dgm:t>
        <a:bodyPr/>
        <a:lstStyle/>
        <a:p>
          <a:endParaRPr lang="en-US"/>
        </a:p>
      </dgm:t>
    </dgm:pt>
    <dgm:pt modelId="{19EBEECA-8577-4A52-952A-119E4A8A33A3}">
      <dgm:prSet/>
      <dgm:spPr/>
      <dgm:t>
        <a:bodyPr/>
        <a:lstStyle/>
        <a:p>
          <a:r>
            <a:rPr lang="en-US"/>
            <a:t>Load Balancers: Global HTTP(S), TCP/UDP, Internal LB</a:t>
          </a:r>
        </a:p>
      </dgm:t>
    </dgm:pt>
    <dgm:pt modelId="{49E48D05-B197-4B90-98CE-3258FF84AE46}" type="parTrans" cxnId="{8A1384F5-E3F2-4B07-BDEC-1C433A4BD90F}">
      <dgm:prSet/>
      <dgm:spPr/>
      <dgm:t>
        <a:bodyPr/>
        <a:lstStyle/>
        <a:p>
          <a:endParaRPr lang="en-US"/>
        </a:p>
      </dgm:t>
    </dgm:pt>
    <dgm:pt modelId="{A846126B-3970-4AD6-B0BB-0AE5FA2C0ABE}" type="sibTrans" cxnId="{8A1384F5-E3F2-4B07-BDEC-1C433A4BD90F}">
      <dgm:prSet/>
      <dgm:spPr/>
      <dgm:t>
        <a:bodyPr/>
        <a:lstStyle/>
        <a:p>
          <a:endParaRPr lang="en-US"/>
        </a:p>
      </dgm:t>
    </dgm:pt>
    <dgm:pt modelId="{A0AAAAF6-5456-40D0-86BE-4EA7A58B56C1}">
      <dgm:prSet/>
      <dgm:spPr/>
      <dgm:t>
        <a:bodyPr/>
        <a:lstStyle/>
        <a:p>
          <a:r>
            <a:rPr lang="en-US"/>
            <a:t>High-performance backbone</a:t>
          </a:r>
        </a:p>
      </dgm:t>
    </dgm:pt>
    <dgm:pt modelId="{4D01DD84-07DE-4335-B549-F47DADC9C7B5}" type="parTrans" cxnId="{CB3EDE5C-1733-44D5-82A4-E0305A443A73}">
      <dgm:prSet/>
      <dgm:spPr/>
      <dgm:t>
        <a:bodyPr/>
        <a:lstStyle/>
        <a:p>
          <a:endParaRPr lang="en-US"/>
        </a:p>
      </dgm:t>
    </dgm:pt>
    <dgm:pt modelId="{5A82333A-7C59-4EC2-8C5E-E62EB0CF5BAC}" type="sibTrans" cxnId="{CB3EDE5C-1733-44D5-82A4-E0305A443A73}">
      <dgm:prSet/>
      <dgm:spPr/>
      <dgm:t>
        <a:bodyPr/>
        <a:lstStyle/>
        <a:p>
          <a:endParaRPr lang="en-US"/>
        </a:p>
      </dgm:t>
    </dgm:pt>
    <dgm:pt modelId="{A6B30402-0D67-4DC2-BB4C-50BBBB3775A0}" type="pres">
      <dgm:prSet presAssocID="{CC3D6A9F-EB2A-413C-A979-05E577E26B62}" presName="vert0" presStyleCnt="0">
        <dgm:presLayoutVars>
          <dgm:dir/>
          <dgm:animOne val="branch"/>
          <dgm:animLvl val="lvl"/>
        </dgm:presLayoutVars>
      </dgm:prSet>
      <dgm:spPr/>
    </dgm:pt>
    <dgm:pt modelId="{B87B6D26-7677-4E6E-9682-BEF9F42E530E}" type="pres">
      <dgm:prSet presAssocID="{5CD82D85-B0A5-4156-9371-F8E132D3F4A3}" presName="thickLine" presStyleLbl="alignNode1" presStyleIdx="0" presStyleCnt="4"/>
      <dgm:spPr/>
    </dgm:pt>
    <dgm:pt modelId="{6771C930-4206-42EC-9095-830DA2FB6CD1}" type="pres">
      <dgm:prSet presAssocID="{5CD82D85-B0A5-4156-9371-F8E132D3F4A3}" presName="horz1" presStyleCnt="0"/>
      <dgm:spPr/>
    </dgm:pt>
    <dgm:pt modelId="{56F33C6F-9D02-4C62-9754-2DDE7E404FBA}" type="pres">
      <dgm:prSet presAssocID="{5CD82D85-B0A5-4156-9371-F8E132D3F4A3}" presName="tx1" presStyleLbl="revTx" presStyleIdx="0" presStyleCnt="4"/>
      <dgm:spPr/>
    </dgm:pt>
    <dgm:pt modelId="{5CFB6E50-25A3-4621-A5D9-39C4A195752F}" type="pres">
      <dgm:prSet presAssocID="{5CD82D85-B0A5-4156-9371-F8E132D3F4A3}" presName="vert1" presStyleCnt="0"/>
      <dgm:spPr/>
    </dgm:pt>
    <dgm:pt modelId="{A7E13A82-83CD-4FAD-901B-2A3368AEE719}" type="pres">
      <dgm:prSet presAssocID="{5AC82EA6-8401-4F4B-937A-7DBDE2A373A0}" presName="thickLine" presStyleLbl="alignNode1" presStyleIdx="1" presStyleCnt="4"/>
      <dgm:spPr/>
    </dgm:pt>
    <dgm:pt modelId="{125432CB-F641-4E6D-8CDD-91DD2FDCBF88}" type="pres">
      <dgm:prSet presAssocID="{5AC82EA6-8401-4F4B-937A-7DBDE2A373A0}" presName="horz1" presStyleCnt="0"/>
      <dgm:spPr/>
    </dgm:pt>
    <dgm:pt modelId="{7164E7DE-97E9-48C7-B3F5-088D1BB32E58}" type="pres">
      <dgm:prSet presAssocID="{5AC82EA6-8401-4F4B-937A-7DBDE2A373A0}" presName="tx1" presStyleLbl="revTx" presStyleIdx="1" presStyleCnt="4"/>
      <dgm:spPr/>
    </dgm:pt>
    <dgm:pt modelId="{B3D7A662-E97B-439D-8326-C0C0A0A7651C}" type="pres">
      <dgm:prSet presAssocID="{5AC82EA6-8401-4F4B-937A-7DBDE2A373A0}" presName="vert1" presStyleCnt="0"/>
      <dgm:spPr/>
    </dgm:pt>
    <dgm:pt modelId="{FAC58FE9-F9BD-4401-915E-F59088A3D49D}" type="pres">
      <dgm:prSet presAssocID="{19EBEECA-8577-4A52-952A-119E4A8A33A3}" presName="thickLine" presStyleLbl="alignNode1" presStyleIdx="2" presStyleCnt="4"/>
      <dgm:spPr/>
    </dgm:pt>
    <dgm:pt modelId="{02AFA642-AD66-4461-A1DC-CDC71CA27ADA}" type="pres">
      <dgm:prSet presAssocID="{19EBEECA-8577-4A52-952A-119E4A8A33A3}" presName="horz1" presStyleCnt="0"/>
      <dgm:spPr/>
    </dgm:pt>
    <dgm:pt modelId="{E2AFE337-FA12-4D1B-9DCC-CFA53B3B0A31}" type="pres">
      <dgm:prSet presAssocID="{19EBEECA-8577-4A52-952A-119E4A8A33A3}" presName="tx1" presStyleLbl="revTx" presStyleIdx="2" presStyleCnt="4"/>
      <dgm:spPr/>
    </dgm:pt>
    <dgm:pt modelId="{DE1808F9-0C66-413A-AAB6-278D5C9559C7}" type="pres">
      <dgm:prSet presAssocID="{19EBEECA-8577-4A52-952A-119E4A8A33A3}" presName="vert1" presStyleCnt="0"/>
      <dgm:spPr/>
    </dgm:pt>
    <dgm:pt modelId="{2BE7DC34-A130-4050-A55E-1281FE81ADDB}" type="pres">
      <dgm:prSet presAssocID="{A0AAAAF6-5456-40D0-86BE-4EA7A58B56C1}" presName="thickLine" presStyleLbl="alignNode1" presStyleIdx="3" presStyleCnt="4"/>
      <dgm:spPr/>
    </dgm:pt>
    <dgm:pt modelId="{8FE4A501-6DB1-48FE-90CC-02EF05EC38B4}" type="pres">
      <dgm:prSet presAssocID="{A0AAAAF6-5456-40D0-86BE-4EA7A58B56C1}" presName="horz1" presStyleCnt="0"/>
      <dgm:spPr/>
    </dgm:pt>
    <dgm:pt modelId="{5FE39E49-0DC3-4F8E-B113-3A7F3A1369F3}" type="pres">
      <dgm:prSet presAssocID="{A0AAAAF6-5456-40D0-86BE-4EA7A58B56C1}" presName="tx1" presStyleLbl="revTx" presStyleIdx="3" presStyleCnt="4"/>
      <dgm:spPr/>
    </dgm:pt>
    <dgm:pt modelId="{9033E157-C9E0-4476-A719-EE629CFFEA0C}" type="pres">
      <dgm:prSet presAssocID="{A0AAAAF6-5456-40D0-86BE-4EA7A58B56C1}" presName="vert1" presStyleCnt="0"/>
      <dgm:spPr/>
    </dgm:pt>
  </dgm:ptLst>
  <dgm:cxnLst>
    <dgm:cxn modelId="{CB3EDE5C-1733-44D5-82A4-E0305A443A73}" srcId="{CC3D6A9F-EB2A-413C-A979-05E577E26B62}" destId="{A0AAAAF6-5456-40D0-86BE-4EA7A58B56C1}" srcOrd="3" destOrd="0" parTransId="{4D01DD84-07DE-4335-B549-F47DADC9C7B5}" sibTransId="{5A82333A-7C59-4EC2-8C5E-E62EB0CF5BAC}"/>
    <dgm:cxn modelId="{127B1560-33E5-4306-A233-ED6188832902}" type="presOf" srcId="{CC3D6A9F-EB2A-413C-A979-05E577E26B62}" destId="{A6B30402-0D67-4DC2-BB4C-50BBBB3775A0}" srcOrd="0" destOrd="0" presId="urn:microsoft.com/office/officeart/2008/layout/LinedList"/>
    <dgm:cxn modelId="{D58BAE63-0F95-40D7-986E-8FD7DE532003}" type="presOf" srcId="{5CD82D85-B0A5-4156-9371-F8E132D3F4A3}" destId="{56F33C6F-9D02-4C62-9754-2DDE7E404FBA}" srcOrd="0" destOrd="0" presId="urn:microsoft.com/office/officeart/2008/layout/LinedList"/>
    <dgm:cxn modelId="{641B9888-72E9-4592-BCBA-944A6E94BD1E}" srcId="{CC3D6A9F-EB2A-413C-A979-05E577E26B62}" destId="{5AC82EA6-8401-4F4B-937A-7DBDE2A373A0}" srcOrd="1" destOrd="0" parTransId="{276918F2-B284-42DF-A0A1-919AE7004AA6}" sibTransId="{7CCBF48E-5724-43E0-8C37-8CFD1539A1EC}"/>
    <dgm:cxn modelId="{E7CF8CA1-765B-4699-9D46-C1559E8126F8}" type="presOf" srcId="{19EBEECA-8577-4A52-952A-119E4A8A33A3}" destId="{E2AFE337-FA12-4D1B-9DCC-CFA53B3B0A31}" srcOrd="0" destOrd="0" presId="urn:microsoft.com/office/officeart/2008/layout/LinedList"/>
    <dgm:cxn modelId="{A92858C5-BBC5-41B6-A8C1-7068C565D968}" srcId="{CC3D6A9F-EB2A-413C-A979-05E577E26B62}" destId="{5CD82D85-B0A5-4156-9371-F8E132D3F4A3}" srcOrd="0" destOrd="0" parTransId="{EFF21FF9-47B4-4E15-AD7D-3A71153486EE}" sibTransId="{7B02DE18-7EF2-4140-B88A-904E704748FC}"/>
    <dgm:cxn modelId="{9B2D15D2-17DE-410C-A131-CDA40B6FABD0}" type="presOf" srcId="{5AC82EA6-8401-4F4B-937A-7DBDE2A373A0}" destId="{7164E7DE-97E9-48C7-B3F5-088D1BB32E58}" srcOrd="0" destOrd="0" presId="urn:microsoft.com/office/officeart/2008/layout/LinedList"/>
    <dgm:cxn modelId="{8A1384F5-E3F2-4B07-BDEC-1C433A4BD90F}" srcId="{CC3D6A9F-EB2A-413C-A979-05E577E26B62}" destId="{19EBEECA-8577-4A52-952A-119E4A8A33A3}" srcOrd="2" destOrd="0" parTransId="{49E48D05-B197-4B90-98CE-3258FF84AE46}" sibTransId="{A846126B-3970-4AD6-B0BB-0AE5FA2C0ABE}"/>
    <dgm:cxn modelId="{F56F2FFC-3BFD-457F-A375-E2A7E2ABC928}" type="presOf" srcId="{A0AAAAF6-5456-40D0-86BE-4EA7A58B56C1}" destId="{5FE39E49-0DC3-4F8E-B113-3A7F3A1369F3}" srcOrd="0" destOrd="0" presId="urn:microsoft.com/office/officeart/2008/layout/LinedList"/>
    <dgm:cxn modelId="{7CFD73A8-AAB6-4F74-97F5-2AC7BCB2450D}" type="presParOf" srcId="{A6B30402-0D67-4DC2-BB4C-50BBBB3775A0}" destId="{B87B6D26-7677-4E6E-9682-BEF9F42E530E}" srcOrd="0" destOrd="0" presId="urn:microsoft.com/office/officeart/2008/layout/LinedList"/>
    <dgm:cxn modelId="{6404B5C6-F2F1-49FB-A439-ED8314F36582}" type="presParOf" srcId="{A6B30402-0D67-4DC2-BB4C-50BBBB3775A0}" destId="{6771C930-4206-42EC-9095-830DA2FB6CD1}" srcOrd="1" destOrd="0" presId="urn:microsoft.com/office/officeart/2008/layout/LinedList"/>
    <dgm:cxn modelId="{AB3AB23F-6063-43B8-8B3F-990DC0BA5BE7}" type="presParOf" srcId="{6771C930-4206-42EC-9095-830DA2FB6CD1}" destId="{56F33C6F-9D02-4C62-9754-2DDE7E404FBA}" srcOrd="0" destOrd="0" presId="urn:microsoft.com/office/officeart/2008/layout/LinedList"/>
    <dgm:cxn modelId="{FC4B417B-0FC2-4C2C-8260-1E6F58B45666}" type="presParOf" srcId="{6771C930-4206-42EC-9095-830DA2FB6CD1}" destId="{5CFB6E50-25A3-4621-A5D9-39C4A195752F}" srcOrd="1" destOrd="0" presId="urn:microsoft.com/office/officeart/2008/layout/LinedList"/>
    <dgm:cxn modelId="{26812D7E-E61B-45D1-93B4-E13A610E70E7}" type="presParOf" srcId="{A6B30402-0D67-4DC2-BB4C-50BBBB3775A0}" destId="{A7E13A82-83CD-4FAD-901B-2A3368AEE719}" srcOrd="2" destOrd="0" presId="urn:microsoft.com/office/officeart/2008/layout/LinedList"/>
    <dgm:cxn modelId="{CC778B04-27C6-4FD0-AC03-5D40C2509B73}" type="presParOf" srcId="{A6B30402-0D67-4DC2-BB4C-50BBBB3775A0}" destId="{125432CB-F641-4E6D-8CDD-91DD2FDCBF88}" srcOrd="3" destOrd="0" presId="urn:microsoft.com/office/officeart/2008/layout/LinedList"/>
    <dgm:cxn modelId="{440A3962-8C82-43B1-82B0-18BA4E2940A0}" type="presParOf" srcId="{125432CB-F641-4E6D-8CDD-91DD2FDCBF88}" destId="{7164E7DE-97E9-48C7-B3F5-088D1BB32E58}" srcOrd="0" destOrd="0" presId="urn:microsoft.com/office/officeart/2008/layout/LinedList"/>
    <dgm:cxn modelId="{34FD4FDB-2C65-43F3-A4FA-54745032B439}" type="presParOf" srcId="{125432CB-F641-4E6D-8CDD-91DD2FDCBF88}" destId="{B3D7A662-E97B-439D-8326-C0C0A0A7651C}" srcOrd="1" destOrd="0" presId="urn:microsoft.com/office/officeart/2008/layout/LinedList"/>
    <dgm:cxn modelId="{4F9C1839-BFC2-4FC8-8C64-3D0D33A22F4A}" type="presParOf" srcId="{A6B30402-0D67-4DC2-BB4C-50BBBB3775A0}" destId="{FAC58FE9-F9BD-4401-915E-F59088A3D49D}" srcOrd="4" destOrd="0" presId="urn:microsoft.com/office/officeart/2008/layout/LinedList"/>
    <dgm:cxn modelId="{D7637BE5-8206-40B4-818F-914161538A69}" type="presParOf" srcId="{A6B30402-0D67-4DC2-BB4C-50BBBB3775A0}" destId="{02AFA642-AD66-4461-A1DC-CDC71CA27ADA}" srcOrd="5" destOrd="0" presId="urn:microsoft.com/office/officeart/2008/layout/LinedList"/>
    <dgm:cxn modelId="{D3E521E6-9EAE-4D20-AE07-5D3A1BF55166}" type="presParOf" srcId="{02AFA642-AD66-4461-A1DC-CDC71CA27ADA}" destId="{E2AFE337-FA12-4D1B-9DCC-CFA53B3B0A31}" srcOrd="0" destOrd="0" presId="urn:microsoft.com/office/officeart/2008/layout/LinedList"/>
    <dgm:cxn modelId="{B50ABFB6-6908-4FE9-9A9B-62C94AA51A53}" type="presParOf" srcId="{02AFA642-AD66-4461-A1DC-CDC71CA27ADA}" destId="{DE1808F9-0C66-413A-AAB6-278D5C9559C7}" srcOrd="1" destOrd="0" presId="urn:microsoft.com/office/officeart/2008/layout/LinedList"/>
    <dgm:cxn modelId="{1CFFAD77-AF56-46E5-BD52-A67A479BA158}" type="presParOf" srcId="{A6B30402-0D67-4DC2-BB4C-50BBBB3775A0}" destId="{2BE7DC34-A130-4050-A55E-1281FE81ADDB}" srcOrd="6" destOrd="0" presId="urn:microsoft.com/office/officeart/2008/layout/LinedList"/>
    <dgm:cxn modelId="{B2B77390-31B8-4F08-966A-E64BD92558DB}" type="presParOf" srcId="{A6B30402-0D67-4DC2-BB4C-50BBBB3775A0}" destId="{8FE4A501-6DB1-48FE-90CC-02EF05EC38B4}" srcOrd="7" destOrd="0" presId="urn:microsoft.com/office/officeart/2008/layout/LinedList"/>
    <dgm:cxn modelId="{756EF7E3-0868-4051-B14D-FB5BF0EF1174}" type="presParOf" srcId="{8FE4A501-6DB1-48FE-90CC-02EF05EC38B4}" destId="{5FE39E49-0DC3-4F8E-B113-3A7F3A1369F3}" srcOrd="0" destOrd="0" presId="urn:microsoft.com/office/officeart/2008/layout/LinedList"/>
    <dgm:cxn modelId="{DA462E7E-2B79-4625-ABF1-CAE47F8B5404}" type="presParOf" srcId="{8FE4A501-6DB1-48FE-90CC-02EF05EC38B4}" destId="{9033E157-C9E0-4476-A719-EE629CFFEA0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A4F93D51-9649-483C-B967-B3527C93708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80AB4B4-2B4B-4931-B4CE-EBD1B77AAF2F}">
      <dgm:prSet/>
      <dgm:spPr/>
      <dgm:t>
        <a:bodyPr/>
        <a:lstStyle/>
        <a:p>
          <a:r>
            <a:rPr lang="en-US" b="0" i="0"/>
            <a:t>Managed by AWS, not just the infrastructure.</a:t>
          </a:r>
          <a:endParaRPr lang="en-US"/>
        </a:p>
      </dgm:t>
    </dgm:pt>
    <dgm:pt modelId="{EDCC1899-3AAC-4D80-ACE4-3A672EF0B979}" type="parTrans" cxnId="{A9765FAD-D9C8-44B2-97F6-B78CC701F9D3}">
      <dgm:prSet/>
      <dgm:spPr/>
      <dgm:t>
        <a:bodyPr/>
        <a:lstStyle/>
        <a:p>
          <a:endParaRPr lang="en-US"/>
        </a:p>
      </dgm:t>
    </dgm:pt>
    <dgm:pt modelId="{BEC864BF-AB26-4664-9125-8AA0272E1FDA}" type="sibTrans" cxnId="{A9765FAD-D9C8-44B2-97F6-B78CC701F9D3}">
      <dgm:prSet/>
      <dgm:spPr/>
      <dgm:t>
        <a:bodyPr/>
        <a:lstStyle/>
        <a:p>
          <a:endParaRPr lang="en-US"/>
        </a:p>
      </dgm:t>
    </dgm:pt>
    <dgm:pt modelId="{493D7520-C76D-4B19-BE62-FE59DB3699DD}">
      <dgm:prSet/>
      <dgm:spPr/>
      <dgm:t>
        <a:bodyPr/>
        <a:lstStyle/>
        <a:p>
          <a:r>
            <a:rPr lang="en-US" b="0" i="0"/>
            <a:t>This is PaaS and SaaS options that are most likely connected to database workloads.</a:t>
          </a:r>
          <a:endParaRPr lang="en-US"/>
        </a:p>
      </dgm:t>
    </dgm:pt>
    <dgm:pt modelId="{36FE8D68-DE19-40E7-8E67-D5E9A7D569BD}" type="parTrans" cxnId="{032F688E-59DD-4CA8-8099-6E61BE48C4AD}">
      <dgm:prSet/>
      <dgm:spPr/>
      <dgm:t>
        <a:bodyPr/>
        <a:lstStyle/>
        <a:p>
          <a:endParaRPr lang="en-US"/>
        </a:p>
      </dgm:t>
    </dgm:pt>
    <dgm:pt modelId="{616DEA7B-871B-4A21-BD07-8A3B49449C72}" type="sibTrans" cxnId="{032F688E-59DD-4CA8-8099-6E61BE48C4AD}">
      <dgm:prSet/>
      <dgm:spPr/>
      <dgm:t>
        <a:bodyPr/>
        <a:lstStyle/>
        <a:p>
          <a:endParaRPr lang="en-US"/>
        </a:p>
      </dgm:t>
    </dgm:pt>
    <dgm:pt modelId="{ACC4128E-8277-47AA-AB44-59B48E828746}" type="pres">
      <dgm:prSet presAssocID="{A4F93D51-9649-483C-B967-B3527C937086}" presName="linear" presStyleCnt="0">
        <dgm:presLayoutVars>
          <dgm:animLvl val="lvl"/>
          <dgm:resizeHandles val="exact"/>
        </dgm:presLayoutVars>
      </dgm:prSet>
      <dgm:spPr/>
    </dgm:pt>
    <dgm:pt modelId="{67665B8B-A1EA-4A88-BD71-EC7998089A43}" type="pres">
      <dgm:prSet presAssocID="{380AB4B4-2B4B-4931-B4CE-EBD1B77AAF2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701C1B9-CB8F-4BEA-B3F3-4DD70D618B65}" type="pres">
      <dgm:prSet presAssocID="{BEC864BF-AB26-4664-9125-8AA0272E1FDA}" presName="spacer" presStyleCnt="0"/>
      <dgm:spPr/>
    </dgm:pt>
    <dgm:pt modelId="{02DBC482-FB90-40AC-A586-087168CB52B4}" type="pres">
      <dgm:prSet presAssocID="{493D7520-C76D-4B19-BE62-FE59DB3699D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9EBD28C-6CBC-45F4-9EAA-5FA53B84A5B4}" type="presOf" srcId="{A4F93D51-9649-483C-B967-B3527C937086}" destId="{ACC4128E-8277-47AA-AB44-59B48E828746}" srcOrd="0" destOrd="0" presId="urn:microsoft.com/office/officeart/2005/8/layout/vList2"/>
    <dgm:cxn modelId="{032F688E-59DD-4CA8-8099-6E61BE48C4AD}" srcId="{A4F93D51-9649-483C-B967-B3527C937086}" destId="{493D7520-C76D-4B19-BE62-FE59DB3699DD}" srcOrd="1" destOrd="0" parTransId="{36FE8D68-DE19-40E7-8E67-D5E9A7D569BD}" sibTransId="{616DEA7B-871B-4A21-BD07-8A3B49449C72}"/>
    <dgm:cxn modelId="{1801CF95-E73C-4AD4-B81E-BA08C181EF34}" type="presOf" srcId="{380AB4B4-2B4B-4931-B4CE-EBD1B77AAF2F}" destId="{67665B8B-A1EA-4A88-BD71-EC7998089A43}" srcOrd="0" destOrd="0" presId="urn:microsoft.com/office/officeart/2005/8/layout/vList2"/>
    <dgm:cxn modelId="{2F39E19C-926B-4A99-A1FA-8AF4703809E5}" type="presOf" srcId="{493D7520-C76D-4B19-BE62-FE59DB3699DD}" destId="{02DBC482-FB90-40AC-A586-087168CB52B4}" srcOrd="0" destOrd="0" presId="urn:microsoft.com/office/officeart/2005/8/layout/vList2"/>
    <dgm:cxn modelId="{A9765FAD-D9C8-44B2-97F6-B78CC701F9D3}" srcId="{A4F93D51-9649-483C-B967-B3527C937086}" destId="{380AB4B4-2B4B-4931-B4CE-EBD1B77AAF2F}" srcOrd="0" destOrd="0" parTransId="{EDCC1899-3AAC-4D80-ACE4-3A672EF0B979}" sibTransId="{BEC864BF-AB26-4664-9125-8AA0272E1FDA}"/>
    <dgm:cxn modelId="{80BC9C27-1808-41AD-9E7B-F770A4CFF71B}" type="presParOf" srcId="{ACC4128E-8277-47AA-AB44-59B48E828746}" destId="{67665B8B-A1EA-4A88-BD71-EC7998089A43}" srcOrd="0" destOrd="0" presId="urn:microsoft.com/office/officeart/2005/8/layout/vList2"/>
    <dgm:cxn modelId="{58A3D858-64CE-40B4-8FE0-398E40D19F3D}" type="presParOf" srcId="{ACC4128E-8277-47AA-AB44-59B48E828746}" destId="{9701C1B9-CB8F-4BEA-B3F3-4DD70D618B65}" srcOrd="1" destOrd="0" presId="urn:microsoft.com/office/officeart/2005/8/layout/vList2"/>
    <dgm:cxn modelId="{F9E20656-4C5E-4372-8AE6-4C466F57F89A}" type="presParOf" srcId="{ACC4128E-8277-47AA-AB44-59B48E828746}" destId="{02DBC482-FB90-40AC-A586-087168CB52B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ED0E80BA-ED21-4706-8117-3B9BE7B0449B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8763F0D-E9E8-4348-84FA-CFE87E185778}">
      <dgm:prSet/>
      <dgm:spPr/>
      <dgm:t>
        <a:bodyPr/>
        <a:lstStyle/>
        <a:p>
          <a:r>
            <a:rPr lang="en-US"/>
            <a:t>Azure Data Factory</a:t>
          </a:r>
        </a:p>
      </dgm:t>
    </dgm:pt>
    <dgm:pt modelId="{6706FF17-3EBE-449D-8812-C35EEFFA6C1E}" type="parTrans" cxnId="{C8804EC5-1309-4037-B5E4-C37073281948}">
      <dgm:prSet/>
      <dgm:spPr/>
      <dgm:t>
        <a:bodyPr/>
        <a:lstStyle/>
        <a:p>
          <a:endParaRPr lang="en-US"/>
        </a:p>
      </dgm:t>
    </dgm:pt>
    <dgm:pt modelId="{C9BC1380-B2CD-4BB1-AC27-D336F170E3AD}" type="sibTrans" cxnId="{C8804EC5-1309-4037-B5E4-C37073281948}">
      <dgm:prSet/>
      <dgm:spPr/>
      <dgm:t>
        <a:bodyPr/>
        <a:lstStyle/>
        <a:p>
          <a:endParaRPr lang="en-US"/>
        </a:p>
      </dgm:t>
    </dgm:pt>
    <dgm:pt modelId="{5B7BD934-0D68-4F05-89EB-37A4842D494F}">
      <dgm:prSet/>
      <dgm:spPr/>
      <dgm:t>
        <a:bodyPr/>
        <a:lstStyle/>
        <a:p>
          <a:r>
            <a:rPr lang="en-US"/>
            <a:t>ETL/ELT pipelines with connectors for most database platforms.</a:t>
          </a:r>
        </a:p>
      </dgm:t>
    </dgm:pt>
    <dgm:pt modelId="{8DDD249A-92B2-45EA-A0E9-1D879503CAFB}" type="parTrans" cxnId="{5B5CBA9F-6ABB-4680-9EA8-BD14C79576B0}">
      <dgm:prSet/>
      <dgm:spPr/>
      <dgm:t>
        <a:bodyPr/>
        <a:lstStyle/>
        <a:p>
          <a:endParaRPr lang="en-US"/>
        </a:p>
      </dgm:t>
    </dgm:pt>
    <dgm:pt modelId="{E4D525CD-BDAD-48E5-AC90-C0B8C3D653E8}" type="sibTrans" cxnId="{5B5CBA9F-6ABB-4680-9EA8-BD14C79576B0}">
      <dgm:prSet/>
      <dgm:spPr/>
      <dgm:t>
        <a:bodyPr/>
        <a:lstStyle/>
        <a:p>
          <a:endParaRPr lang="en-US"/>
        </a:p>
      </dgm:t>
    </dgm:pt>
    <dgm:pt modelId="{788BD814-9B44-4D82-A0ED-B398BB75090F}">
      <dgm:prSet/>
      <dgm:spPr/>
      <dgm:t>
        <a:bodyPr/>
        <a:lstStyle/>
        <a:p>
          <a:r>
            <a:rPr lang="en-US"/>
            <a:t>Database Migration Service (DMS)</a:t>
          </a:r>
        </a:p>
      </dgm:t>
    </dgm:pt>
    <dgm:pt modelId="{A85494F9-9C99-4B52-98C5-AB6B45425C39}" type="parTrans" cxnId="{E320B3B6-286B-4564-9FA6-C13D4037325E}">
      <dgm:prSet/>
      <dgm:spPr/>
      <dgm:t>
        <a:bodyPr/>
        <a:lstStyle/>
        <a:p>
          <a:endParaRPr lang="en-US"/>
        </a:p>
      </dgm:t>
    </dgm:pt>
    <dgm:pt modelId="{3BFC9FCA-46EE-4F93-B7B0-0B26A4D8B844}" type="sibTrans" cxnId="{E320B3B6-286B-4564-9FA6-C13D4037325E}">
      <dgm:prSet/>
      <dgm:spPr/>
      <dgm:t>
        <a:bodyPr/>
        <a:lstStyle/>
        <a:p>
          <a:endParaRPr lang="en-US"/>
        </a:p>
      </dgm:t>
    </dgm:pt>
    <dgm:pt modelId="{E71D1E92-CB85-4DD1-B506-9CEDEA78E231}">
      <dgm:prSet/>
      <dgm:spPr/>
      <dgm:t>
        <a:bodyPr/>
        <a:lstStyle/>
        <a:p>
          <a:r>
            <a:rPr lang="en-US"/>
            <a:t>Purpose-built for migrating numerous db platforms to Azure, either VMs or PaaS.</a:t>
          </a:r>
        </a:p>
      </dgm:t>
    </dgm:pt>
    <dgm:pt modelId="{63F2BD34-E6C0-41B6-B179-C2271FE9204D}" type="parTrans" cxnId="{12325BE7-4D28-46DC-97E0-4677DC01EBB9}">
      <dgm:prSet/>
      <dgm:spPr/>
      <dgm:t>
        <a:bodyPr/>
        <a:lstStyle/>
        <a:p>
          <a:endParaRPr lang="en-US"/>
        </a:p>
      </dgm:t>
    </dgm:pt>
    <dgm:pt modelId="{20A01077-B3EB-4923-9BCE-96B64698C5F2}" type="sibTrans" cxnId="{12325BE7-4D28-46DC-97E0-4677DC01EBB9}">
      <dgm:prSet/>
      <dgm:spPr/>
      <dgm:t>
        <a:bodyPr/>
        <a:lstStyle/>
        <a:p>
          <a:endParaRPr lang="en-US"/>
        </a:p>
      </dgm:t>
    </dgm:pt>
    <dgm:pt modelId="{A1FA0F37-4610-4234-970E-54F0D8E5BE1D}">
      <dgm:prSet/>
      <dgm:spPr/>
      <dgm:t>
        <a:bodyPr/>
        <a:lstStyle/>
        <a:p>
          <a:r>
            <a:rPr lang="en-US"/>
            <a:t>Azure Data Share</a:t>
          </a:r>
        </a:p>
      </dgm:t>
    </dgm:pt>
    <dgm:pt modelId="{E6515436-34B7-4AD5-8D43-46F4D6BDF303}" type="parTrans" cxnId="{7A80C19C-6069-4745-908F-B778F77434F6}">
      <dgm:prSet/>
      <dgm:spPr/>
      <dgm:t>
        <a:bodyPr/>
        <a:lstStyle/>
        <a:p>
          <a:endParaRPr lang="en-US"/>
        </a:p>
      </dgm:t>
    </dgm:pt>
    <dgm:pt modelId="{6920D586-487D-4910-A676-E3346A9BFDF1}" type="sibTrans" cxnId="{7A80C19C-6069-4745-908F-B778F77434F6}">
      <dgm:prSet/>
      <dgm:spPr/>
      <dgm:t>
        <a:bodyPr/>
        <a:lstStyle/>
        <a:p>
          <a:endParaRPr lang="en-US"/>
        </a:p>
      </dgm:t>
    </dgm:pt>
    <dgm:pt modelId="{49DE2034-5167-4A18-8CED-8475BB2974F3}">
      <dgm:prSet/>
      <dgm:spPr/>
      <dgm:t>
        <a:bodyPr/>
        <a:lstStyle/>
        <a:p>
          <a:r>
            <a:rPr lang="en-US"/>
            <a:t>For Distributing DB extracts to other Azure tenants.</a:t>
          </a:r>
        </a:p>
      </dgm:t>
    </dgm:pt>
    <dgm:pt modelId="{251101E0-6DDC-4023-A9F0-E168FBCB41EE}" type="parTrans" cxnId="{BF2326A0-3E29-465F-9EE6-FD3E7C1D46BF}">
      <dgm:prSet/>
      <dgm:spPr/>
      <dgm:t>
        <a:bodyPr/>
        <a:lstStyle/>
        <a:p>
          <a:endParaRPr lang="en-US"/>
        </a:p>
      </dgm:t>
    </dgm:pt>
    <dgm:pt modelId="{58F20ADF-17EF-46E3-AEAB-42A9A3249CF9}" type="sibTrans" cxnId="{BF2326A0-3E29-465F-9EE6-FD3E7C1D46BF}">
      <dgm:prSet/>
      <dgm:spPr/>
      <dgm:t>
        <a:bodyPr/>
        <a:lstStyle/>
        <a:p>
          <a:endParaRPr lang="en-US"/>
        </a:p>
      </dgm:t>
    </dgm:pt>
    <dgm:pt modelId="{D30EE263-1E06-4095-AB8D-9108FD7833B1}" type="pres">
      <dgm:prSet presAssocID="{ED0E80BA-ED21-4706-8117-3B9BE7B0449B}" presName="Name0" presStyleCnt="0">
        <dgm:presLayoutVars>
          <dgm:dir/>
          <dgm:animLvl val="lvl"/>
          <dgm:resizeHandles val="exact"/>
        </dgm:presLayoutVars>
      </dgm:prSet>
      <dgm:spPr/>
    </dgm:pt>
    <dgm:pt modelId="{52E0B5EF-A15A-46F0-A87A-701F6A5EE87E}" type="pres">
      <dgm:prSet presAssocID="{E8763F0D-E9E8-4348-84FA-CFE87E185778}" presName="composite" presStyleCnt="0"/>
      <dgm:spPr/>
    </dgm:pt>
    <dgm:pt modelId="{70A39137-AC20-4A1E-B741-8B17970AE200}" type="pres">
      <dgm:prSet presAssocID="{E8763F0D-E9E8-4348-84FA-CFE87E185778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5EE8C0A1-970B-40D1-9500-E2A87E80CBD6}" type="pres">
      <dgm:prSet presAssocID="{E8763F0D-E9E8-4348-84FA-CFE87E185778}" presName="desTx" presStyleLbl="alignAccFollowNode1" presStyleIdx="0" presStyleCnt="3">
        <dgm:presLayoutVars>
          <dgm:bulletEnabled val="1"/>
        </dgm:presLayoutVars>
      </dgm:prSet>
      <dgm:spPr/>
    </dgm:pt>
    <dgm:pt modelId="{908C1E1B-9745-4644-8B9D-D8A128955E1F}" type="pres">
      <dgm:prSet presAssocID="{C9BC1380-B2CD-4BB1-AC27-D336F170E3AD}" presName="space" presStyleCnt="0"/>
      <dgm:spPr/>
    </dgm:pt>
    <dgm:pt modelId="{4AB12A0F-6883-400D-80DA-F0BB4B52061C}" type="pres">
      <dgm:prSet presAssocID="{788BD814-9B44-4D82-A0ED-B398BB75090F}" presName="composite" presStyleCnt="0"/>
      <dgm:spPr/>
    </dgm:pt>
    <dgm:pt modelId="{F22AAE56-7B7C-4078-BFEE-3CD45289C298}" type="pres">
      <dgm:prSet presAssocID="{788BD814-9B44-4D82-A0ED-B398BB75090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03A02314-F790-441F-B1E9-C7710CE8539B}" type="pres">
      <dgm:prSet presAssocID="{788BD814-9B44-4D82-A0ED-B398BB75090F}" presName="desTx" presStyleLbl="alignAccFollowNode1" presStyleIdx="1" presStyleCnt="3">
        <dgm:presLayoutVars>
          <dgm:bulletEnabled val="1"/>
        </dgm:presLayoutVars>
      </dgm:prSet>
      <dgm:spPr/>
    </dgm:pt>
    <dgm:pt modelId="{0EEA1332-3369-4338-ABA8-64003179E1E9}" type="pres">
      <dgm:prSet presAssocID="{3BFC9FCA-46EE-4F93-B7B0-0B26A4D8B844}" presName="space" presStyleCnt="0"/>
      <dgm:spPr/>
    </dgm:pt>
    <dgm:pt modelId="{6408E638-410E-4B66-AF03-E53B82428B74}" type="pres">
      <dgm:prSet presAssocID="{A1FA0F37-4610-4234-970E-54F0D8E5BE1D}" presName="composite" presStyleCnt="0"/>
      <dgm:spPr/>
    </dgm:pt>
    <dgm:pt modelId="{290648C8-DAFB-4384-898B-D578B259A5EA}" type="pres">
      <dgm:prSet presAssocID="{A1FA0F37-4610-4234-970E-54F0D8E5BE1D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94C3DCF-0432-4151-BA0D-405795743C36}" type="pres">
      <dgm:prSet presAssocID="{A1FA0F37-4610-4234-970E-54F0D8E5BE1D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C0EB030D-A727-409A-9554-61251061A893}" type="presOf" srcId="{E8763F0D-E9E8-4348-84FA-CFE87E185778}" destId="{70A39137-AC20-4A1E-B741-8B17970AE200}" srcOrd="0" destOrd="0" presId="urn:microsoft.com/office/officeart/2005/8/layout/hList1"/>
    <dgm:cxn modelId="{3DE9FE0E-06C1-43E2-A26A-13E77D37F008}" type="presOf" srcId="{ED0E80BA-ED21-4706-8117-3B9BE7B0449B}" destId="{D30EE263-1E06-4095-AB8D-9108FD7833B1}" srcOrd="0" destOrd="0" presId="urn:microsoft.com/office/officeart/2005/8/layout/hList1"/>
    <dgm:cxn modelId="{651CBC4C-5BD4-4409-B345-1F64AB377A1D}" type="presOf" srcId="{E71D1E92-CB85-4DD1-B506-9CEDEA78E231}" destId="{03A02314-F790-441F-B1E9-C7710CE8539B}" srcOrd="0" destOrd="0" presId="urn:microsoft.com/office/officeart/2005/8/layout/hList1"/>
    <dgm:cxn modelId="{0081E67E-D44A-427B-901D-1EC5E3864C13}" type="presOf" srcId="{788BD814-9B44-4D82-A0ED-B398BB75090F}" destId="{F22AAE56-7B7C-4078-BFEE-3CD45289C298}" srcOrd="0" destOrd="0" presId="urn:microsoft.com/office/officeart/2005/8/layout/hList1"/>
    <dgm:cxn modelId="{7A80C19C-6069-4745-908F-B778F77434F6}" srcId="{ED0E80BA-ED21-4706-8117-3B9BE7B0449B}" destId="{A1FA0F37-4610-4234-970E-54F0D8E5BE1D}" srcOrd="2" destOrd="0" parTransId="{E6515436-34B7-4AD5-8D43-46F4D6BDF303}" sibTransId="{6920D586-487D-4910-A676-E3346A9BFDF1}"/>
    <dgm:cxn modelId="{5B5CBA9F-6ABB-4680-9EA8-BD14C79576B0}" srcId="{E8763F0D-E9E8-4348-84FA-CFE87E185778}" destId="{5B7BD934-0D68-4F05-89EB-37A4842D494F}" srcOrd="0" destOrd="0" parTransId="{8DDD249A-92B2-45EA-A0E9-1D879503CAFB}" sibTransId="{E4D525CD-BDAD-48E5-AC90-C0B8C3D653E8}"/>
    <dgm:cxn modelId="{BF2326A0-3E29-465F-9EE6-FD3E7C1D46BF}" srcId="{A1FA0F37-4610-4234-970E-54F0D8E5BE1D}" destId="{49DE2034-5167-4A18-8CED-8475BB2974F3}" srcOrd="0" destOrd="0" parTransId="{251101E0-6DDC-4023-A9F0-E168FBCB41EE}" sibTransId="{58F20ADF-17EF-46E3-AEAB-42A9A3249CF9}"/>
    <dgm:cxn modelId="{E320B3B6-286B-4564-9FA6-C13D4037325E}" srcId="{ED0E80BA-ED21-4706-8117-3B9BE7B0449B}" destId="{788BD814-9B44-4D82-A0ED-B398BB75090F}" srcOrd="1" destOrd="0" parTransId="{A85494F9-9C99-4B52-98C5-AB6B45425C39}" sibTransId="{3BFC9FCA-46EE-4F93-B7B0-0B26A4D8B844}"/>
    <dgm:cxn modelId="{C8804EC5-1309-4037-B5E4-C37073281948}" srcId="{ED0E80BA-ED21-4706-8117-3B9BE7B0449B}" destId="{E8763F0D-E9E8-4348-84FA-CFE87E185778}" srcOrd="0" destOrd="0" parTransId="{6706FF17-3EBE-449D-8812-C35EEFFA6C1E}" sibTransId="{C9BC1380-B2CD-4BB1-AC27-D336F170E3AD}"/>
    <dgm:cxn modelId="{F5F4B5CA-394E-4E99-A0E6-52353299F91B}" type="presOf" srcId="{5B7BD934-0D68-4F05-89EB-37A4842D494F}" destId="{5EE8C0A1-970B-40D1-9500-E2A87E80CBD6}" srcOrd="0" destOrd="0" presId="urn:microsoft.com/office/officeart/2005/8/layout/hList1"/>
    <dgm:cxn modelId="{B83CF8DE-7767-4848-9605-F1D7BE4D7CA6}" type="presOf" srcId="{49DE2034-5167-4A18-8CED-8475BB2974F3}" destId="{694C3DCF-0432-4151-BA0D-405795743C36}" srcOrd="0" destOrd="0" presId="urn:microsoft.com/office/officeart/2005/8/layout/hList1"/>
    <dgm:cxn modelId="{12325BE7-4D28-46DC-97E0-4677DC01EBB9}" srcId="{788BD814-9B44-4D82-A0ED-B398BB75090F}" destId="{E71D1E92-CB85-4DD1-B506-9CEDEA78E231}" srcOrd="0" destOrd="0" parTransId="{63F2BD34-E6C0-41B6-B179-C2271FE9204D}" sibTransId="{20A01077-B3EB-4923-9BCE-96B64698C5F2}"/>
    <dgm:cxn modelId="{E071C6FE-0BD6-4641-856E-678EF954012F}" type="presOf" srcId="{A1FA0F37-4610-4234-970E-54F0D8E5BE1D}" destId="{290648C8-DAFB-4384-898B-D578B259A5EA}" srcOrd="0" destOrd="0" presId="urn:microsoft.com/office/officeart/2005/8/layout/hList1"/>
    <dgm:cxn modelId="{C101536B-0E4E-410D-A752-6FB69DAFFF63}" type="presParOf" srcId="{D30EE263-1E06-4095-AB8D-9108FD7833B1}" destId="{52E0B5EF-A15A-46F0-A87A-701F6A5EE87E}" srcOrd="0" destOrd="0" presId="urn:microsoft.com/office/officeart/2005/8/layout/hList1"/>
    <dgm:cxn modelId="{82FD5531-197C-4D1C-8142-52157A43C416}" type="presParOf" srcId="{52E0B5EF-A15A-46F0-A87A-701F6A5EE87E}" destId="{70A39137-AC20-4A1E-B741-8B17970AE200}" srcOrd="0" destOrd="0" presId="urn:microsoft.com/office/officeart/2005/8/layout/hList1"/>
    <dgm:cxn modelId="{CFE01D5B-B311-49B2-B2BA-6F3195E0C271}" type="presParOf" srcId="{52E0B5EF-A15A-46F0-A87A-701F6A5EE87E}" destId="{5EE8C0A1-970B-40D1-9500-E2A87E80CBD6}" srcOrd="1" destOrd="0" presId="urn:microsoft.com/office/officeart/2005/8/layout/hList1"/>
    <dgm:cxn modelId="{EC2F14E9-4067-4D3C-B270-DCF8613AC729}" type="presParOf" srcId="{D30EE263-1E06-4095-AB8D-9108FD7833B1}" destId="{908C1E1B-9745-4644-8B9D-D8A128955E1F}" srcOrd="1" destOrd="0" presId="urn:microsoft.com/office/officeart/2005/8/layout/hList1"/>
    <dgm:cxn modelId="{4A7E8570-ED83-4C79-96E3-8BC7308072FB}" type="presParOf" srcId="{D30EE263-1E06-4095-AB8D-9108FD7833B1}" destId="{4AB12A0F-6883-400D-80DA-F0BB4B52061C}" srcOrd="2" destOrd="0" presId="urn:microsoft.com/office/officeart/2005/8/layout/hList1"/>
    <dgm:cxn modelId="{864657C6-2D8B-4C03-B351-0FDA8108031F}" type="presParOf" srcId="{4AB12A0F-6883-400D-80DA-F0BB4B52061C}" destId="{F22AAE56-7B7C-4078-BFEE-3CD45289C298}" srcOrd="0" destOrd="0" presId="urn:microsoft.com/office/officeart/2005/8/layout/hList1"/>
    <dgm:cxn modelId="{9868D771-B703-49A8-8BA4-69067CC18D25}" type="presParOf" srcId="{4AB12A0F-6883-400D-80DA-F0BB4B52061C}" destId="{03A02314-F790-441F-B1E9-C7710CE8539B}" srcOrd="1" destOrd="0" presId="urn:microsoft.com/office/officeart/2005/8/layout/hList1"/>
    <dgm:cxn modelId="{33E50116-3087-47E0-A55C-A0ECCA009262}" type="presParOf" srcId="{D30EE263-1E06-4095-AB8D-9108FD7833B1}" destId="{0EEA1332-3369-4338-ABA8-64003179E1E9}" srcOrd="3" destOrd="0" presId="urn:microsoft.com/office/officeart/2005/8/layout/hList1"/>
    <dgm:cxn modelId="{779B190F-39D8-4CFD-B74E-D4F101F47967}" type="presParOf" srcId="{D30EE263-1E06-4095-AB8D-9108FD7833B1}" destId="{6408E638-410E-4B66-AF03-E53B82428B74}" srcOrd="4" destOrd="0" presId="urn:microsoft.com/office/officeart/2005/8/layout/hList1"/>
    <dgm:cxn modelId="{EACFC1FF-299A-4F52-BF79-8B4766BA88AB}" type="presParOf" srcId="{6408E638-410E-4B66-AF03-E53B82428B74}" destId="{290648C8-DAFB-4384-898B-D578B259A5EA}" srcOrd="0" destOrd="0" presId="urn:microsoft.com/office/officeart/2005/8/layout/hList1"/>
    <dgm:cxn modelId="{F51570B4-D264-4C67-A490-0A1384349A7B}" type="presParOf" srcId="{6408E638-410E-4B66-AF03-E53B82428B74}" destId="{694C3DCF-0432-4151-BA0D-405795743C3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A66DF688-07F9-4DEB-9114-641F11331143}" type="doc">
      <dgm:prSet loTypeId="urn:microsoft.com/office/officeart/2005/8/layout/hList1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68B4775-D0BB-4A22-A260-03B05123A3FD}">
      <dgm:prSet/>
      <dgm:spPr/>
      <dgm:t>
        <a:bodyPr/>
        <a:lstStyle/>
        <a:p>
          <a:r>
            <a:rPr lang="en-US"/>
            <a:t>All about Fabric!</a:t>
          </a:r>
        </a:p>
      </dgm:t>
    </dgm:pt>
    <dgm:pt modelId="{D450A115-56C1-48E2-AF01-2068042259BE}" type="parTrans" cxnId="{5DD703F9-70E4-418B-94A0-846A8F3D7D11}">
      <dgm:prSet/>
      <dgm:spPr/>
      <dgm:t>
        <a:bodyPr/>
        <a:lstStyle/>
        <a:p>
          <a:endParaRPr lang="en-US"/>
        </a:p>
      </dgm:t>
    </dgm:pt>
    <dgm:pt modelId="{04A1DE67-1779-418E-B7B0-5375E1081835}" type="sibTrans" cxnId="{5DD703F9-70E4-418B-94A0-846A8F3D7D11}">
      <dgm:prSet/>
      <dgm:spPr/>
      <dgm:t>
        <a:bodyPr/>
        <a:lstStyle/>
        <a:p>
          <a:endParaRPr lang="en-US"/>
        </a:p>
      </dgm:t>
    </dgm:pt>
    <dgm:pt modelId="{D0AB67CF-65BF-4C27-AE7D-864177428BDC}">
      <dgm:prSet/>
      <dgm:spPr/>
      <dgm:t>
        <a:bodyPr/>
        <a:lstStyle/>
        <a:p>
          <a:r>
            <a:rPr lang="en-US"/>
            <a:t>Synapse Analytics (SQL Data Warehouse)</a:t>
          </a:r>
        </a:p>
      </dgm:t>
    </dgm:pt>
    <dgm:pt modelId="{2BBCEF0B-26D6-4830-99E6-57E6BD18FC66}" type="parTrans" cxnId="{DDFBB241-63E6-4D85-B201-A0F6E085F394}">
      <dgm:prSet/>
      <dgm:spPr/>
      <dgm:t>
        <a:bodyPr/>
        <a:lstStyle/>
        <a:p>
          <a:endParaRPr lang="en-US"/>
        </a:p>
      </dgm:t>
    </dgm:pt>
    <dgm:pt modelId="{6FF90C34-60A1-4966-B91E-CF83A855E5A7}" type="sibTrans" cxnId="{DDFBB241-63E6-4D85-B201-A0F6E085F394}">
      <dgm:prSet/>
      <dgm:spPr/>
      <dgm:t>
        <a:bodyPr/>
        <a:lstStyle/>
        <a:p>
          <a:endParaRPr lang="en-US"/>
        </a:p>
      </dgm:t>
    </dgm:pt>
    <dgm:pt modelId="{95A9DAC4-4F80-4EEF-9037-D921EB1F8401}">
      <dgm:prSet/>
      <dgm:spPr/>
      <dgm:t>
        <a:bodyPr/>
        <a:lstStyle/>
        <a:p>
          <a:r>
            <a:rPr lang="en-US"/>
            <a:t>Can use connectors, mirrors or ADF, even linked services to pull from other databases.</a:t>
          </a:r>
        </a:p>
      </dgm:t>
    </dgm:pt>
    <dgm:pt modelId="{FD1769FF-E69E-4108-88CB-3980A92D84AA}" type="parTrans" cxnId="{1DCE0BDC-6349-4ABE-BE20-78DAA9546419}">
      <dgm:prSet/>
      <dgm:spPr/>
      <dgm:t>
        <a:bodyPr/>
        <a:lstStyle/>
        <a:p>
          <a:endParaRPr lang="en-US"/>
        </a:p>
      </dgm:t>
    </dgm:pt>
    <dgm:pt modelId="{CC619A84-5E46-43C5-BBD8-1D6970791F70}" type="sibTrans" cxnId="{1DCE0BDC-6349-4ABE-BE20-78DAA9546419}">
      <dgm:prSet/>
      <dgm:spPr/>
      <dgm:t>
        <a:bodyPr/>
        <a:lstStyle/>
        <a:p>
          <a:endParaRPr lang="en-US"/>
        </a:p>
      </dgm:t>
    </dgm:pt>
    <dgm:pt modelId="{E542880F-331B-46A5-B19A-37F10B8F6B53}">
      <dgm:prSet/>
      <dgm:spPr/>
      <dgm:t>
        <a:bodyPr/>
        <a:lstStyle/>
        <a:p>
          <a:r>
            <a:rPr lang="en-US"/>
            <a:t>Azure Machine Learning</a:t>
          </a:r>
        </a:p>
      </dgm:t>
    </dgm:pt>
    <dgm:pt modelId="{1092D84A-F789-4EB6-B64E-80B71C5ED929}" type="parTrans" cxnId="{DE1A4E86-F685-4109-B4A4-288783B70A46}">
      <dgm:prSet/>
      <dgm:spPr/>
      <dgm:t>
        <a:bodyPr/>
        <a:lstStyle/>
        <a:p>
          <a:endParaRPr lang="en-US"/>
        </a:p>
      </dgm:t>
    </dgm:pt>
    <dgm:pt modelId="{0DDEF1E3-D142-4AFA-8E7D-82FC1A335EAC}" type="sibTrans" cxnId="{DE1A4E86-F685-4109-B4A4-288783B70A46}">
      <dgm:prSet/>
      <dgm:spPr/>
      <dgm:t>
        <a:bodyPr/>
        <a:lstStyle/>
        <a:p>
          <a:endParaRPr lang="en-US"/>
        </a:p>
      </dgm:t>
    </dgm:pt>
    <dgm:pt modelId="{42084D65-C2AA-42A4-BD36-91C446BF9E7E}">
      <dgm:prSet/>
      <dgm:spPr/>
      <dgm:t>
        <a:bodyPr/>
        <a:lstStyle/>
        <a:p>
          <a:r>
            <a:rPr lang="en-US"/>
            <a:t>Connects directly to databases for training ML models</a:t>
          </a:r>
        </a:p>
      </dgm:t>
    </dgm:pt>
    <dgm:pt modelId="{75D4D896-5775-41FE-8A3D-66D4FCC435FE}" type="parTrans" cxnId="{D334602E-5D2D-4BB7-A2D7-8871F4973831}">
      <dgm:prSet/>
      <dgm:spPr/>
      <dgm:t>
        <a:bodyPr/>
        <a:lstStyle/>
        <a:p>
          <a:endParaRPr lang="en-US"/>
        </a:p>
      </dgm:t>
    </dgm:pt>
    <dgm:pt modelId="{FEA66FE9-F3B7-494A-BFEC-A5335EE7C7B8}" type="sibTrans" cxnId="{D334602E-5D2D-4BB7-A2D7-8871F4973831}">
      <dgm:prSet/>
      <dgm:spPr/>
      <dgm:t>
        <a:bodyPr/>
        <a:lstStyle/>
        <a:p>
          <a:endParaRPr lang="en-US"/>
        </a:p>
      </dgm:t>
    </dgm:pt>
    <dgm:pt modelId="{5B13E367-E954-4321-9138-8FC5CB8C8608}">
      <dgm:prSet/>
      <dgm:spPr/>
      <dgm:t>
        <a:bodyPr/>
        <a:lstStyle/>
        <a:p>
          <a:r>
            <a:rPr lang="en-US"/>
            <a:t>Power BI</a:t>
          </a:r>
        </a:p>
      </dgm:t>
    </dgm:pt>
    <dgm:pt modelId="{F0348AE3-C334-4805-94F2-3749213FCE07}" type="parTrans" cxnId="{516F70B9-EE85-46A5-9B8E-F687E41749F7}">
      <dgm:prSet/>
      <dgm:spPr/>
      <dgm:t>
        <a:bodyPr/>
        <a:lstStyle/>
        <a:p>
          <a:endParaRPr lang="en-US"/>
        </a:p>
      </dgm:t>
    </dgm:pt>
    <dgm:pt modelId="{90373A3B-6257-4FB9-AA88-42CF66B5C501}" type="sibTrans" cxnId="{516F70B9-EE85-46A5-9B8E-F687E41749F7}">
      <dgm:prSet/>
      <dgm:spPr/>
      <dgm:t>
        <a:bodyPr/>
        <a:lstStyle/>
        <a:p>
          <a:endParaRPr lang="en-US"/>
        </a:p>
      </dgm:t>
    </dgm:pt>
    <dgm:pt modelId="{A9D94060-385F-4DAC-B41E-F391BBF53550}">
      <dgm:prSet/>
      <dgm:spPr/>
      <dgm:t>
        <a:bodyPr/>
        <a:lstStyle/>
        <a:p>
          <a:r>
            <a:rPr lang="en-US"/>
            <a:t>Native connectors for many databases and common for reporting by experts and novices alike.</a:t>
          </a:r>
        </a:p>
      </dgm:t>
    </dgm:pt>
    <dgm:pt modelId="{CA53FC13-EC4E-4D73-8BE3-4AED5B25D85D}" type="parTrans" cxnId="{A123085C-052D-4F74-B47E-BA6BF890C3DE}">
      <dgm:prSet/>
      <dgm:spPr/>
      <dgm:t>
        <a:bodyPr/>
        <a:lstStyle/>
        <a:p>
          <a:endParaRPr lang="en-US"/>
        </a:p>
      </dgm:t>
    </dgm:pt>
    <dgm:pt modelId="{9B1D6983-1165-4988-8FF4-C6A5505ACDBD}" type="sibTrans" cxnId="{A123085C-052D-4F74-B47E-BA6BF890C3DE}">
      <dgm:prSet/>
      <dgm:spPr/>
      <dgm:t>
        <a:bodyPr/>
        <a:lstStyle/>
        <a:p>
          <a:endParaRPr lang="en-US"/>
        </a:p>
      </dgm:t>
    </dgm:pt>
    <dgm:pt modelId="{4B1B76DA-74AA-4277-A744-67AADD8FF678}">
      <dgm:prSet/>
      <dgm:spPr/>
      <dgm:t>
        <a:bodyPr/>
        <a:lstStyle/>
        <a:p>
          <a:r>
            <a:rPr lang="en-US"/>
            <a:t>Azure Databricks</a:t>
          </a:r>
        </a:p>
      </dgm:t>
    </dgm:pt>
    <dgm:pt modelId="{124C9CC5-B827-41F9-85F9-A5EC56DD9D47}" type="parTrans" cxnId="{23B96F05-13EE-4F35-A23D-C22B4ED214E8}">
      <dgm:prSet/>
      <dgm:spPr/>
      <dgm:t>
        <a:bodyPr/>
        <a:lstStyle/>
        <a:p>
          <a:endParaRPr lang="en-US"/>
        </a:p>
      </dgm:t>
    </dgm:pt>
    <dgm:pt modelId="{00E6B934-3108-4C57-810D-A02363B5643F}" type="sibTrans" cxnId="{23B96F05-13EE-4F35-A23D-C22B4ED214E8}">
      <dgm:prSet/>
      <dgm:spPr/>
      <dgm:t>
        <a:bodyPr/>
        <a:lstStyle/>
        <a:p>
          <a:endParaRPr lang="en-US"/>
        </a:p>
      </dgm:t>
    </dgm:pt>
    <dgm:pt modelId="{3D1478AB-8779-4CBE-B42C-C92511568E6A}">
      <dgm:prSet/>
      <dgm:spPr/>
      <dgm:t>
        <a:bodyPr/>
        <a:lstStyle/>
        <a:p>
          <a:r>
            <a:rPr lang="en-US"/>
            <a:t>Spark-based platform that integrates with most databases for analytics/ML</a:t>
          </a:r>
        </a:p>
      </dgm:t>
    </dgm:pt>
    <dgm:pt modelId="{8C2DF92A-4561-46B3-87E2-B4CB48D258D9}" type="parTrans" cxnId="{EFA85864-803B-4141-B68A-212815845099}">
      <dgm:prSet/>
      <dgm:spPr/>
      <dgm:t>
        <a:bodyPr/>
        <a:lstStyle/>
        <a:p>
          <a:endParaRPr lang="en-US"/>
        </a:p>
      </dgm:t>
    </dgm:pt>
    <dgm:pt modelId="{468A973F-3FDA-4CD9-AF60-9C34308C25EE}" type="sibTrans" cxnId="{EFA85864-803B-4141-B68A-212815845099}">
      <dgm:prSet/>
      <dgm:spPr/>
      <dgm:t>
        <a:bodyPr/>
        <a:lstStyle/>
        <a:p>
          <a:endParaRPr lang="en-US"/>
        </a:p>
      </dgm:t>
    </dgm:pt>
    <dgm:pt modelId="{451D9964-0650-41CD-9715-4EA02A609484}" type="pres">
      <dgm:prSet presAssocID="{A66DF688-07F9-4DEB-9114-641F11331143}" presName="Name0" presStyleCnt="0">
        <dgm:presLayoutVars>
          <dgm:dir/>
          <dgm:animLvl val="lvl"/>
          <dgm:resizeHandles val="exact"/>
        </dgm:presLayoutVars>
      </dgm:prSet>
      <dgm:spPr/>
    </dgm:pt>
    <dgm:pt modelId="{B1E7EB3A-7F09-4FC3-A5BA-B4ACD3F32235}" type="pres">
      <dgm:prSet presAssocID="{968B4775-D0BB-4A22-A260-03B05123A3FD}" presName="composite" presStyleCnt="0"/>
      <dgm:spPr/>
    </dgm:pt>
    <dgm:pt modelId="{D197AB58-B743-459B-BB7A-846E36FF6201}" type="pres">
      <dgm:prSet presAssocID="{968B4775-D0BB-4A22-A260-03B05123A3FD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572FD778-19C5-490A-AC7C-25948E823B9D}" type="pres">
      <dgm:prSet presAssocID="{968B4775-D0BB-4A22-A260-03B05123A3FD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3C359701-88D8-4C20-AE66-0A5DFD36FC31}" type="presOf" srcId="{42084D65-C2AA-42A4-BD36-91C446BF9E7E}" destId="{572FD778-19C5-490A-AC7C-25948E823B9D}" srcOrd="0" destOrd="3" presId="urn:microsoft.com/office/officeart/2005/8/layout/hList1"/>
    <dgm:cxn modelId="{23B96F05-13EE-4F35-A23D-C22B4ED214E8}" srcId="{968B4775-D0BB-4A22-A260-03B05123A3FD}" destId="{4B1B76DA-74AA-4277-A744-67AADD8FF678}" srcOrd="3" destOrd="0" parTransId="{124C9CC5-B827-41F9-85F9-A5EC56DD9D47}" sibTransId="{00E6B934-3108-4C57-810D-A02363B5643F}"/>
    <dgm:cxn modelId="{57485318-7575-410C-A431-CBD8730A9B9E}" type="presOf" srcId="{A9D94060-385F-4DAC-B41E-F391BBF53550}" destId="{572FD778-19C5-490A-AC7C-25948E823B9D}" srcOrd="0" destOrd="5" presId="urn:microsoft.com/office/officeart/2005/8/layout/hList1"/>
    <dgm:cxn modelId="{4FE72E28-945A-4DDD-8519-D6566CF6AD43}" type="presOf" srcId="{A66DF688-07F9-4DEB-9114-641F11331143}" destId="{451D9964-0650-41CD-9715-4EA02A609484}" srcOrd="0" destOrd="0" presId="urn:microsoft.com/office/officeart/2005/8/layout/hList1"/>
    <dgm:cxn modelId="{D334602E-5D2D-4BB7-A2D7-8871F4973831}" srcId="{E542880F-331B-46A5-B19A-37F10B8F6B53}" destId="{42084D65-C2AA-42A4-BD36-91C446BF9E7E}" srcOrd="0" destOrd="0" parTransId="{75D4D896-5775-41FE-8A3D-66D4FCC435FE}" sibTransId="{FEA66FE9-F3B7-494A-BFEC-A5335EE7C7B8}"/>
    <dgm:cxn modelId="{A123085C-052D-4F74-B47E-BA6BF890C3DE}" srcId="{5B13E367-E954-4321-9138-8FC5CB8C8608}" destId="{A9D94060-385F-4DAC-B41E-F391BBF53550}" srcOrd="0" destOrd="0" parTransId="{CA53FC13-EC4E-4D73-8BE3-4AED5B25D85D}" sibTransId="{9B1D6983-1165-4988-8FF4-C6A5505ACDBD}"/>
    <dgm:cxn modelId="{420C4D61-C817-4EFD-A936-EFB13E7B2F71}" type="presOf" srcId="{4B1B76DA-74AA-4277-A744-67AADD8FF678}" destId="{572FD778-19C5-490A-AC7C-25948E823B9D}" srcOrd="0" destOrd="6" presId="urn:microsoft.com/office/officeart/2005/8/layout/hList1"/>
    <dgm:cxn modelId="{DDFBB241-63E6-4D85-B201-A0F6E085F394}" srcId="{968B4775-D0BB-4A22-A260-03B05123A3FD}" destId="{D0AB67CF-65BF-4C27-AE7D-864177428BDC}" srcOrd="0" destOrd="0" parTransId="{2BBCEF0B-26D6-4830-99E6-57E6BD18FC66}" sibTransId="{6FF90C34-60A1-4966-B91E-CF83A855E5A7}"/>
    <dgm:cxn modelId="{EFA85864-803B-4141-B68A-212815845099}" srcId="{4B1B76DA-74AA-4277-A744-67AADD8FF678}" destId="{3D1478AB-8779-4CBE-B42C-C92511568E6A}" srcOrd="0" destOrd="0" parTransId="{8C2DF92A-4561-46B3-87E2-B4CB48D258D9}" sibTransId="{468A973F-3FDA-4CD9-AF60-9C34308C25EE}"/>
    <dgm:cxn modelId="{514E8665-534F-4010-8977-AF5FB52EDC91}" type="presOf" srcId="{D0AB67CF-65BF-4C27-AE7D-864177428BDC}" destId="{572FD778-19C5-490A-AC7C-25948E823B9D}" srcOrd="0" destOrd="0" presId="urn:microsoft.com/office/officeart/2005/8/layout/hList1"/>
    <dgm:cxn modelId="{2EAD6F4F-A886-4CA9-B7AD-A4E2F251D527}" type="presOf" srcId="{3D1478AB-8779-4CBE-B42C-C92511568E6A}" destId="{572FD778-19C5-490A-AC7C-25948E823B9D}" srcOrd="0" destOrd="7" presId="urn:microsoft.com/office/officeart/2005/8/layout/hList1"/>
    <dgm:cxn modelId="{DE1A4E86-F685-4109-B4A4-288783B70A46}" srcId="{968B4775-D0BB-4A22-A260-03B05123A3FD}" destId="{E542880F-331B-46A5-B19A-37F10B8F6B53}" srcOrd="1" destOrd="0" parTransId="{1092D84A-F789-4EB6-B64E-80B71C5ED929}" sibTransId="{0DDEF1E3-D142-4AFA-8E7D-82FC1A335EAC}"/>
    <dgm:cxn modelId="{10C03E99-4D92-4CF6-B350-A6C7A688CB8D}" type="presOf" srcId="{968B4775-D0BB-4A22-A260-03B05123A3FD}" destId="{D197AB58-B743-459B-BB7A-846E36FF6201}" srcOrd="0" destOrd="0" presId="urn:microsoft.com/office/officeart/2005/8/layout/hList1"/>
    <dgm:cxn modelId="{E54F8DA4-0A9F-4507-8F5B-B41CA54CF005}" type="presOf" srcId="{E542880F-331B-46A5-B19A-37F10B8F6B53}" destId="{572FD778-19C5-490A-AC7C-25948E823B9D}" srcOrd="0" destOrd="2" presId="urn:microsoft.com/office/officeart/2005/8/layout/hList1"/>
    <dgm:cxn modelId="{516F70B9-EE85-46A5-9B8E-F687E41749F7}" srcId="{968B4775-D0BB-4A22-A260-03B05123A3FD}" destId="{5B13E367-E954-4321-9138-8FC5CB8C8608}" srcOrd="2" destOrd="0" parTransId="{F0348AE3-C334-4805-94F2-3749213FCE07}" sibTransId="{90373A3B-6257-4FB9-AA88-42CF66B5C501}"/>
    <dgm:cxn modelId="{6492E5CC-1A50-4B6D-AE49-12ED02E7C512}" type="presOf" srcId="{5B13E367-E954-4321-9138-8FC5CB8C8608}" destId="{572FD778-19C5-490A-AC7C-25948E823B9D}" srcOrd="0" destOrd="4" presId="urn:microsoft.com/office/officeart/2005/8/layout/hList1"/>
    <dgm:cxn modelId="{1DCE0BDC-6349-4ABE-BE20-78DAA9546419}" srcId="{D0AB67CF-65BF-4C27-AE7D-864177428BDC}" destId="{95A9DAC4-4F80-4EEF-9037-D921EB1F8401}" srcOrd="0" destOrd="0" parTransId="{FD1769FF-E69E-4108-88CB-3980A92D84AA}" sibTransId="{CC619A84-5E46-43C5-BBD8-1D6970791F70}"/>
    <dgm:cxn modelId="{8946F6EE-E846-4BC3-9CA6-F209B56C92D9}" type="presOf" srcId="{95A9DAC4-4F80-4EEF-9037-D921EB1F8401}" destId="{572FD778-19C5-490A-AC7C-25948E823B9D}" srcOrd="0" destOrd="1" presId="urn:microsoft.com/office/officeart/2005/8/layout/hList1"/>
    <dgm:cxn modelId="{5DD703F9-70E4-418B-94A0-846A8F3D7D11}" srcId="{A66DF688-07F9-4DEB-9114-641F11331143}" destId="{968B4775-D0BB-4A22-A260-03B05123A3FD}" srcOrd="0" destOrd="0" parTransId="{D450A115-56C1-48E2-AF01-2068042259BE}" sibTransId="{04A1DE67-1779-418E-B7B0-5375E1081835}"/>
    <dgm:cxn modelId="{3ACA3482-3276-44FA-931A-9AA9B3A4DBAB}" type="presParOf" srcId="{451D9964-0650-41CD-9715-4EA02A609484}" destId="{B1E7EB3A-7F09-4FC3-A5BA-B4ACD3F32235}" srcOrd="0" destOrd="0" presId="urn:microsoft.com/office/officeart/2005/8/layout/hList1"/>
    <dgm:cxn modelId="{AE8D93F7-05C1-49B8-AA8C-4102445852A7}" type="presParOf" srcId="{B1E7EB3A-7F09-4FC3-A5BA-B4ACD3F32235}" destId="{D197AB58-B743-459B-BB7A-846E36FF6201}" srcOrd="0" destOrd="0" presId="urn:microsoft.com/office/officeart/2005/8/layout/hList1"/>
    <dgm:cxn modelId="{12CAA69C-B4E1-400C-9F82-8C50F41FF082}" type="presParOf" srcId="{B1E7EB3A-7F09-4FC3-A5BA-B4ACD3F32235}" destId="{572FD778-19C5-490A-AC7C-25948E823B9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94552E29-6A97-4D03-A0D2-458C1402A092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826AF8C-2505-40F2-9B63-940028CBA223}">
      <dgm:prSet/>
      <dgm:spPr/>
      <dgm:t>
        <a:bodyPr/>
        <a:lstStyle/>
        <a:p>
          <a:r>
            <a:rPr lang="en-US" b="0" i="0"/>
            <a:t>Big Query</a:t>
          </a:r>
          <a:endParaRPr lang="en-US"/>
        </a:p>
      </dgm:t>
    </dgm:pt>
    <dgm:pt modelId="{FD4A9BB9-52DB-433C-ACED-BD4FEA6C3C99}" type="parTrans" cxnId="{D785BC18-434C-4A24-9C20-5AA2EB2FDEF6}">
      <dgm:prSet/>
      <dgm:spPr/>
      <dgm:t>
        <a:bodyPr/>
        <a:lstStyle/>
        <a:p>
          <a:endParaRPr lang="en-US"/>
        </a:p>
      </dgm:t>
    </dgm:pt>
    <dgm:pt modelId="{80C7501C-63C9-4EE5-B35A-006E512263EB}" type="sibTrans" cxnId="{D785BC18-434C-4A24-9C20-5AA2EB2FDEF6}">
      <dgm:prSet/>
      <dgm:spPr/>
      <dgm:t>
        <a:bodyPr/>
        <a:lstStyle/>
        <a:p>
          <a:endParaRPr lang="en-US"/>
        </a:p>
      </dgm:t>
    </dgm:pt>
    <dgm:pt modelId="{81B900D4-738E-49B1-8534-931BAA0ED011}">
      <dgm:prSet/>
      <dgm:spPr/>
      <dgm:t>
        <a:bodyPr/>
        <a:lstStyle/>
        <a:p>
          <a:r>
            <a:rPr lang="en-US" b="0" i="0"/>
            <a:t>Core analytic service.  Connects to most databases via federated queries (via BigQuery Omni or external connectors)</a:t>
          </a:r>
          <a:endParaRPr lang="en-US"/>
        </a:p>
      </dgm:t>
    </dgm:pt>
    <dgm:pt modelId="{B8764E94-9282-4592-9874-275AA3DFD3F4}" type="parTrans" cxnId="{73067109-5DBC-4FC8-880B-49E8D601B3CE}">
      <dgm:prSet/>
      <dgm:spPr/>
      <dgm:t>
        <a:bodyPr/>
        <a:lstStyle/>
        <a:p>
          <a:endParaRPr lang="en-US"/>
        </a:p>
      </dgm:t>
    </dgm:pt>
    <dgm:pt modelId="{ED059EAC-3CA6-4AD3-B94F-81EB8653E6B9}" type="sibTrans" cxnId="{73067109-5DBC-4FC8-880B-49E8D601B3CE}">
      <dgm:prSet/>
      <dgm:spPr/>
      <dgm:t>
        <a:bodyPr/>
        <a:lstStyle/>
        <a:p>
          <a:endParaRPr lang="en-US"/>
        </a:p>
      </dgm:t>
    </dgm:pt>
    <dgm:pt modelId="{10C208F3-D71A-4C59-B37B-D8380E7A55B8}">
      <dgm:prSet/>
      <dgm:spPr/>
      <dgm:t>
        <a:bodyPr/>
        <a:lstStyle/>
        <a:p>
          <a:r>
            <a:rPr lang="en-US" b="0" i="0"/>
            <a:t>Looker, Looker Studio, Data Studio</a:t>
          </a:r>
          <a:endParaRPr lang="en-US"/>
        </a:p>
      </dgm:t>
    </dgm:pt>
    <dgm:pt modelId="{A8243655-3A2B-47AC-A774-DBA7057691E9}" type="parTrans" cxnId="{5FD1093F-BC77-468A-BB74-B44A8CCCAB38}">
      <dgm:prSet/>
      <dgm:spPr/>
      <dgm:t>
        <a:bodyPr/>
        <a:lstStyle/>
        <a:p>
          <a:endParaRPr lang="en-US"/>
        </a:p>
      </dgm:t>
    </dgm:pt>
    <dgm:pt modelId="{39932632-A1BA-4AE8-9094-A444013328DE}" type="sibTrans" cxnId="{5FD1093F-BC77-468A-BB74-B44A8CCCAB38}">
      <dgm:prSet/>
      <dgm:spPr/>
      <dgm:t>
        <a:bodyPr/>
        <a:lstStyle/>
        <a:p>
          <a:endParaRPr lang="en-US"/>
        </a:p>
      </dgm:t>
    </dgm:pt>
    <dgm:pt modelId="{63D1C63E-15A7-4AB3-85AE-F090E60D9FFD}">
      <dgm:prSet/>
      <dgm:spPr/>
      <dgm:t>
        <a:bodyPr/>
        <a:lstStyle/>
        <a:p>
          <a:r>
            <a:rPr lang="en-US" b="0" i="0"/>
            <a:t>Native BI Connectors for databases.</a:t>
          </a:r>
          <a:endParaRPr lang="en-US"/>
        </a:p>
      </dgm:t>
    </dgm:pt>
    <dgm:pt modelId="{907422D1-8E47-41BA-932F-AFBD5204DFDC}" type="parTrans" cxnId="{F777CC9E-E0C9-4F9D-A547-6BB4BF271DE9}">
      <dgm:prSet/>
      <dgm:spPr/>
      <dgm:t>
        <a:bodyPr/>
        <a:lstStyle/>
        <a:p>
          <a:endParaRPr lang="en-US"/>
        </a:p>
      </dgm:t>
    </dgm:pt>
    <dgm:pt modelId="{05F2421D-11B1-40C1-ACB6-1973CF67110B}" type="sibTrans" cxnId="{F777CC9E-E0C9-4F9D-A547-6BB4BF271DE9}">
      <dgm:prSet/>
      <dgm:spPr/>
      <dgm:t>
        <a:bodyPr/>
        <a:lstStyle/>
        <a:p>
          <a:endParaRPr lang="en-US"/>
        </a:p>
      </dgm:t>
    </dgm:pt>
    <dgm:pt modelId="{6DE0552E-1C80-4F1D-B04F-36C537A065E7}">
      <dgm:prSet/>
      <dgm:spPr/>
      <dgm:t>
        <a:bodyPr/>
        <a:lstStyle/>
        <a:p>
          <a:r>
            <a:rPr lang="en-US" b="0" i="0"/>
            <a:t>Vertex AI</a:t>
          </a:r>
          <a:endParaRPr lang="en-US"/>
        </a:p>
      </dgm:t>
    </dgm:pt>
    <dgm:pt modelId="{2C97FDAB-A8DD-4201-AA1B-58B488B837B2}" type="parTrans" cxnId="{34CFC37F-D3B0-49A5-8DB4-0C38CE7D4F1C}">
      <dgm:prSet/>
      <dgm:spPr/>
      <dgm:t>
        <a:bodyPr/>
        <a:lstStyle/>
        <a:p>
          <a:endParaRPr lang="en-US"/>
        </a:p>
      </dgm:t>
    </dgm:pt>
    <dgm:pt modelId="{F4B0D730-22C9-463E-95AF-5045864F76DC}" type="sibTrans" cxnId="{34CFC37F-D3B0-49A5-8DB4-0C38CE7D4F1C}">
      <dgm:prSet/>
      <dgm:spPr/>
      <dgm:t>
        <a:bodyPr/>
        <a:lstStyle/>
        <a:p>
          <a:endParaRPr lang="en-US"/>
        </a:p>
      </dgm:t>
    </dgm:pt>
    <dgm:pt modelId="{255C558A-BB0E-4511-AE31-8D559E5A5659}">
      <dgm:prSet/>
      <dgm:spPr/>
      <dgm:t>
        <a:bodyPr/>
        <a:lstStyle/>
        <a:p>
          <a:r>
            <a:rPr lang="en-US" b="0" i="0"/>
            <a:t>ML pipelines can read directly from databases via JDBC/ODBC or use Dataflow as staging.</a:t>
          </a:r>
          <a:endParaRPr lang="en-US"/>
        </a:p>
      </dgm:t>
    </dgm:pt>
    <dgm:pt modelId="{2C112884-D84B-4DA5-ABCE-C8E82F2F6D63}" type="parTrans" cxnId="{213AC8AF-2323-4AE3-96CB-F234AA6C528D}">
      <dgm:prSet/>
      <dgm:spPr/>
      <dgm:t>
        <a:bodyPr/>
        <a:lstStyle/>
        <a:p>
          <a:endParaRPr lang="en-US"/>
        </a:p>
      </dgm:t>
    </dgm:pt>
    <dgm:pt modelId="{8AB8FC0F-7625-44F1-A623-EB1B8F399746}" type="sibTrans" cxnId="{213AC8AF-2323-4AE3-96CB-F234AA6C528D}">
      <dgm:prSet/>
      <dgm:spPr/>
      <dgm:t>
        <a:bodyPr/>
        <a:lstStyle/>
        <a:p>
          <a:endParaRPr lang="en-US"/>
        </a:p>
      </dgm:t>
    </dgm:pt>
    <dgm:pt modelId="{3D915725-093E-442A-82CB-D1BBFC2904DD}" type="pres">
      <dgm:prSet presAssocID="{94552E29-6A97-4D03-A0D2-458C1402A092}" presName="Name0" presStyleCnt="0">
        <dgm:presLayoutVars>
          <dgm:dir/>
          <dgm:animLvl val="lvl"/>
          <dgm:resizeHandles val="exact"/>
        </dgm:presLayoutVars>
      </dgm:prSet>
      <dgm:spPr/>
    </dgm:pt>
    <dgm:pt modelId="{028DEF3F-1C75-4051-9CB3-5F915263E32B}" type="pres">
      <dgm:prSet presAssocID="{9826AF8C-2505-40F2-9B63-940028CBA223}" presName="linNode" presStyleCnt="0"/>
      <dgm:spPr/>
    </dgm:pt>
    <dgm:pt modelId="{DA349514-12B4-4EE3-B7BE-9A93E78DAA92}" type="pres">
      <dgm:prSet presAssocID="{9826AF8C-2505-40F2-9B63-940028CBA223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8A210191-D6A1-42FD-BF42-72153E0A3389}" type="pres">
      <dgm:prSet presAssocID="{9826AF8C-2505-40F2-9B63-940028CBA223}" presName="descendantText" presStyleLbl="alignAccFollowNode1" presStyleIdx="0" presStyleCnt="3">
        <dgm:presLayoutVars>
          <dgm:bulletEnabled val="1"/>
        </dgm:presLayoutVars>
      </dgm:prSet>
      <dgm:spPr/>
    </dgm:pt>
    <dgm:pt modelId="{8F87670D-9CBE-478D-A61E-48D89CD1CBD4}" type="pres">
      <dgm:prSet presAssocID="{80C7501C-63C9-4EE5-B35A-006E512263EB}" presName="sp" presStyleCnt="0"/>
      <dgm:spPr/>
    </dgm:pt>
    <dgm:pt modelId="{32AF26A8-EB2E-4B0A-862B-B0DCDC2AE5D0}" type="pres">
      <dgm:prSet presAssocID="{10C208F3-D71A-4C59-B37B-D8380E7A55B8}" presName="linNode" presStyleCnt="0"/>
      <dgm:spPr/>
    </dgm:pt>
    <dgm:pt modelId="{10195C65-22DC-46B4-BBDB-D9C31AB0F49C}" type="pres">
      <dgm:prSet presAssocID="{10C208F3-D71A-4C59-B37B-D8380E7A55B8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C13D56B-CC46-4D30-9A1A-F0B49FA83C51}" type="pres">
      <dgm:prSet presAssocID="{10C208F3-D71A-4C59-B37B-D8380E7A55B8}" presName="descendantText" presStyleLbl="alignAccFollowNode1" presStyleIdx="1" presStyleCnt="3">
        <dgm:presLayoutVars>
          <dgm:bulletEnabled val="1"/>
        </dgm:presLayoutVars>
      </dgm:prSet>
      <dgm:spPr/>
    </dgm:pt>
    <dgm:pt modelId="{E8E4314C-CEC2-49BF-B843-7239979973E6}" type="pres">
      <dgm:prSet presAssocID="{39932632-A1BA-4AE8-9094-A444013328DE}" presName="sp" presStyleCnt="0"/>
      <dgm:spPr/>
    </dgm:pt>
    <dgm:pt modelId="{5711F3D0-6AF5-4D6B-AC63-88519A2D4F14}" type="pres">
      <dgm:prSet presAssocID="{6DE0552E-1C80-4F1D-B04F-36C537A065E7}" presName="linNode" presStyleCnt="0"/>
      <dgm:spPr/>
    </dgm:pt>
    <dgm:pt modelId="{9B2AF91F-2E77-40EF-AB94-38697EA5E038}" type="pres">
      <dgm:prSet presAssocID="{6DE0552E-1C80-4F1D-B04F-36C537A065E7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61F5B7AF-2638-4AC0-AC61-D146621F5FB7}" type="pres">
      <dgm:prSet presAssocID="{6DE0552E-1C80-4F1D-B04F-36C537A065E7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73067109-5DBC-4FC8-880B-49E8D601B3CE}" srcId="{9826AF8C-2505-40F2-9B63-940028CBA223}" destId="{81B900D4-738E-49B1-8534-931BAA0ED011}" srcOrd="0" destOrd="0" parTransId="{B8764E94-9282-4592-9874-275AA3DFD3F4}" sibTransId="{ED059EAC-3CA6-4AD3-B94F-81EB8653E6B9}"/>
    <dgm:cxn modelId="{23E5E30C-1AA2-4A47-AF63-E9F9A96D9680}" type="presOf" srcId="{9826AF8C-2505-40F2-9B63-940028CBA223}" destId="{DA349514-12B4-4EE3-B7BE-9A93E78DAA92}" srcOrd="0" destOrd="0" presId="urn:microsoft.com/office/officeart/2005/8/layout/vList5"/>
    <dgm:cxn modelId="{D785BC18-434C-4A24-9C20-5AA2EB2FDEF6}" srcId="{94552E29-6A97-4D03-A0D2-458C1402A092}" destId="{9826AF8C-2505-40F2-9B63-940028CBA223}" srcOrd="0" destOrd="0" parTransId="{FD4A9BB9-52DB-433C-ACED-BD4FEA6C3C99}" sibTransId="{80C7501C-63C9-4EE5-B35A-006E512263EB}"/>
    <dgm:cxn modelId="{5FD1093F-BC77-468A-BB74-B44A8CCCAB38}" srcId="{94552E29-6A97-4D03-A0D2-458C1402A092}" destId="{10C208F3-D71A-4C59-B37B-D8380E7A55B8}" srcOrd="1" destOrd="0" parTransId="{A8243655-3A2B-47AC-A774-DBA7057691E9}" sibTransId="{39932632-A1BA-4AE8-9094-A444013328DE}"/>
    <dgm:cxn modelId="{2088114C-80A7-470B-A81C-01795612314B}" type="presOf" srcId="{63D1C63E-15A7-4AB3-85AE-F090E60D9FFD}" destId="{6C13D56B-CC46-4D30-9A1A-F0B49FA83C51}" srcOrd="0" destOrd="0" presId="urn:microsoft.com/office/officeart/2005/8/layout/vList5"/>
    <dgm:cxn modelId="{D35C1674-7B7E-41B2-96C6-3A4F8D3FA07A}" type="presOf" srcId="{10C208F3-D71A-4C59-B37B-D8380E7A55B8}" destId="{10195C65-22DC-46B4-BBDB-D9C31AB0F49C}" srcOrd="0" destOrd="0" presId="urn:microsoft.com/office/officeart/2005/8/layout/vList5"/>
    <dgm:cxn modelId="{34CFC37F-D3B0-49A5-8DB4-0C38CE7D4F1C}" srcId="{94552E29-6A97-4D03-A0D2-458C1402A092}" destId="{6DE0552E-1C80-4F1D-B04F-36C537A065E7}" srcOrd="2" destOrd="0" parTransId="{2C97FDAB-A8DD-4201-AA1B-58B488B837B2}" sibTransId="{F4B0D730-22C9-463E-95AF-5045864F76DC}"/>
    <dgm:cxn modelId="{F777CC9E-E0C9-4F9D-A547-6BB4BF271DE9}" srcId="{10C208F3-D71A-4C59-B37B-D8380E7A55B8}" destId="{63D1C63E-15A7-4AB3-85AE-F090E60D9FFD}" srcOrd="0" destOrd="0" parTransId="{907422D1-8E47-41BA-932F-AFBD5204DFDC}" sibTransId="{05F2421D-11B1-40C1-ACB6-1973CF67110B}"/>
    <dgm:cxn modelId="{72FF849F-B959-45FE-9031-190E15C8ADD1}" type="presOf" srcId="{94552E29-6A97-4D03-A0D2-458C1402A092}" destId="{3D915725-093E-442A-82CB-D1BBFC2904DD}" srcOrd="0" destOrd="0" presId="urn:microsoft.com/office/officeart/2005/8/layout/vList5"/>
    <dgm:cxn modelId="{213AC8AF-2323-4AE3-96CB-F234AA6C528D}" srcId="{6DE0552E-1C80-4F1D-B04F-36C537A065E7}" destId="{255C558A-BB0E-4511-AE31-8D559E5A5659}" srcOrd="0" destOrd="0" parTransId="{2C112884-D84B-4DA5-ABCE-C8E82F2F6D63}" sibTransId="{8AB8FC0F-7625-44F1-A623-EB1B8F399746}"/>
    <dgm:cxn modelId="{C2C7C0C8-3ECB-4C00-8955-8046BAF801EB}" type="presOf" srcId="{81B900D4-738E-49B1-8534-931BAA0ED011}" destId="{8A210191-D6A1-42FD-BF42-72153E0A3389}" srcOrd="0" destOrd="0" presId="urn:microsoft.com/office/officeart/2005/8/layout/vList5"/>
    <dgm:cxn modelId="{B0052ED3-16E9-40D0-815E-38DCA65359DB}" type="presOf" srcId="{6DE0552E-1C80-4F1D-B04F-36C537A065E7}" destId="{9B2AF91F-2E77-40EF-AB94-38697EA5E038}" srcOrd="0" destOrd="0" presId="urn:microsoft.com/office/officeart/2005/8/layout/vList5"/>
    <dgm:cxn modelId="{92D000FC-F019-4D43-8BE4-B5B0EE4702A4}" type="presOf" srcId="{255C558A-BB0E-4511-AE31-8D559E5A5659}" destId="{61F5B7AF-2638-4AC0-AC61-D146621F5FB7}" srcOrd="0" destOrd="0" presId="urn:microsoft.com/office/officeart/2005/8/layout/vList5"/>
    <dgm:cxn modelId="{69993D5E-C24F-4F07-B114-675AFFED97FB}" type="presParOf" srcId="{3D915725-093E-442A-82CB-D1BBFC2904DD}" destId="{028DEF3F-1C75-4051-9CB3-5F915263E32B}" srcOrd="0" destOrd="0" presId="urn:microsoft.com/office/officeart/2005/8/layout/vList5"/>
    <dgm:cxn modelId="{20060039-DB91-4BA4-8509-273C82C74096}" type="presParOf" srcId="{028DEF3F-1C75-4051-9CB3-5F915263E32B}" destId="{DA349514-12B4-4EE3-B7BE-9A93E78DAA92}" srcOrd="0" destOrd="0" presId="urn:microsoft.com/office/officeart/2005/8/layout/vList5"/>
    <dgm:cxn modelId="{82499AEC-5626-4D6C-ADCB-56C056254748}" type="presParOf" srcId="{028DEF3F-1C75-4051-9CB3-5F915263E32B}" destId="{8A210191-D6A1-42FD-BF42-72153E0A3389}" srcOrd="1" destOrd="0" presId="urn:microsoft.com/office/officeart/2005/8/layout/vList5"/>
    <dgm:cxn modelId="{676519B5-A96B-449B-9885-2E4B4C083D52}" type="presParOf" srcId="{3D915725-093E-442A-82CB-D1BBFC2904DD}" destId="{8F87670D-9CBE-478D-A61E-48D89CD1CBD4}" srcOrd="1" destOrd="0" presId="urn:microsoft.com/office/officeart/2005/8/layout/vList5"/>
    <dgm:cxn modelId="{77307815-2E36-4FB8-83AB-DBC5B414B0C1}" type="presParOf" srcId="{3D915725-093E-442A-82CB-D1BBFC2904DD}" destId="{32AF26A8-EB2E-4B0A-862B-B0DCDC2AE5D0}" srcOrd="2" destOrd="0" presId="urn:microsoft.com/office/officeart/2005/8/layout/vList5"/>
    <dgm:cxn modelId="{2FA321F3-07C0-412E-92E1-B1C096F7988D}" type="presParOf" srcId="{32AF26A8-EB2E-4B0A-862B-B0DCDC2AE5D0}" destId="{10195C65-22DC-46B4-BBDB-D9C31AB0F49C}" srcOrd="0" destOrd="0" presId="urn:microsoft.com/office/officeart/2005/8/layout/vList5"/>
    <dgm:cxn modelId="{551E1E3C-E516-4EE8-999F-49C4154CA8C8}" type="presParOf" srcId="{32AF26A8-EB2E-4B0A-862B-B0DCDC2AE5D0}" destId="{6C13D56B-CC46-4D30-9A1A-F0B49FA83C51}" srcOrd="1" destOrd="0" presId="urn:microsoft.com/office/officeart/2005/8/layout/vList5"/>
    <dgm:cxn modelId="{3D6E8CAD-4783-4710-9AD1-4888508F7E5F}" type="presParOf" srcId="{3D915725-093E-442A-82CB-D1BBFC2904DD}" destId="{E8E4314C-CEC2-49BF-B843-7239979973E6}" srcOrd="3" destOrd="0" presId="urn:microsoft.com/office/officeart/2005/8/layout/vList5"/>
    <dgm:cxn modelId="{987CC1D8-1FCE-43FC-B24C-181430EADCFE}" type="presParOf" srcId="{3D915725-093E-442A-82CB-D1BBFC2904DD}" destId="{5711F3D0-6AF5-4D6B-AC63-88519A2D4F14}" srcOrd="4" destOrd="0" presId="urn:microsoft.com/office/officeart/2005/8/layout/vList5"/>
    <dgm:cxn modelId="{63072EAB-B404-4F80-B154-E29AAB857DC9}" type="presParOf" srcId="{5711F3D0-6AF5-4D6B-AC63-88519A2D4F14}" destId="{9B2AF91F-2E77-40EF-AB94-38697EA5E038}" srcOrd="0" destOrd="0" presId="urn:microsoft.com/office/officeart/2005/8/layout/vList5"/>
    <dgm:cxn modelId="{5A87974D-8E33-4D85-A7E1-C885C031ABE8}" type="presParOf" srcId="{5711F3D0-6AF5-4D6B-AC63-88519A2D4F14}" destId="{61F5B7AF-2638-4AC0-AC61-D146621F5FB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F891F663-AD9C-4914-821B-7A95C69BE19F}" type="doc">
      <dgm:prSet loTypeId="urn:microsoft.com/office/officeart/2005/8/layout/vProcess5" loCatId="process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0C605A12-0229-441D-AF31-A03E3D026AA5}">
      <dgm:prSet/>
      <dgm:spPr/>
      <dgm:t>
        <a:bodyPr/>
        <a:lstStyle/>
        <a:p>
          <a:r>
            <a:rPr lang="en-US"/>
            <a:t>Lift &amp; shift vs cloud-native</a:t>
          </a:r>
        </a:p>
      </dgm:t>
    </dgm:pt>
    <dgm:pt modelId="{4D723901-C5B4-47FE-A10F-282B242F3A65}" type="parTrans" cxnId="{C0E3A499-CCF0-441D-951C-E21375E64EC7}">
      <dgm:prSet/>
      <dgm:spPr/>
      <dgm:t>
        <a:bodyPr/>
        <a:lstStyle/>
        <a:p>
          <a:endParaRPr lang="en-US"/>
        </a:p>
      </dgm:t>
    </dgm:pt>
    <dgm:pt modelId="{8D58BE13-C05B-4B22-9948-ED14EE66F739}" type="sibTrans" cxnId="{C0E3A499-CCF0-441D-951C-E21375E64EC7}">
      <dgm:prSet/>
      <dgm:spPr/>
      <dgm:t>
        <a:bodyPr/>
        <a:lstStyle/>
        <a:p>
          <a:endParaRPr lang="en-US"/>
        </a:p>
      </dgm:t>
    </dgm:pt>
    <dgm:pt modelId="{6866CE8A-91AE-41C2-8E9A-615379293FC4}">
      <dgm:prSet/>
      <dgm:spPr/>
      <dgm:t>
        <a:bodyPr/>
        <a:lstStyle/>
        <a:p>
          <a:r>
            <a:rPr lang="en-US"/>
            <a:t>Hybrid/multi-cloud placement</a:t>
          </a:r>
        </a:p>
      </dgm:t>
    </dgm:pt>
    <dgm:pt modelId="{09C2F55A-0D58-4DCA-8B4A-8E702967199E}" type="parTrans" cxnId="{AE6A5993-8E56-4627-8076-98F8831FAAED}">
      <dgm:prSet/>
      <dgm:spPr/>
      <dgm:t>
        <a:bodyPr/>
        <a:lstStyle/>
        <a:p>
          <a:endParaRPr lang="en-US"/>
        </a:p>
      </dgm:t>
    </dgm:pt>
    <dgm:pt modelId="{17139DAA-2B10-4A02-A07C-0C657A95C842}" type="sibTrans" cxnId="{AE6A5993-8E56-4627-8076-98F8831FAAED}">
      <dgm:prSet/>
      <dgm:spPr/>
      <dgm:t>
        <a:bodyPr/>
        <a:lstStyle/>
        <a:p>
          <a:endParaRPr lang="en-US"/>
        </a:p>
      </dgm:t>
    </dgm:pt>
    <dgm:pt modelId="{A59BF2A3-6CC7-47C2-A186-53DA13F63389}">
      <dgm:prSet/>
      <dgm:spPr/>
      <dgm:t>
        <a:bodyPr/>
        <a:lstStyle/>
        <a:p>
          <a:r>
            <a:rPr lang="en-US"/>
            <a:t>Resiliency patterns (multi-region, multi-zone)</a:t>
          </a:r>
        </a:p>
      </dgm:t>
    </dgm:pt>
    <dgm:pt modelId="{6E063096-0EBB-45DF-8C27-7EE2DE0DD27B}" type="parTrans" cxnId="{C9C6BAA7-C19C-4D5D-AB32-CA9C433559B7}">
      <dgm:prSet/>
      <dgm:spPr/>
      <dgm:t>
        <a:bodyPr/>
        <a:lstStyle/>
        <a:p>
          <a:endParaRPr lang="en-US"/>
        </a:p>
      </dgm:t>
    </dgm:pt>
    <dgm:pt modelId="{3EB75BDF-915E-48E1-83B1-06FABD93DB7F}" type="sibTrans" cxnId="{C9C6BAA7-C19C-4D5D-AB32-CA9C433559B7}">
      <dgm:prSet/>
      <dgm:spPr/>
      <dgm:t>
        <a:bodyPr/>
        <a:lstStyle/>
        <a:p>
          <a:endParaRPr lang="en-US"/>
        </a:p>
      </dgm:t>
    </dgm:pt>
    <dgm:pt modelId="{D3CEA241-E069-48EC-BDF5-44A9740253CD}">
      <dgm:prSet/>
      <dgm:spPr/>
      <dgm:t>
        <a:bodyPr/>
        <a:lstStyle/>
        <a:p>
          <a:r>
            <a:rPr lang="en-US"/>
            <a:t>Cost optimization levers</a:t>
          </a:r>
        </a:p>
      </dgm:t>
    </dgm:pt>
    <dgm:pt modelId="{672E6EA6-206A-4D76-8EFD-42A47389F8FF}" type="parTrans" cxnId="{3E3E3427-15D4-4A3D-861D-4211B575C01B}">
      <dgm:prSet/>
      <dgm:spPr/>
      <dgm:t>
        <a:bodyPr/>
        <a:lstStyle/>
        <a:p>
          <a:endParaRPr lang="en-US"/>
        </a:p>
      </dgm:t>
    </dgm:pt>
    <dgm:pt modelId="{778AEE2E-F16D-478A-A14B-DF20146347F9}" type="sibTrans" cxnId="{3E3E3427-15D4-4A3D-861D-4211B575C01B}">
      <dgm:prSet/>
      <dgm:spPr/>
      <dgm:t>
        <a:bodyPr/>
        <a:lstStyle/>
        <a:p>
          <a:endParaRPr lang="en-US"/>
        </a:p>
      </dgm:t>
    </dgm:pt>
    <dgm:pt modelId="{C4313656-5114-4799-B1DA-BB895985D012}" type="pres">
      <dgm:prSet presAssocID="{F891F663-AD9C-4914-821B-7A95C69BE19F}" presName="outerComposite" presStyleCnt="0">
        <dgm:presLayoutVars>
          <dgm:chMax val="5"/>
          <dgm:dir/>
          <dgm:resizeHandles val="exact"/>
        </dgm:presLayoutVars>
      </dgm:prSet>
      <dgm:spPr/>
    </dgm:pt>
    <dgm:pt modelId="{209D50F3-D945-41E1-B92D-8F0346828B67}" type="pres">
      <dgm:prSet presAssocID="{F891F663-AD9C-4914-821B-7A95C69BE19F}" presName="dummyMaxCanvas" presStyleCnt="0">
        <dgm:presLayoutVars/>
      </dgm:prSet>
      <dgm:spPr/>
    </dgm:pt>
    <dgm:pt modelId="{8C9DDB77-28E3-48E9-BA68-D65C5DCC5B24}" type="pres">
      <dgm:prSet presAssocID="{F891F663-AD9C-4914-821B-7A95C69BE19F}" presName="FourNodes_1" presStyleLbl="node1" presStyleIdx="0" presStyleCnt="4">
        <dgm:presLayoutVars>
          <dgm:bulletEnabled val="1"/>
        </dgm:presLayoutVars>
      </dgm:prSet>
      <dgm:spPr/>
    </dgm:pt>
    <dgm:pt modelId="{90FF77C2-B13D-4015-B1EB-CB636A668C35}" type="pres">
      <dgm:prSet presAssocID="{F891F663-AD9C-4914-821B-7A95C69BE19F}" presName="FourNodes_2" presStyleLbl="node1" presStyleIdx="1" presStyleCnt="4">
        <dgm:presLayoutVars>
          <dgm:bulletEnabled val="1"/>
        </dgm:presLayoutVars>
      </dgm:prSet>
      <dgm:spPr/>
    </dgm:pt>
    <dgm:pt modelId="{AB8BAF4A-C4DC-447F-88AD-51A97CAC3BF6}" type="pres">
      <dgm:prSet presAssocID="{F891F663-AD9C-4914-821B-7A95C69BE19F}" presName="FourNodes_3" presStyleLbl="node1" presStyleIdx="2" presStyleCnt="4">
        <dgm:presLayoutVars>
          <dgm:bulletEnabled val="1"/>
        </dgm:presLayoutVars>
      </dgm:prSet>
      <dgm:spPr/>
    </dgm:pt>
    <dgm:pt modelId="{AA2A6BC0-8285-4882-B821-A00F1D4FF0AC}" type="pres">
      <dgm:prSet presAssocID="{F891F663-AD9C-4914-821B-7A95C69BE19F}" presName="FourNodes_4" presStyleLbl="node1" presStyleIdx="3" presStyleCnt="4">
        <dgm:presLayoutVars>
          <dgm:bulletEnabled val="1"/>
        </dgm:presLayoutVars>
      </dgm:prSet>
      <dgm:spPr/>
    </dgm:pt>
    <dgm:pt modelId="{92B3D19D-79B6-46F3-B366-C5FA8AD6B313}" type="pres">
      <dgm:prSet presAssocID="{F891F663-AD9C-4914-821B-7A95C69BE19F}" presName="FourConn_1-2" presStyleLbl="fgAccFollowNode1" presStyleIdx="0" presStyleCnt="3">
        <dgm:presLayoutVars>
          <dgm:bulletEnabled val="1"/>
        </dgm:presLayoutVars>
      </dgm:prSet>
      <dgm:spPr/>
    </dgm:pt>
    <dgm:pt modelId="{99098BE9-893B-4A1B-A745-47EC9C33AA0A}" type="pres">
      <dgm:prSet presAssocID="{F891F663-AD9C-4914-821B-7A95C69BE19F}" presName="FourConn_2-3" presStyleLbl="fgAccFollowNode1" presStyleIdx="1" presStyleCnt="3">
        <dgm:presLayoutVars>
          <dgm:bulletEnabled val="1"/>
        </dgm:presLayoutVars>
      </dgm:prSet>
      <dgm:spPr/>
    </dgm:pt>
    <dgm:pt modelId="{67544C7B-5D43-44B0-ABD1-90F65F9440B4}" type="pres">
      <dgm:prSet presAssocID="{F891F663-AD9C-4914-821B-7A95C69BE19F}" presName="FourConn_3-4" presStyleLbl="fgAccFollowNode1" presStyleIdx="2" presStyleCnt="3">
        <dgm:presLayoutVars>
          <dgm:bulletEnabled val="1"/>
        </dgm:presLayoutVars>
      </dgm:prSet>
      <dgm:spPr/>
    </dgm:pt>
    <dgm:pt modelId="{1E01EA11-40DA-464D-92BA-929DBD023320}" type="pres">
      <dgm:prSet presAssocID="{F891F663-AD9C-4914-821B-7A95C69BE19F}" presName="FourNodes_1_text" presStyleLbl="node1" presStyleIdx="3" presStyleCnt="4">
        <dgm:presLayoutVars>
          <dgm:bulletEnabled val="1"/>
        </dgm:presLayoutVars>
      </dgm:prSet>
      <dgm:spPr/>
    </dgm:pt>
    <dgm:pt modelId="{BE2F5C4C-1730-4BF7-8134-7AA2378FE82C}" type="pres">
      <dgm:prSet presAssocID="{F891F663-AD9C-4914-821B-7A95C69BE19F}" presName="FourNodes_2_text" presStyleLbl="node1" presStyleIdx="3" presStyleCnt="4">
        <dgm:presLayoutVars>
          <dgm:bulletEnabled val="1"/>
        </dgm:presLayoutVars>
      </dgm:prSet>
      <dgm:spPr/>
    </dgm:pt>
    <dgm:pt modelId="{411AB865-AA42-4875-ACD6-6E629280D5AE}" type="pres">
      <dgm:prSet presAssocID="{F891F663-AD9C-4914-821B-7A95C69BE19F}" presName="FourNodes_3_text" presStyleLbl="node1" presStyleIdx="3" presStyleCnt="4">
        <dgm:presLayoutVars>
          <dgm:bulletEnabled val="1"/>
        </dgm:presLayoutVars>
      </dgm:prSet>
      <dgm:spPr/>
    </dgm:pt>
    <dgm:pt modelId="{480828AE-5139-4C72-BECF-AC5E2B841ABB}" type="pres">
      <dgm:prSet presAssocID="{F891F663-AD9C-4914-821B-7A95C69BE19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9D5D91C-0BD4-4603-BDF0-A46155D541B7}" type="presOf" srcId="{3EB75BDF-915E-48E1-83B1-06FABD93DB7F}" destId="{67544C7B-5D43-44B0-ABD1-90F65F9440B4}" srcOrd="0" destOrd="0" presId="urn:microsoft.com/office/officeart/2005/8/layout/vProcess5"/>
    <dgm:cxn modelId="{1C228425-3E09-49EF-BF2F-A71E7146D3E7}" type="presOf" srcId="{0C605A12-0229-441D-AF31-A03E3D026AA5}" destId="{8C9DDB77-28E3-48E9-BA68-D65C5DCC5B24}" srcOrd="0" destOrd="0" presId="urn:microsoft.com/office/officeart/2005/8/layout/vProcess5"/>
    <dgm:cxn modelId="{3E3E3427-15D4-4A3D-861D-4211B575C01B}" srcId="{F891F663-AD9C-4914-821B-7A95C69BE19F}" destId="{D3CEA241-E069-48EC-BDF5-44A9740253CD}" srcOrd="3" destOrd="0" parTransId="{672E6EA6-206A-4D76-8EFD-42A47389F8FF}" sibTransId="{778AEE2E-F16D-478A-A14B-DF20146347F9}"/>
    <dgm:cxn modelId="{D2C52F42-3E26-4A0C-82E1-BE788EA95AD7}" type="presOf" srcId="{A59BF2A3-6CC7-47C2-A186-53DA13F63389}" destId="{411AB865-AA42-4875-ACD6-6E629280D5AE}" srcOrd="1" destOrd="0" presId="urn:microsoft.com/office/officeart/2005/8/layout/vProcess5"/>
    <dgm:cxn modelId="{7BEA9062-2270-4664-B9F2-4CBB50227FE2}" type="presOf" srcId="{D3CEA241-E069-48EC-BDF5-44A9740253CD}" destId="{480828AE-5139-4C72-BECF-AC5E2B841ABB}" srcOrd="1" destOrd="0" presId="urn:microsoft.com/office/officeart/2005/8/layout/vProcess5"/>
    <dgm:cxn modelId="{4AE91043-1E77-422E-99BF-18177AC80308}" type="presOf" srcId="{0C605A12-0229-441D-AF31-A03E3D026AA5}" destId="{1E01EA11-40DA-464D-92BA-929DBD023320}" srcOrd="1" destOrd="0" presId="urn:microsoft.com/office/officeart/2005/8/layout/vProcess5"/>
    <dgm:cxn modelId="{6FBF5743-83E7-4FCA-B965-DAC4F318034F}" type="presOf" srcId="{F891F663-AD9C-4914-821B-7A95C69BE19F}" destId="{C4313656-5114-4799-B1DA-BB895985D012}" srcOrd="0" destOrd="0" presId="urn:microsoft.com/office/officeart/2005/8/layout/vProcess5"/>
    <dgm:cxn modelId="{25856572-70F8-426E-8CE4-2A62BA30405E}" type="presOf" srcId="{D3CEA241-E069-48EC-BDF5-44A9740253CD}" destId="{AA2A6BC0-8285-4882-B821-A00F1D4FF0AC}" srcOrd="0" destOrd="0" presId="urn:microsoft.com/office/officeart/2005/8/layout/vProcess5"/>
    <dgm:cxn modelId="{381C0985-FE22-4EBA-9748-7B25D1EA5C6C}" type="presOf" srcId="{A59BF2A3-6CC7-47C2-A186-53DA13F63389}" destId="{AB8BAF4A-C4DC-447F-88AD-51A97CAC3BF6}" srcOrd="0" destOrd="0" presId="urn:microsoft.com/office/officeart/2005/8/layout/vProcess5"/>
    <dgm:cxn modelId="{AE6A5993-8E56-4627-8076-98F8831FAAED}" srcId="{F891F663-AD9C-4914-821B-7A95C69BE19F}" destId="{6866CE8A-91AE-41C2-8E9A-615379293FC4}" srcOrd="1" destOrd="0" parTransId="{09C2F55A-0D58-4DCA-8B4A-8E702967199E}" sibTransId="{17139DAA-2B10-4A02-A07C-0C657A95C842}"/>
    <dgm:cxn modelId="{AE0EC097-0E95-4D9F-AC64-5F020E7D60D5}" type="presOf" srcId="{6866CE8A-91AE-41C2-8E9A-615379293FC4}" destId="{BE2F5C4C-1730-4BF7-8134-7AA2378FE82C}" srcOrd="1" destOrd="0" presId="urn:microsoft.com/office/officeart/2005/8/layout/vProcess5"/>
    <dgm:cxn modelId="{C0E3A499-CCF0-441D-951C-E21375E64EC7}" srcId="{F891F663-AD9C-4914-821B-7A95C69BE19F}" destId="{0C605A12-0229-441D-AF31-A03E3D026AA5}" srcOrd="0" destOrd="0" parTransId="{4D723901-C5B4-47FE-A10F-282B242F3A65}" sibTransId="{8D58BE13-C05B-4B22-9948-ED14EE66F739}"/>
    <dgm:cxn modelId="{C9C6BAA7-C19C-4D5D-AB32-CA9C433559B7}" srcId="{F891F663-AD9C-4914-821B-7A95C69BE19F}" destId="{A59BF2A3-6CC7-47C2-A186-53DA13F63389}" srcOrd="2" destOrd="0" parTransId="{6E063096-0EBB-45DF-8C27-7EE2DE0DD27B}" sibTransId="{3EB75BDF-915E-48E1-83B1-06FABD93DB7F}"/>
    <dgm:cxn modelId="{69F92AB2-8784-495E-9A45-020F5B8CF2A9}" type="presOf" srcId="{6866CE8A-91AE-41C2-8E9A-615379293FC4}" destId="{90FF77C2-B13D-4015-B1EB-CB636A668C35}" srcOrd="0" destOrd="0" presId="urn:microsoft.com/office/officeart/2005/8/layout/vProcess5"/>
    <dgm:cxn modelId="{530D58D0-D574-4B9E-8CCA-50FE0D4C2994}" type="presOf" srcId="{17139DAA-2B10-4A02-A07C-0C657A95C842}" destId="{99098BE9-893B-4A1B-A745-47EC9C33AA0A}" srcOrd="0" destOrd="0" presId="urn:microsoft.com/office/officeart/2005/8/layout/vProcess5"/>
    <dgm:cxn modelId="{00F8BBD4-E2F4-47B4-990A-280A20F25240}" type="presOf" srcId="{8D58BE13-C05B-4B22-9948-ED14EE66F739}" destId="{92B3D19D-79B6-46F3-B366-C5FA8AD6B313}" srcOrd="0" destOrd="0" presId="urn:microsoft.com/office/officeart/2005/8/layout/vProcess5"/>
    <dgm:cxn modelId="{81EBD538-EE7B-4E97-8932-F89CAE25E55B}" type="presParOf" srcId="{C4313656-5114-4799-B1DA-BB895985D012}" destId="{209D50F3-D945-41E1-B92D-8F0346828B67}" srcOrd="0" destOrd="0" presId="urn:microsoft.com/office/officeart/2005/8/layout/vProcess5"/>
    <dgm:cxn modelId="{00A27638-CACA-4097-BAB9-FE6F5A0BEDD2}" type="presParOf" srcId="{C4313656-5114-4799-B1DA-BB895985D012}" destId="{8C9DDB77-28E3-48E9-BA68-D65C5DCC5B24}" srcOrd="1" destOrd="0" presId="urn:microsoft.com/office/officeart/2005/8/layout/vProcess5"/>
    <dgm:cxn modelId="{4CF511C9-9B90-4C43-8800-F564653BF8A8}" type="presParOf" srcId="{C4313656-5114-4799-B1DA-BB895985D012}" destId="{90FF77C2-B13D-4015-B1EB-CB636A668C35}" srcOrd="2" destOrd="0" presId="urn:microsoft.com/office/officeart/2005/8/layout/vProcess5"/>
    <dgm:cxn modelId="{C44B6AA8-25EE-4B2F-9BFD-2AFEDBE6E6D1}" type="presParOf" srcId="{C4313656-5114-4799-B1DA-BB895985D012}" destId="{AB8BAF4A-C4DC-447F-88AD-51A97CAC3BF6}" srcOrd="3" destOrd="0" presId="urn:microsoft.com/office/officeart/2005/8/layout/vProcess5"/>
    <dgm:cxn modelId="{D27A0D9A-E594-4CC8-A2BA-74A0350A3823}" type="presParOf" srcId="{C4313656-5114-4799-B1DA-BB895985D012}" destId="{AA2A6BC0-8285-4882-B821-A00F1D4FF0AC}" srcOrd="4" destOrd="0" presId="urn:microsoft.com/office/officeart/2005/8/layout/vProcess5"/>
    <dgm:cxn modelId="{88675B2E-2787-47AD-A82D-471AEFEFC335}" type="presParOf" srcId="{C4313656-5114-4799-B1DA-BB895985D012}" destId="{92B3D19D-79B6-46F3-B366-C5FA8AD6B313}" srcOrd="5" destOrd="0" presId="urn:microsoft.com/office/officeart/2005/8/layout/vProcess5"/>
    <dgm:cxn modelId="{9A8DCCC2-1FA8-43E0-AD6B-F46A7C40072D}" type="presParOf" srcId="{C4313656-5114-4799-B1DA-BB895985D012}" destId="{99098BE9-893B-4A1B-A745-47EC9C33AA0A}" srcOrd="6" destOrd="0" presId="urn:microsoft.com/office/officeart/2005/8/layout/vProcess5"/>
    <dgm:cxn modelId="{8B79265D-C963-451A-9F29-8F7F7301308A}" type="presParOf" srcId="{C4313656-5114-4799-B1DA-BB895985D012}" destId="{67544C7B-5D43-44B0-ABD1-90F65F9440B4}" srcOrd="7" destOrd="0" presId="urn:microsoft.com/office/officeart/2005/8/layout/vProcess5"/>
    <dgm:cxn modelId="{3DB045EE-6B07-4F78-BFD7-DE740F16735B}" type="presParOf" srcId="{C4313656-5114-4799-B1DA-BB895985D012}" destId="{1E01EA11-40DA-464D-92BA-929DBD023320}" srcOrd="8" destOrd="0" presId="urn:microsoft.com/office/officeart/2005/8/layout/vProcess5"/>
    <dgm:cxn modelId="{5017F05A-1BF2-4AD1-8AC2-8EECC257C072}" type="presParOf" srcId="{C4313656-5114-4799-B1DA-BB895985D012}" destId="{BE2F5C4C-1730-4BF7-8134-7AA2378FE82C}" srcOrd="9" destOrd="0" presId="urn:microsoft.com/office/officeart/2005/8/layout/vProcess5"/>
    <dgm:cxn modelId="{C197B6AE-9856-4294-B033-845F13F3DD64}" type="presParOf" srcId="{C4313656-5114-4799-B1DA-BB895985D012}" destId="{411AB865-AA42-4875-ACD6-6E629280D5AE}" srcOrd="10" destOrd="0" presId="urn:microsoft.com/office/officeart/2005/8/layout/vProcess5"/>
    <dgm:cxn modelId="{AD23FC31-FA60-4A35-B819-C7036CAA4429}" type="presParOf" srcId="{C4313656-5114-4799-B1DA-BB895985D012}" destId="{480828AE-5139-4C72-BECF-AC5E2B841AB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221CE257-57F3-4C37-9F47-E1E226237D4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A66A141-6D3E-4349-87FF-E56665314981}">
      <dgm:prSet/>
      <dgm:spPr/>
      <dgm:t>
        <a:bodyPr/>
        <a:lstStyle/>
        <a:p>
          <a:r>
            <a:rPr lang="en-US"/>
            <a:t>Standardize monitoring/logging</a:t>
          </a:r>
        </a:p>
      </dgm:t>
    </dgm:pt>
    <dgm:pt modelId="{34CCD60C-D6F2-46A6-A983-C90F52E7C047}" type="parTrans" cxnId="{A9AF0CDD-3E1A-4168-865E-E83872B71548}">
      <dgm:prSet/>
      <dgm:spPr/>
      <dgm:t>
        <a:bodyPr/>
        <a:lstStyle/>
        <a:p>
          <a:endParaRPr lang="en-US"/>
        </a:p>
      </dgm:t>
    </dgm:pt>
    <dgm:pt modelId="{E7B44EE7-D715-46E1-A2EC-555767A7DD94}" type="sibTrans" cxnId="{A9AF0CDD-3E1A-4168-865E-E83872B71548}">
      <dgm:prSet/>
      <dgm:spPr/>
      <dgm:t>
        <a:bodyPr/>
        <a:lstStyle/>
        <a:p>
          <a:endParaRPr lang="en-US"/>
        </a:p>
      </dgm:t>
    </dgm:pt>
    <dgm:pt modelId="{EC1EED8B-028D-4F44-87A4-7982D15C2D27}">
      <dgm:prSet/>
      <dgm:spPr/>
      <dgm:t>
        <a:bodyPr/>
        <a:lstStyle/>
        <a:p>
          <a:r>
            <a:rPr lang="en-US"/>
            <a:t>Use IaC (Terraform, Pulumi, Bicep)</a:t>
          </a:r>
        </a:p>
      </dgm:t>
    </dgm:pt>
    <dgm:pt modelId="{D115DC42-A27A-4CC9-B84F-7BDD4313DB57}" type="parTrans" cxnId="{D50234A1-BA90-4BF8-9F62-0D821D49671A}">
      <dgm:prSet/>
      <dgm:spPr/>
      <dgm:t>
        <a:bodyPr/>
        <a:lstStyle/>
        <a:p>
          <a:endParaRPr lang="en-US"/>
        </a:p>
      </dgm:t>
    </dgm:pt>
    <dgm:pt modelId="{4A6A9987-BDAA-4EC6-B111-9F871C31A1D0}" type="sibTrans" cxnId="{D50234A1-BA90-4BF8-9F62-0D821D49671A}">
      <dgm:prSet/>
      <dgm:spPr/>
      <dgm:t>
        <a:bodyPr/>
        <a:lstStyle/>
        <a:p>
          <a:endParaRPr lang="en-US"/>
        </a:p>
      </dgm:t>
    </dgm:pt>
    <dgm:pt modelId="{3DD61B64-ED8B-455B-A731-B99A34EDB46E}">
      <dgm:prSet/>
      <dgm:spPr/>
      <dgm:t>
        <a:bodyPr/>
        <a:lstStyle/>
        <a:p>
          <a:r>
            <a:rPr lang="en-US"/>
            <a:t>Governance: tagging, cost mgmt, security baselines</a:t>
          </a:r>
        </a:p>
      </dgm:t>
    </dgm:pt>
    <dgm:pt modelId="{024B3EF2-0544-4EE3-8DB9-700781FA5D90}" type="parTrans" cxnId="{B2B17A7A-6BF4-4F60-BAD2-5DD950C31471}">
      <dgm:prSet/>
      <dgm:spPr/>
      <dgm:t>
        <a:bodyPr/>
        <a:lstStyle/>
        <a:p>
          <a:endParaRPr lang="en-US"/>
        </a:p>
      </dgm:t>
    </dgm:pt>
    <dgm:pt modelId="{CFBD2C3B-7274-4E09-AAC6-DA15296CA302}" type="sibTrans" cxnId="{B2B17A7A-6BF4-4F60-BAD2-5DD950C31471}">
      <dgm:prSet/>
      <dgm:spPr/>
      <dgm:t>
        <a:bodyPr/>
        <a:lstStyle/>
        <a:p>
          <a:endParaRPr lang="en-US"/>
        </a:p>
      </dgm:t>
    </dgm:pt>
    <dgm:pt modelId="{4AB25CD7-C0B7-4A92-A15A-613548A82822}">
      <dgm:prSet/>
      <dgm:spPr/>
      <dgm:t>
        <a:bodyPr/>
        <a:lstStyle/>
        <a:p>
          <a:r>
            <a:rPr lang="en-US"/>
            <a:t>Plan for data gravity &amp; egress costs</a:t>
          </a:r>
        </a:p>
      </dgm:t>
    </dgm:pt>
    <dgm:pt modelId="{34EE2CA9-DA7F-4C02-8440-CD6E206B1448}" type="parTrans" cxnId="{D7ABF188-25DE-44C7-8BE4-186BD1259304}">
      <dgm:prSet/>
      <dgm:spPr/>
      <dgm:t>
        <a:bodyPr/>
        <a:lstStyle/>
        <a:p>
          <a:endParaRPr lang="en-US"/>
        </a:p>
      </dgm:t>
    </dgm:pt>
    <dgm:pt modelId="{345F23CC-202F-4355-A5F2-F9B186EC9E57}" type="sibTrans" cxnId="{D7ABF188-25DE-44C7-8BE4-186BD1259304}">
      <dgm:prSet/>
      <dgm:spPr/>
      <dgm:t>
        <a:bodyPr/>
        <a:lstStyle/>
        <a:p>
          <a:endParaRPr lang="en-US"/>
        </a:p>
      </dgm:t>
    </dgm:pt>
    <dgm:pt modelId="{1BE8DFE9-6F19-410D-A973-5CCEFDE172F7}" type="pres">
      <dgm:prSet presAssocID="{221CE257-57F3-4C37-9F47-E1E226237D45}" presName="root" presStyleCnt="0">
        <dgm:presLayoutVars>
          <dgm:dir/>
          <dgm:resizeHandles val="exact"/>
        </dgm:presLayoutVars>
      </dgm:prSet>
      <dgm:spPr/>
    </dgm:pt>
    <dgm:pt modelId="{4BB9A67C-4EC2-4D82-B316-B9907B6415D3}" type="pres">
      <dgm:prSet presAssocID="{FA66A141-6D3E-4349-87FF-E56665314981}" presName="compNode" presStyleCnt="0"/>
      <dgm:spPr/>
    </dgm:pt>
    <dgm:pt modelId="{70E64A51-C270-4C2D-B8F6-101F8BF2EB39}" type="pres">
      <dgm:prSet presAssocID="{FA66A141-6D3E-4349-87FF-E56665314981}" presName="bgRect" presStyleLbl="bgShp" presStyleIdx="0" presStyleCnt="4"/>
      <dgm:spPr/>
    </dgm:pt>
    <dgm:pt modelId="{F608ADF5-AF18-43F8-B099-D8DFAB819A9A}" type="pres">
      <dgm:prSet presAssocID="{FA66A141-6D3E-4349-87FF-E5666531498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94118FB-BC7B-4DB2-ABB2-0570C5A243C6}" type="pres">
      <dgm:prSet presAssocID="{FA66A141-6D3E-4349-87FF-E56665314981}" presName="spaceRect" presStyleCnt="0"/>
      <dgm:spPr/>
    </dgm:pt>
    <dgm:pt modelId="{88CC25FD-0B65-40E0-91CD-C0BDE5B499A2}" type="pres">
      <dgm:prSet presAssocID="{FA66A141-6D3E-4349-87FF-E56665314981}" presName="parTx" presStyleLbl="revTx" presStyleIdx="0" presStyleCnt="4">
        <dgm:presLayoutVars>
          <dgm:chMax val="0"/>
          <dgm:chPref val="0"/>
        </dgm:presLayoutVars>
      </dgm:prSet>
      <dgm:spPr/>
    </dgm:pt>
    <dgm:pt modelId="{9243A85A-B11D-4B99-AC85-93E11768B015}" type="pres">
      <dgm:prSet presAssocID="{E7B44EE7-D715-46E1-A2EC-555767A7DD94}" presName="sibTrans" presStyleCnt="0"/>
      <dgm:spPr/>
    </dgm:pt>
    <dgm:pt modelId="{CC34D867-2DDF-4E6A-9AD3-8E8AA6E3422D}" type="pres">
      <dgm:prSet presAssocID="{EC1EED8B-028D-4F44-87A4-7982D15C2D27}" presName="compNode" presStyleCnt="0"/>
      <dgm:spPr/>
    </dgm:pt>
    <dgm:pt modelId="{2A6A0371-9E2A-420A-AD73-47B1151F203B}" type="pres">
      <dgm:prSet presAssocID="{EC1EED8B-028D-4F44-87A4-7982D15C2D27}" presName="bgRect" presStyleLbl="bgShp" presStyleIdx="1" presStyleCnt="4"/>
      <dgm:spPr/>
    </dgm:pt>
    <dgm:pt modelId="{E796B261-CB5B-48E1-BB6F-0D4685913A9D}" type="pres">
      <dgm:prSet presAssocID="{EC1EED8B-028D-4F44-87A4-7982D15C2D2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2496B51-789E-48E6-A838-B7C548514DC2}" type="pres">
      <dgm:prSet presAssocID="{EC1EED8B-028D-4F44-87A4-7982D15C2D27}" presName="spaceRect" presStyleCnt="0"/>
      <dgm:spPr/>
    </dgm:pt>
    <dgm:pt modelId="{70F1168C-4652-4497-98D2-F3D947DF0027}" type="pres">
      <dgm:prSet presAssocID="{EC1EED8B-028D-4F44-87A4-7982D15C2D27}" presName="parTx" presStyleLbl="revTx" presStyleIdx="1" presStyleCnt="4">
        <dgm:presLayoutVars>
          <dgm:chMax val="0"/>
          <dgm:chPref val="0"/>
        </dgm:presLayoutVars>
      </dgm:prSet>
      <dgm:spPr/>
    </dgm:pt>
    <dgm:pt modelId="{CE182A73-1C0E-4E11-B7D1-B79DF66B4043}" type="pres">
      <dgm:prSet presAssocID="{4A6A9987-BDAA-4EC6-B111-9F871C31A1D0}" presName="sibTrans" presStyleCnt="0"/>
      <dgm:spPr/>
    </dgm:pt>
    <dgm:pt modelId="{E345AD57-DBAC-4C6A-993D-2BCF0B304348}" type="pres">
      <dgm:prSet presAssocID="{3DD61B64-ED8B-455B-A731-B99A34EDB46E}" presName="compNode" presStyleCnt="0"/>
      <dgm:spPr/>
    </dgm:pt>
    <dgm:pt modelId="{E01950B8-53FA-4916-AC0E-8402E56AA79E}" type="pres">
      <dgm:prSet presAssocID="{3DD61B64-ED8B-455B-A731-B99A34EDB46E}" presName="bgRect" presStyleLbl="bgShp" presStyleIdx="2" presStyleCnt="4"/>
      <dgm:spPr/>
    </dgm:pt>
    <dgm:pt modelId="{4834837C-F35E-4175-8EEE-6799DB043F9B}" type="pres">
      <dgm:prSet presAssocID="{3DD61B64-ED8B-455B-A731-B99A34EDB46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144C04AE-5116-4040-AE6A-515B9765456B}" type="pres">
      <dgm:prSet presAssocID="{3DD61B64-ED8B-455B-A731-B99A34EDB46E}" presName="spaceRect" presStyleCnt="0"/>
      <dgm:spPr/>
    </dgm:pt>
    <dgm:pt modelId="{A28C4DDC-9D17-4CA3-9F98-66DF3A130C9A}" type="pres">
      <dgm:prSet presAssocID="{3DD61B64-ED8B-455B-A731-B99A34EDB46E}" presName="parTx" presStyleLbl="revTx" presStyleIdx="2" presStyleCnt="4">
        <dgm:presLayoutVars>
          <dgm:chMax val="0"/>
          <dgm:chPref val="0"/>
        </dgm:presLayoutVars>
      </dgm:prSet>
      <dgm:spPr/>
    </dgm:pt>
    <dgm:pt modelId="{27354FD5-4109-47A3-B0A7-AF8949F56A50}" type="pres">
      <dgm:prSet presAssocID="{CFBD2C3B-7274-4E09-AAC6-DA15296CA302}" presName="sibTrans" presStyleCnt="0"/>
      <dgm:spPr/>
    </dgm:pt>
    <dgm:pt modelId="{FD043E42-A191-411B-9B2C-2BD768942EB3}" type="pres">
      <dgm:prSet presAssocID="{4AB25CD7-C0B7-4A92-A15A-613548A82822}" presName="compNode" presStyleCnt="0"/>
      <dgm:spPr/>
    </dgm:pt>
    <dgm:pt modelId="{C60C159D-477A-41A2-93D1-A4725DDE6B82}" type="pres">
      <dgm:prSet presAssocID="{4AB25CD7-C0B7-4A92-A15A-613548A82822}" presName="bgRect" presStyleLbl="bgShp" presStyleIdx="3" presStyleCnt="4"/>
      <dgm:spPr/>
    </dgm:pt>
    <dgm:pt modelId="{C6415DE8-F4D1-463C-8BE9-76232E606C26}" type="pres">
      <dgm:prSet presAssocID="{4AB25CD7-C0B7-4A92-A15A-613548A8282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compass"/>
        </a:ext>
      </dgm:extLst>
    </dgm:pt>
    <dgm:pt modelId="{1A705F97-6C5A-4F88-9E35-75FC923DF6D5}" type="pres">
      <dgm:prSet presAssocID="{4AB25CD7-C0B7-4A92-A15A-613548A82822}" presName="spaceRect" presStyleCnt="0"/>
      <dgm:spPr/>
    </dgm:pt>
    <dgm:pt modelId="{1F9A76E8-F2BB-4D27-9A8C-54B92D98F952}" type="pres">
      <dgm:prSet presAssocID="{4AB25CD7-C0B7-4A92-A15A-613548A8282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65AAF2C-712E-4A05-8D17-6FD7D173DFFB}" type="presOf" srcId="{FA66A141-6D3E-4349-87FF-E56665314981}" destId="{88CC25FD-0B65-40E0-91CD-C0BDE5B499A2}" srcOrd="0" destOrd="0" presId="urn:microsoft.com/office/officeart/2018/2/layout/IconVerticalSolidList"/>
    <dgm:cxn modelId="{B2B17A7A-6BF4-4F60-BAD2-5DD950C31471}" srcId="{221CE257-57F3-4C37-9F47-E1E226237D45}" destId="{3DD61B64-ED8B-455B-A731-B99A34EDB46E}" srcOrd="2" destOrd="0" parTransId="{024B3EF2-0544-4EE3-8DB9-700781FA5D90}" sibTransId="{CFBD2C3B-7274-4E09-AAC6-DA15296CA302}"/>
    <dgm:cxn modelId="{D7ABF188-25DE-44C7-8BE4-186BD1259304}" srcId="{221CE257-57F3-4C37-9F47-E1E226237D45}" destId="{4AB25CD7-C0B7-4A92-A15A-613548A82822}" srcOrd="3" destOrd="0" parTransId="{34EE2CA9-DA7F-4C02-8440-CD6E206B1448}" sibTransId="{345F23CC-202F-4355-A5F2-F9B186EC9E57}"/>
    <dgm:cxn modelId="{7D3AC289-9BD9-4E4F-B04E-3E1B9B0919AC}" type="presOf" srcId="{221CE257-57F3-4C37-9F47-E1E226237D45}" destId="{1BE8DFE9-6F19-410D-A973-5CCEFDE172F7}" srcOrd="0" destOrd="0" presId="urn:microsoft.com/office/officeart/2018/2/layout/IconVerticalSolidList"/>
    <dgm:cxn modelId="{D50234A1-BA90-4BF8-9F62-0D821D49671A}" srcId="{221CE257-57F3-4C37-9F47-E1E226237D45}" destId="{EC1EED8B-028D-4F44-87A4-7982D15C2D27}" srcOrd="1" destOrd="0" parTransId="{D115DC42-A27A-4CC9-B84F-7BDD4313DB57}" sibTransId="{4A6A9987-BDAA-4EC6-B111-9F871C31A1D0}"/>
    <dgm:cxn modelId="{91E171C7-FC93-4B6C-80A0-1D036AB056CB}" type="presOf" srcId="{EC1EED8B-028D-4F44-87A4-7982D15C2D27}" destId="{70F1168C-4652-4497-98D2-F3D947DF0027}" srcOrd="0" destOrd="0" presId="urn:microsoft.com/office/officeart/2018/2/layout/IconVerticalSolidList"/>
    <dgm:cxn modelId="{B4EDD3C9-D5EA-481F-BF35-BDC72B206270}" type="presOf" srcId="{4AB25CD7-C0B7-4A92-A15A-613548A82822}" destId="{1F9A76E8-F2BB-4D27-9A8C-54B92D98F952}" srcOrd="0" destOrd="0" presId="urn:microsoft.com/office/officeart/2018/2/layout/IconVerticalSolidList"/>
    <dgm:cxn modelId="{A9AF0CDD-3E1A-4168-865E-E83872B71548}" srcId="{221CE257-57F3-4C37-9F47-E1E226237D45}" destId="{FA66A141-6D3E-4349-87FF-E56665314981}" srcOrd="0" destOrd="0" parTransId="{34CCD60C-D6F2-46A6-A983-C90F52E7C047}" sibTransId="{E7B44EE7-D715-46E1-A2EC-555767A7DD94}"/>
    <dgm:cxn modelId="{B4B5EEEB-EA84-4057-95FE-9A4284B94506}" type="presOf" srcId="{3DD61B64-ED8B-455B-A731-B99A34EDB46E}" destId="{A28C4DDC-9D17-4CA3-9F98-66DF3A130C9A}" srcOrd="0" destOrd="0" presId="urn:microsoft.com/office/officeart/2018/2/layout/IconVerticalSolidList"/>
    <dgm:cxn modelId="{AAB14FED-6B10-4C75-B45D-F30819E91C4C}" type="presParOf" srcId="{1BE8DFE9-6F19-410D-A973-5CCEFDE172F7}" destId="{4BB9A67C-4EC2-4D82-B316-B9907B6415D3}" srcOrd="0" destOrd="0" presId="urn:microsoft.com/office/officeart/2018/2/layout/IconVerticalSolidList"/>
    <dgm:cxn modelId="{E95F7A12-BD56-4477-9682-01C60873D402}" type="presParOf" srcId="{4BB9A67C-4EC2-4D82-B316-B9907B6415D3}" destId="{70E64A51-C270-4C2D-B8F6-101F8BF2EB39}" srcOrd="0" destOrd="0" presId="urn:microsoft.com/office/officeart/2018/2/layout/IconVerticalSolidList"/>
    <dgm:cxn modelId="{1AB29C9F-DF68-4278-B02A-171034EECC62}" type="presParOf" srcId="{4BB9A67C-4EC2-4D82-B316-B9907B6415D3}" destId="{F608ADF5-AF18-43F8-B099-D8DFAB819A9A}" srcOrd="1" destOrd="0" presId="urn:microsoft.com/office/officeart/2018/2/layout/IconVerticalSolidList"/>
    <dgm:cxn modelId="{76822375-85CE-45CE-B328-312797C74E1D}" type="presParOf" srcId="{4BB9A67C-4EC2-4D82-B316-B9907B6415D3}" destId="{E94118FB-BC7B-4DB2-ABB2-0570C5A243C6}" srcOrd="2" destOrd="0" presId="urn:microsoft.com/office/officeart/2018/2/layout/IconVerticalSolidList"/>
    <dgm:cxn modelId="{21FC8047-6212-493B-80B7-E45F696BC1BC}" type="presParOf" srcId="{4BB9A67C-4EC2-4D82-B316-B9907B6415D3}" destId="{88CC25FD-0B65-40E0-91CD-C0BDE5B499A2}" srcOrd="3" destOrd="0" presId="urn:microsoft.com/office/officeart/2018/2/layout/IconVerticalSolidList"/>
    <dgm:cxn modelId="{9E51C999-6629-4F6B-9047-4F28F87541A8}" type="presParOf" srcId="{1BE8DFE9-6F19-410D-A973-5CCEFDE172F7}" destId="{9243A85A-B11D-4B99-AC85-93E11768B015}" srcOrd="1" destOrd="0" presId="urn:microsoft.com/office/officeart/2018/2/layout/IconVerticalSolidList"/>
    <dgm:cxn modelId="{9ACE0F3B-B410-469D-BB85-C38267BF0C1C}" type="presParOf" srcId="{1BE8DFE9-6F19-410D-A973-5CCEFDE172F7}" destId="{CC34D867-2DDF-4E6A-9AD3-8E8AA6E3422D}" srcOrd="2" destOrd="0" presId="urn:microsoft.com/office/officeart/2018/2/layout/IconVerticalSolidList"/>
    <dgm:cxn modelId="{84D52E41-BE70-4B06-8BE7-4DF01437A510}" type="presParOf" srcId="{CC34D867-2DDF-4E6A-9AD3-8E8AA6E3422D}" destId="{2A6A0371-9E2A-420A-AD73-47B1151F203B}" srcOrd="0" destOrd="0" presId="urn:microsoft.com/office/officeart/2018/2/layout/IconVerticalSolidList"/>
    <dgm:cxn modelId="{62A7318F-AC4F-499A-B480-27A57F9CE3FF}" type="presParOf" srcId="{CC34D867-2DDF-4E6A-9AD3-8E8AA6E3422D}" destId="{E796B261-CB5B-48E1-BB6F-0D4685913A9D}" srcOrd="1" destOrd="0" presId="urn:microsoft.com/office/officeart/2018/2/layout/IconVerticalSolidList"/>
    <dgm:cxn modelId="{53BD798C-6186-44AE-B14C-5E45D95282B2}" type="presParOf" srcId="{CC34D867-2DDF-4E6A-9AD3-8E8AA6E3422D}" destId="{A2496B51-789E-48E6-A838-B7C548514DC2}" srcOrd="2" destOrd="0" presId="urn:microsoft.com/office/officeart/2018/2/layout/IconVerticalSolidList"/>
    <dgm:cxn modelId="{1AAF0869-92C3-48FA-A01E-455C00A322B2}" type="presParOf" srcId="{CC34D867-2DDF-4E6A-9AD3-8E8AA6E3422D}" destId="{70F1168C-4652-4497-98D2-F3D947DF0027}" srcOrd="3" destOrd="0" presId="urn:microsoft.com/office/officeart/2018/2/layout/IconVerticalSolidList"/>
    <dgm:cxn modelId="{A9D571EB-4C6B-4845-B2B8-4D0E78933054}" type="presParOf" srcId="{1BE8DFE9-6F19-410D-A973-5CCEFDE172F7}" destId="{CE182A73-1C0E-4E11-B7D1-B79DF66B4043}" srcOrd="3" destOrd="0" presId="urn:microsoft.com/office/officeart/2018/2/layout/IconVerticalSolidList"/>
    <dgm:cxn modelId="{627F6D06-8950-41C5-BF92-4FECE6464185}" type="presParOf" srcId="{1BE8DFE9-6F19-410D-A973-5CCEFDE172F7}" destId="{E345AD57-DBAC-4C6A-993D-2BCF0B304348}" srcOrd="4" destOrd="0" presId="urn:microsoft.com/office/officeart/2018/2/layout/IconVerticalSolidList"/>
    <dgm:cxn modelId="{24629C86-3720-4D07-84A4-FAB00846296B}" type="presParOf" srcId="{E345AD57-DBAC-4C6A-993D-2BCF0B304348}" destId="{E01950B8-53FA-4916-AC0E-8402E56AA79E}" srcOrd="0" destOrd="0" presId="urn:microsoft.com/office/officeart/2018/2/layout/IconVerticalSolidList"/>
    <dgm:cxn modelId="{265CD8AD-53DD-4E62-8D37-173889842195}" type="presParOf" srcId="{E345AD57-DBAC-4C6A-993D-2BCF0B304348}" destId="{4834837C-F35E-4175-8EEE-6799DB043F9B}" srcOrd="1" destOrd="0" presId="urn:microsoft.com/office/officeart/2018/2/layout/IconVerticalSolidList"/>
    <dgm:cxn modelId="{599BEFA6-B1B1-49AA-ABC9-E931C7C617E6}" type="presParOf" srcId="{E345AD57-DBAC-4C6A-993D-2BCF0B304348}" destId="{144C04AE-5116-4040-AE6A-515B9765456B}" srcOrd="2" destOrd="0" presId="urn:microsoft.com/office/officeart/2018/2/layout/IconVerticalSolidList"/>
    <dgm:cxn modelId="{B9EC04A6-80FE-4AD2-A5AF-69A52ADD0B6F}" type="presParOf" srcId="{E345AD57-DBAC-4C6A-993D-2BCF0B304348}" destId="{A28C4DDC-9D17-4CA3-9F98-66DF3A130C9A}" srcOrd="3" destOrd="0" presId="urn:microsoft.com/office/officeart/2018/2/layout/IconVerticalSolidList"/>
    <dgm:cxn modelId="{CB770E77-4DB9-4217-996E-7F7260971D49}" type="presParOf" srcId="{1BE8DFE9-6F19-410D-A973-5CCEFDE172F7}" destId="{27354FD5-4109-47A3-B0A7-AF8949F56A50}" srcOrd="5" destOrd="0" presId="urn:microsoft.com/office/officeart/2018/2/layout/IconVerticalSolidList"/>
    <dgm:cxn modelId="{3875D20B-3344-49B3-8825-5E2CABB9B429}" type="presParOf" srcId="{1BE8DFE9-6F19-410D-A973-5CCEFDE172F7}" destId="{FD043E42-A191-411B-9B2C-2BD768942EB3}" srcOrd="6" destOrd="0" presId="urn:microsoft.com/office/officeart/2018/2/layout/IconVerticalSolidList"/>
    <dgm:cxn modelId="{B7A66F3C-F126-4E24-8145-9DFBFA52D2A8}" type="presParOf" srcId="{FD043E42-A191-411B-9B2C-2BD768942EB3}" destId="{C60C159D-477A-41A2-93D1-A4725DDE6B82}" srcOrd="0" destOrd="0" presId="urn:microsoft.com/office/officeart/2018/2/layout/IconVerticalSolidList"/>
    <dgm:cxn modelId="{415E8E1F-C593-4EC4-B723-F3B03F6DFD83}" type="presParOf" srcId="{FD043E42-A191-411B-9B2C-2BD768942EB3}" destId="{C6415DE8-F4D1-463C-8BE9-76232E606C26}" srcOrd="1" destOrd="0" presId="urn:microsoft.com/office/officeart/2018/2/layout/IconVerticalSolidList"/>
    <dgm:cxn modelId="{667D6679-16D4-4727-8E37-22EA2D2BB916}" type="presParOf" srcId="{FD043E42-A191-411B-9B2C-2BD768942EB3}" destId="{1A705F97-6C5A-4F88-9E35-75FC923DF6D5}" srcOrd="2" destOrd="0" presId="urn:microsoft.com/office/officeart/2018/2/layout/IconVerticalSolidList"/>
    <dgm:cxn modelId="{EDF7496C-3F30-40ED-BCDF-4ABE18F4240A}" type="presParOf" srcId="{FD043E42-A191-411B-9B2C-2BD768942EB3}" destId="{1F9A76E8-F2BB-4D27-9A8C-54B92D98F95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7F65E9A8-3EEE-49B2-801D-C9EF565E118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FCC5987-D1CA-4E5B-BB80-F4678B0B4B5B}">
      <dgm:prSet/>
      <dgm:spPr/>
      <dgm:t>
        <a:bodyPr/>
        <a:lstStyle/>
        <a:p>
          <a:r>
            <a:rPr lang="en-US"/>
            <a:t>AWS = breadth &amp; maturity</a:t>
          </a:r>
        </a:p>
      </dgm:t>
    </dgm:pt>
    <dgm:pt modelId="{C1ED9798-B577-4F2A-AC2E-7316CA295130}" type="parTrans" cxnId="{9B402FEB-E1C4-4C5C-BA26-066347145536}">
      <dgm:prSet/>
      <dgm:spPr/>
      <dgm:t>
        <a:bodyPr/>
        <a:lstStyle/>
        <a:p>
          <a:endParaRPr lang="en-US"/>
        </a:p>
      </dgm:t>
    </dgm:pt>
    <dgm:pt modelId="{A97545CC-E46A-4A34-A8AC-0CB1E980DD3B}" type="sibTrans" cxnId="{9B402FEB-E1C4-4C5C-BA26-066347145536}">
      <dgm:prSet/>
      <dgm:spPr/>
      <dgm:t>
        <a:bodyPr/>
        <a:lstStyle/>
        <a:p>
          <a:endParaRPr lang="en-US"/>
        </a:p>
      </dgm:t>
    </dgm:pt>
    <dgm:pt modelId="{E3173FCA-4DBC-489C-9B89-975C05DCD5D8}">
      <dgm:prSet/>
      <dgm:spPr/>
      <dgm:t>
        <a:bodyPr/>
        <a:lstStyle/>
        <a:p>
          <a:r>
            <a:rPr lang="en-US" dirty="0"/>
            <a:t>Azure = enterprise integration and AI</a:t>
          </a:r>
        </a:p>
      </dgm:t>
    </dgm:pt>
    <dgm:pt modelId="{F2C52CEA-EFBC-43BE-8134-22FCE3616A55}" type="parTrans" cxnId="{3239D51E-CC17-4980-9804-71BB8FF86E88}">
      <dgm:prSet/>
      <dgm:spPr/>
      <dgm:t>
        <a:bodyPr/>
        <a:lstStyle/>
        <a:p>
          <a:endParaRPr lang="en-US"/>
        </a:p>
      </dgm:t>
    </dgm:pt>
    <dgm:pt modelId="{5169320F-BF2A-4F6A-82F6-A49D56B6CDE4}" type="sibTrans" cxnId="{3239D51E-CC17-4980-9804-71BB8FF86E88}">
      <dgm:prSet/>
      <dgm:spPr/>
      <dgm:t>
        <a:bodyPr/>
        <a:lstStyle/>
        <a:p>
          <a:endParaRPr lang="en-US"/>
        </a:p>
      </dgm:t>
    </dgm:pt>
    <dgm:pt modelId="{B8ED3DB6-6DB9-4945-B2AB-34CC77AEFBAD}">
      <dgm:prSet/>
      <dgm:spPr/>
      <dgm:t>
        <a:bodyPr/>
        <a:lstStyle/>
        <a:p>
          <a:r>
            <a:rPr lang="en-US" dirty="0"/>
            <a:t>GCP = analytics &amp; innovation</a:t>
          </a:r>
        </a:p>
      </dgm:t>
    </dgm:pt>
    <dgm:pt modelId="{570F3492-C4FE-481E-89BC-1BDF9C3F9730}" type="parTrans" cxnId="{70202B4D-E92E-4C4C-B831-B48BE106AAB7}">
      <dgm:prSet/>
      <dgm:spPr/>
      <dgm:t>
        <a:bodyPr/>
        <a:lstStyle/>
        <a:p>
          <a:endParaRPr lang="en-US"/>
        </a:p>
      </dgm:t>
    </dgm:pt>
    <dgm:pt modelId="{9C0B93E7-2D54-42E6-B7E2-1FFCBC3DE270}" type="sibTrans" cxnId="{70202B4D-E92E-4C4C-B831-B48BE106AAB7}">
      <dgm:prSet/>
      <dgm:spPr/>
      <dgm:t>
        <a:bodyPr/>
        <a:lstStyle/>
        <a:p>
          <a:endParaRPr lang="en-US"/>
        </a:p>
      </dgm:t>
    </dgm:pt>
    <dgm:pt modelId="{9CB865A6-4D32-4B5E-B521-1C1EB09CB683}">
      <dgm:prSet/>
      <dgm:spPr/>
      <dgm:t>
        <a:bodyPr/>
        <a:lstStyle/>
        <a:p>
          <a:r>
            <a:rPr lang="en-US" dirty="0"/>
            <a:t>Each cloud has an offering combination to meet demands, but also strength in specific areas.</a:t>
          </a:r>
        </a:p>
      </dgm:t>
    </dgm:pt>
    <dgm:pt modelId="{D3279D48-39ED-4002-BABF-18AC3947DF4A}" type="parTrans" cxnId="{34AC5336-589F-4F2B-9464-F8D7438DE9C7}">
      <dgm:prSet/>
      <dgm:spPr/>
      <dgm:t>
        <a:bodyPr/>
        <a:lstStyle/>
        <a:p>
          <a:endParaRPr lang="en-US"/>
        </a:p>
      </dgm:t>
    </dgm:pt>
    <dgm:pt modelId="{4BC91187-6ECC-4916-95DC-731921855805}" type="sibTrans" cxnId="{34AC5336-589F-4F2B-9464-F8D7438DE9C7}">
      <dgm:prSet/>
      <dgm:spPr/>
      <dgm:t>
        <a:bodyPr/>
        <a:lstStyle/>
        <a:p>
          <a:endParaRPr lang="en-US"/>
        </a:p>
      </dgm:t>
    </dgm:pt>
    <dgm:pt modelId="{4DF1E77A-CF97-42E1-9B7D-388FAD62B5A5}" type="pres">
      <dgm:prSet presAssocID="{7F65E9A8-3EEE-49B2-801D-C9EF565E1182}" presName="root" presStyleCnt="0">
        <dgm:presLayoutVars>
          <dgm:dir/>
          <dgm:resizeHandles val="exact"/>
        </dgm:presLayoutVars>
      </dgm:prSet>
      <dgm:spPr/>
    </dgm:pt>
    <dgm:pt modelId="{D279FB62-0D66-445C-AA7C-BF125EE8B36C}" type="pres">
      <dgm:prSet presAssocID="{FFCC5987-D1CA-4E5B-BB80-F4678B0B4B5B}" presName="compNode" presStyleCnt="0"/>
      <dgm:spPr/>
    </dgm:pt>
    <dgm:pt modelId="{662BB460-A8CD-4BFB-BC06-F6D9D38A48F7}" type="pres">
      <dgm:prSet presAssocID="{FFCC5987-D1CA-4E5B-BB80-F4678B0B4B5B}" presName="bgRect" presStyleLbl="bgShp" presStyleIdx="0" presStyleCnt="4" custLinFactNeighborY="-51831"/>
      <dgm:spPr/>
    </dgm:pt>
    <dgm:pt modelId="{79CA803D-E006-4435-BBCA-BB81F8A6A280}" type="pres">
      <dgm:prSet presAssocID="{FFCC5987-D1CA-4E5B-BB80-F4678B0B4B5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CECA5D34-F102-4628-8518-9B2FC286B21F}" type="pres">
      <dgm:prSet presAssocID="{FFCC5987-D1CA-4E5B-BB80-F4678B0B4B5B}" presName="spaceRect" presStyleCnt="0"/>
      <dgm:spPr/>
    </dgm:pt>
    <dgm:pt modelId="{4A0655C5-F0AF-41D6-A831-79CBB40A0296}" type="pres">
      <dgm:prSet presAssocID="{FFCC5987-D1CA-4E5B-BB80-F4678B0B4B5B}" presName="parTx" presStyleLbl="revTx" presStyleIdx="0" presStyleCnt="4">
        <dgm:presLayoutVars>
          <dgm:chMax val="0"/>
          <dgm:chPref val="0"/>
        </dgm:presLayoutVars>
      </dgm:prSet>
      <dgm:spPr/>
    </dgm:pt>
    <dgm:pt modelId="{ADC6A814-FC3F-4135-A3DD-3C2068516E17}" type="pres">
      <dgm:prSet presAssocID="{A97545CC-E46A-4A34-A8AC-0CB1E980DD3B}" presName="sibTrans" presStyleCnt="0"/>
      <dgm:spPr/>
    </dgm:pt>
    <dgm:pt modelId="{6F594DD7-0AAA-4C58-B616-B0D29E79CDE6}" type="pres">
      <dgm:prSet presAssocID="{E3173FCA-4DBC-489C-9B89-975C05DCD5D8}" presName="compNode" presStyleCnt="0"/>
      <dgm:spPr/>
    </dgm:pt>
    <dgm:pt modelId="{BEA3911A-EE08-495C-A911-951BF3D5E39B}" type="pres">
      <dgm:prSet presAssocID="{E3173FCA-4DBC-489C-9B89-975C05DCD5D8}" presName="bgRect" presStyleLbl="bgShp" presStyleIdx="1" presStyleCnt="4"/>
      <dgm:spPr/>
    </dgm:pt>
    <dgm:pt modelId="{C7522712-3B08-4503-8EC8-35F1313423E2}" type="pres">
      <dgm:prSet presAssocID="{E3173FCA-4DBC-489C-9B89-975C05DCD5D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851F5AB-5B83-4558-A975-AE705A864D4A}" type="pres">
      <dgm:prSet presAssocID="{E3173FCA-4DBC-489C-9B89-975C05DCD5D8}" presName="spaceRect" presStyleCnt="0"/>
      <dgm:spPr/>
    </dgm:pt>
    <dgm:pt modelId="{AFBC066A-90E6-4D32-9DEF-49FCDDF96CDF}" type="pres">
      <dgm:prSet presAssocID="{E3173FCA-4DBC-489C-9B89-975C05DCD5D8}" presName="parTx" presStyleLbl="revTx" presStyleIdx="1" presStyleCnt="4">
        <dgm:presLayoutVars>
          <dgm:chMax val="0"/>
          <dgm:chPref val="0"/>
        </dgm:presLayoutVars>
      </dgm:prSet>
      <dgm:spPr/>
    </dgm:pt>
    <dgm:pt modelId="{7EC0915A-7D76-4695-BA4A-3CD1DED278A8}" type="pres">
      <dgm:prSet presAssocID="{5169320F-BF2A-4F6A-82F6-A49D56B6CDE4}" presName="sibTrans" presStyleCnt="0"/>
      <dgm:spPr/>
    </dgm:pt>
    <dgm:pt modelId="{EA1BE224-88E0-43B7-A9C1-73D545673A8F}" type="pres">
      <dgm:prSet presAssocID="{B8ED3DB6-6DB9-4945-B2AB-34CC77AEFBAD}" presName="compNode" presStyleCnt="0"/>
      <dgm:spPr/>
    </dgm:pt>
    <dgm:pt modelId="{BA442EAB-4447-41EA-A325-960A72454717}" type="pres">
      <dgm:prSet presAssocID="{B8ED3DB6-6DB9-4945-B2AB-34CC77AEFBAD}" presName="bgRect" presStyleLbl="bgShp" presStyleIdx="2" presStyleCnt="4"/>
      <dgm:spPr/>
    </dgm:pt>
    <dgm:pt modelId="{C68672C3-8D7F-4156-BF83-99D9A6872FB0}" type="pres">
      <dgm:prSet presAssocID="{B8ED3DB6-6DB9-4945-B2AB-34CC77AEFBA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A3D35A2-BEF5-47CD-9947-050F35CA15ED}" type="pres">
      <dgm:prSet presAssocID="{B8ED3DB6-6DB9-4945-B2AB-34CC77AEFBAD}" presName="spaceRect" presStyleCnt="0"/>
      <dgm:spPr/>
    </dgm:pt>
    <dgm:pt modelId="{EF1E626F-BE9C-47FE-B644-CA510E1EEDD9}" type="pres">
      <dgm:prSet presAssocID="{B8ED3DB6-6DB9-4945-B2AB-34CC77AEFBAD}" presName="parTx" presStyleLbl="revTx" presStyleIdx="2" presStyleCnt="4">
        <dgm:presLayoutVars>
          <dgm:chMax val="0"/>
          <dgm:chPref val="0"/>
        </dgm:presLayoutVars>
      </dgm:prSet>
      <dgm:spPr/>
    </dgm:pt>
    <dgm:pt modelId="{20C038DC-1FD3-43F5-8DCB-67EA42A1B8C5}" type="pres">
      <dgm:prSet presAssocID="{9C0B93E7-2D54-42E6-B7E2-1FFCBC3DE270}" presName="sibTrans" presStyleCnt="0"/>
      <dgm:spPr/>
    </dgm:pt>
    <dgm:pt modelId="{37981CB3-4794-4967-BAC1-D401BD0C3169}" type="pres">
      <dgm:prSet presAssocID="{9CB865A6-4D32-4B5E-B521-1C1EB09CB683}" presName="compNode" presStyleCnt="0"/>
      <dgm:spPr/>
    </dgm:pt>
    <dgm:pt modelId="{14A98C1A-BC70-4767-B64E-DF76C8C52B0C}" type="pres">
      <dgm:prSet presAssocID="{9CB865A6-4D32-4B5E-B521-1C1EB09CB683}" presName="bgRect" presStyleLbl="bgShp" presStyleIdx="3" presStyleCnt="4"/>
      <dgm:spPr/>
    </dgm:pt>
    <dgm:pt modelId="{8CA1CE87-7717-447F-BBF1-9B31D5D40BA2}" type="pres">
      <dgm:prSet presAssocID="{9CB865A6-4D32-4B5E-B521-1C1EB09CB68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A54BB58-B500-4CB9-8C01-C69C50A132C6}" type="pres">
      <dgm:prSet presAssocID="{9CB865A6-4D32-4B5E-B521-1C1EB09CB683}" presName="spaceRect" presStyleCnt="0"/>
      <dgm:spPr/>
    </dgm:pt>
    <dgm:pt modelId="{013E9D26-3B81-4E63-9C82-E952ABEC245A}" type="pres">
      <dgm:prSet presAssocID="{9CB865A6-4D32-4B5E-B521-1C1EB09CB68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B570B1A-2253-45DA-8785-26CA82A70E00}" type="presOf" srcId="{B8ED3DB6-6DB9-4945-B2AB-34CC77AEFBAD}" destId="{EF1E626F-BE9C-47FE-B644-CA510E1EEDD9}" srcOrd="0" destOrd="0" presId="urn:microsoft.com/office/officeart/2018/2/layout/IconVerticalSolidList"/>
    <dgm:cxn modelId="{3239D51E-CC17-4980-9804-71BB8FF86E88}" srcId="{7F65E9A8-3EEE-49B2-801D-C9EF565E1182}" destId="{E3173FCA-4DBC-489C-9B89-975C05DCD5D8}" srcOrd="1" destOrd="0" parTransId="{F2C52CEA-EFBC-43BE-8134-22FCE3616A55}" sibTransId="{5169320F-BF2A-4F6A-82F6-A49D56B6CDE4}"/>
    <dgm:cxn modelId="{FDE17130-800B-4E5F-81C2-83E503C848CD}" type="presOf" srcId="{7F65E9A8-3EEE-49B2-801D-C9EF565E1182}" destId="{4DF1E77A-CF97-42E1-9B7D-388FAD62B5A5}" srcOrd="0" destOrd="0" presId="urn:microsoft.com/office/officeart/2018/2/layout/IconVerticalSolidList"/>
    <dgm:cxn modelId="{34AC5336-589F-4F2B-9464-F8D7438DE9C7}" srcId="{7F65E9A8-3EEE-49B2-801D-C9EF565E1182}" destId="{9CB865A6-4D32-4B5E-B521-1C1EB09CB683}" srcOrd="3" destOrd="0" parTransId="{D3279D48-39ED-4002-BABF-18AC3947DF4A}" sibTransId="{4BC91187-6ECC-4916-95DC-731921855805}"/>
    <dgm:cxn modelId="{70202B4D-E92E-4C4C-B831-B48BE106AAB7}" srcId="{7F65E9A8-3EEE-49B2-801D-C9EF565E1182}" destId="{B8ED3DB6-6DB9-4945-B2AB-34CC77AEFBAD}" srcOrd="2" destOrd="0" parTransId="{570F3492-C4FE-481E-89BC-1BDF9C3F9730}" sibTransId="{9C0B93E7-2D54-42E6-B7E2-1FFCBC3DE270}"/>
    <dgm:cxn modelId="{4DF9BE7D-ED57-4B5F-886B-997832E4744D}" type="presOf" srcId="{FFCC5987-D1CA-4E5B-BB80-F4678B0B4B5B}" destId="{4A0655C5-F0AF-41D6-A831-79CBB40A0296}" srcOrd="0" destOrd="0" presId="urn:microsoft.com/office/officeart/2018/2/layout/IconVerticalSolidList"/>
    <dgm:cxn modelId="{211A9FB9-76E4-473D-88B4-536CE1C5850C}" type="presOf" srcId="{9CB865A6-4D32-4B5E-B521-1C1EB09CB683}" destId="{013E9D26-3B81-4E63-9C82-E952ABEC245A}" srcOrd="0" destOrd="0" presId="urn:microsoft.com/office/officeart/2018/2/layout/IconVerticalSolidList"/>
    <dgm:cxn modelId="{9B402FEB-E1C4-4C5C-BA26-066347145536}" srcId="{7F65E9A8-3EEE-49B2-801D-C9EF565E1182}" destId="{FFCC5987-D1CA-4E5B-BB80-F4678B0B4B5B}" srcOrd="0" destOrd="0" parTransId="{C1ED9798-B577-4F2A-AC2E-7316CA295130}" sibTransId="{A97545CC-E46A-4A34-A8AC-0CB1E980DD3B}"/>
    <dgm:cxn modelId="{518A58FA-FF40-4EFA-8DEB-285784973878}" type="presOf" srcId="{E3173FCA-4DBC-489C-9B89-975C05DCD5D8}" destId="{AFBC066A-90E6-4D32-9DEF-49FCDDF96CDF}" srcOrd="0" destOrd="0" presId="urn:microsoft.com/office/officeart/2018/2/layout/IconVerticalSolidList"/>
    <dgm:cxn modelId="{B75ACFDE-635E-461F-A3C4-DFE669DF347B}" type="presParOf" srcId="{4DF1E77A-CF97-42E1-9B7D-388FAD62B5A5}" destId="{D279FB62-0D66-445C-AA7C-BF125EE8B36C}" srcOrd="0" destOrd="0" presId="urn:microsoft.com/office/officeart/2018/2/layout/IconVerticalSolidList"/>
    <dgm:cxn modelId="{9A2CA4DD-E689-4D58-857D-2D0C4D06B3E5}" type="presParOf" srcId="{D279FB62-0D66-445C-AA7C-BF125EE8B36C}" destId="{662BB460-A8CD-4BFB-BC06-F6D9D38A48F7}" srcOrd="0" destOrd="0" presId="urn:microsoft.com/office/officeart/2018/2/layout/IconVerticalSolidList"/>
    <dgm:cxn modelId="{214D28C0-D375-4B19-A88D-CFEC649459B6}" type="presParOf" srcId="{D279FB62-0D66-445C-AA7C-BF125EE8B36C}" destId="{79CA803D-E006-4435-BBCA-BB81F8A6A280}" srcOrd="1" destOrd="0" presId="urn:microsoft.com/office/officeart/2018/2/layout/IconVerticalSolidList"/>
    <dgm:cxn modelId="{9EF9A416-B184-4F68-93FB-5BBDC2AD8249}" type="presParOf" srcId="{D279FB62-0D66-445C-AA7C-BF125EE8B36C}" destId="{CECA5D34-F102-4628-8518-9B2FC286B21F}" srcOrd="2" destOrd="0" presId="urn:microsoft.com/office/officeart/2018/2/layout/IconVerticalSolidList"/>
    <dgm:cxn modelId="{1E03FCE4-B474-45A6-81AA-0CE7618817C0}" type="presParOf" srcId="{D279FB62-0D66-445C-AA7C-BF125EE8B36C}" destId="{4A0655C5-F0AF-41D6-A831-79CBB40A0296}" srcOrd="3" destOrd="0" presId="urn:microsoft.com/office/officeart/2018/2/layout/IconVerticalSolidList"/>
    <dgm:cxn modelId="{720560A7-2C7A-4E6A-B01C-273CCEC694FD}" type="presParOf" srcId="{4DF1E77A-CF97-42E1-9B7D-388FAD62B5A5}" destId="{ADC6A814-FC3F-4135-A3DD-3C2068516E17}" srcOrd="1" destOrd="0" presId="urn:microsoft.com/office/officeart/2018/2/layout/IconVerticalSolidList"/>
    <dgm:cxn modelId="{D7F4E1B2-F268-4923-AEE4-749B8828B78F}" type="presParOf" srcId="{4DF1E77A-CF97-42E1-9B7D-388FAD62B5A5}" destId="{6F594DD7-0AAA-4C58-B616-B0D29E79CDE6}" srcOrd="2" destOrd="0" presId="urn:microsoft.com/office/officeart/2018/2/layout/IconVerticalSolidList"/>
    <dgm:cxn modelId="{88B7DFED-768E-4B84-B4EC-4BCE93500579}" type="presParOf" srcId="{6F594DD7-0AAA-4C58-B616-B0D29E79CDE6}" destId="{BEA3911A-EE08-495C-A911-951BF3D5E39B}" srcOrd="0" destOrd="0" presId="urn:microsoft.com/office/officeart/2018/2/layout/IconVerticalSolidList"/>
    <dgm:cxn modelId="{B2720B46-D7F0-47A7-AD67-9768B1EA52D6}" type="presParOf" srcId="{6F594DD7-0AAA-4C58-B616-B0D29E79CDE6}" destId="{C7522712-3B08-4503-8EC8-35F1313423E2}" srcOrd="1" destOrd="0" presId="urn:microsoft.com/office/officeart/2018/2/layout/IconVerticalSolidList"/>
    <dgm:cxn modelId="{C7971796-A3F0-4AFF-A4AF-FD65581BEC3A}" type="presParOf" srcId="{6F594DD7-0AAA-4C58-B616-B0D29E79CDE6}" destId="{A851F5AB-5B83-4558-A975-AE705A864D4A}" srcOrd="2" destOrd="0" presId="urn:microsoft.com/office/officeart/2018/2/layout/IconVerticalSolidList"/>
    <dgm:cxn modelId="{925CAFED-0844-40BD-947C-66EA8FD1C9D9}" type="presParOf" srcId="{6F594DD7-0AAA-4C58-B616-B0D29E79CDE6}" destId="{AFBC066A-90E6-4D32-9DEF-49FCDDF96CDF}" srcOrd="3" destOrd="0" presId="urn:microsoft.com/office/officeart/2018/2/layout/IconVerticalSolidList"/>
    <dgm:cxn modelId="{298B44C1-2197-4E29-B3E9-EB336B464877}" type="presParOf" srcId="{4DF1E77A-CF97-42E1-9B7D-388FAD62B5A5}" destId="{7EC0915A-7D76-4695-BA4A-3CD1DED278A8}" srcOrd="3" destOrd="0" presId="urn:microsoft.com/office/officeart/2018/2/layout/IconVerticalSolidList"/>
    <dgm:cxn modelId="{F62FBCCC-F9C5-49AE-B698-0D86802330C9}" type="presParOf" srcId="{4DF1E77A-CF97-42E1-9B7D-388FAD62B5A5}" destId="{EA1BE224-88E0-43B7-A9C1-73D545673A8F}" srcOrd="4" destOrd="0" presId="urn:microsoft.com/office/officeart/2018/2/layout/IconVerticalSolidList"/>
    <dgm:cxn modelId="{5D603FB8-317C-49F6-BB26-AE6004DD8F7C}" type="presParOf" srcId="{EA1BE224-88E0-43B7-A9C1-73D545673A8F}" destId="{BA442EAB-4447-41EA-A325-960A72454717}" srcOrd="0" destOrd="0" presId="urn:microsoft.com/office/officeart/2018/2/layout/IconVerticalSolidList"/>
    <dgm:cxn modelId="{338A379F-F96E-48F6-8353-7309C7B078CD}" type="presParOf" srcId="{EA1BE224-88E0-43B7-A9C1-73D545673A8F}" destId="{C68672C3-8D7F-4156-BF83-99D9A6872FB0}" srcOrd="1" destOrd="0" presId="urn:microsoft.com/office/officeart/2018/2/layout/IconVerticalSolidList"/>
    <dgm:cxn modelId="{4042D8CF-564E-4759-A2FC-E8FB8333E90F}" type="presParOf" srcId="{EA1BE224-88E0-43B7-A9C1-73D545673A8F}" destId="{EA3D35A2-BEF5-47CD-9947-050F35CA15ED}" srcOrd="2" destOrd="0" presId="urn:microsoft.com/office/officeart/2018/2/layout/IconVerticalSolidList"/>
    <dgm:cxn modelId="{3A2646CD-35E7-4CE1-80FA-9E0CD71C70A6}" type="presParOf" srcId="{EA1BE224-88E0-43B7-A9C1-73D545673A8F}" destId="{EF1E626F-BE9C-47FE-B644-CA510E1EEDD9}" srcOrd="3" destOrd="0" presId="urn:microsoft.com/office/officeart/2018/2/layout/IconVerticalSolidList"/>
    <dgm:cxn modelId="{9715E7F1-0FE4-4229-B8DE-A8AF9D08EAF6}" type="presParOf" srcId="{4DF1E77A-CF97-42E1-9B7D-388FAD62B5A5}" destId="{20C038DC-1FD3-43F5-8DCB-67EA42A1B8C5}" srcOrd="5" destOrd="0" presId="urn:microsoft.com/office/officeart/2018/2/layout/IconVerticalSolidList"/>
    <dgm:cxn modelId="{8D89F6AF-EBEA-4E73-A82D-F0DBC21B1F21}" type="presParOf" srcId="{4DF1E77A-CF97-42E1-9B7D-388FAD62B5A5}" destId="{37981CB3-4794-4967-BAC1-D401BD0C3169}" srcOrd="6" destOrd="0" presId="urn:microsoft.com/office/officeart/2018/2/layout/IconVerticalSolidList"/>
    <dgm:cxn modelId="{FD1546DD-4C5F-42AC-A89F-E4CBDA0C4112}" type="presParOf" srcId="{37981CB3-4794-4967-BAC1-D401BD0C3169}" destId="{14A98C1A-BC70-4767-B64E-DF76C8C52B0C}" srcOrd="0" destOrd="0" presId="urn:microsoft.com/office/officeart/2018/2/layout/IconVerticalSolidList"/>
    <dgm:cxn modelId="{EE2872F6-AEF9-49C6-88D7-2303ED50D51F}" type="presParOf" srcId="{37981CB3-4794-4967-BAC1-D401BD0C3169}" destId="{8CA1CE87-7717-447F-BBF1-9B31D5D40BA2}" srcOrd="1" destOrd="0" presId="urn:microsoft.com/office/officeart/2018/2/layout/IconVerticalSolidList"/>
    <dgm:cxn modelId="{2A85D7B4-03F6-4486-99EB-DAFB44928BA2}" type="presParOf" srcId="{37981CB3-4794-4967-BAC1-D401BD0C3169}" destId="{9A54BB58-B500-4CB9-8C01-C69C50A132C6}" srcOrd="2" destOrd="0" presId="urn:microsoft.com/office/officeart/2018/2/layout/IconVerticalSolidList"/>
    <dgm:cxn modelId="{97CC08D7-0B46-41A2-AC63-AB84D7DF40F5}" type="presParOf" srcId="{37981CB3-4794-4967-BAC1-D401BD0C3169}" destId="{013E9D26-3B81-4E63-9C82-E952ABEC245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FEDC86-8D11-4C63-B8F2-E72B05204F9E}">
      <dsp:nvSpPr>
        <dsp:cNvPr id="0" name=""/>
        <dsp:cNvSpPr/>
      </dsp:nvSpPr>
      <dsp:spPr>
        <a:xfrm>
          <a:off x="0" y="0"/>
          <a:ext cx="62103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D50D05-5C33-4AF5-B80C-315473778E71}">
      <dsp:nvSpPr>
        <dsp:cNvPr id="0" name=""/>
        <dsp:cNvSpPr/>
      </dsp:nvSpPr>
      <dsp:spPr>
        <a:xfrm>
          <a:off x="0" y="0"/>
          <a:ext cx="62103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Why multi-cloud matters</a:t>
          </a:r>
        </a:p>
      </dsp:txBody>
      <dsp:txXfrm>
        <a:off x="0" y="0"/>
        <a:ext cx="6210300" cy="1087834"/>
      </dsp:txXfrm>
    </dsp:sp>
    <dsp:sp modelId="{B9317E54-7ACC-455A-9C86-27B75A220807}">
      <dsp:nvSpPr>
        <dsp:cNvPr id="0" name=""/>
        <dsp:cNvSpPr/>
      </dsp:nvSpPr>
      <dsp:spPr>
        <a:xfrm>
          <a:off x="0" y="1087834"/>
          <a:ext cx="62103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13053B-FA0E-4443-A516-A70AFED7F299}">
      <dsp:nvSpPr>
        <dsp:cNvPr id="0" name=""/>
        <dsp:cNvSpPr/>
      </dsp:nvSpPr>
      <dsp:spPr>
        <a:xfrm>
          <a:off x="0" y="1087834"/>
          <a:ext cx="62103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Scope: Compute, Storage, Networking</a:t>
          </a:r>
        </a:p>
      </dsp:txBody>
      <dsp:txXfrm>
        <a:off x="0" y="1087834"/>
        <a:ext cx="6210300" cy="1087834"/>
      </dsp:txXfrm>
    </dsp:sp>
    <dsp:sp modelId="{106ECBB5-FE84-42F0-8108-9018B7CA4F77}">
      <dsp:nvSpPr>
        <dsp:cNvPr id="0" name=""/>
        <dsp:cNvSpPr/>
      </dsp:nvSpPr>
      <dsp:spPr>
        <a:xfrm>
          <a:off x="0" y="2175669"/>
          <a:ext cx="62103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7199B3-3507-46CA-9C65-F3B1D01CF85B}">
      <dsp:nvSpPr>
        <dsp:cNvPr id="0" name=""/>
        <dsp:cNvSpPr/>
      </dsp:nvSpPr>
      <dsp:spPr>
        <a:xfrm>
          <a:off x="0" y="2175669"/>
          <a:ext cx="62103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Compare AWS, Azure, GCP services</a:t>
          </a:r>
        </a:p>
      </dsp:txBody>
      <dsp:txXfrm>
        <a:off x="0" y="2175669"/>
        <a:ext cx="6210300" cy="1087834"/>
      </dsp:txXfrm>
    </dsp:sp>
    <dsp:sp modelId="{41BCA2B0-0D2C-468E-B9F6-D6F63E2E73EE}">
      <dsp:nvSpPr>
        <dsp:cNvPr id="0" name=""/>
        <dsp:cNvSpPr/>
      </dsp:nvSpPr>
      <dsp:spPr>
        <a:xfrm>
          <a:off x="0" y="3263503"/>
          <a:ext cx="62103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472E58-E57B-4913-9B43-27F28F3536F4}">
      <dsp:nvSpPr>
        <dsp:cNvPr id="0" name=""/>
        <dsp:cNvSpPr/>
      </dsp:nvSpPr>
      <dsp:spPr>
        <a:xfrm>
          <a:off x="0" y="3263503"/>
          <a:ext cx="62103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Key patterns, best practices, workload placement</a:t>
          </a:r>
        </a:p>
      </dsp:txBody>
      <dsp:txXfrm>
        <a:off x="0" y="3263503"/>
        <a:ext cx="6210300" cy="10878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AAE37B-946B-42AB-A29D-4717F73B446C}">
      <dsp:nvSpPr>
        <dsp:cNvPr id="0" name=""/>
        <dsp:cNvSpPr/>
      </dsp:nvSpPr>
      <dsp:spPr>
        <a:xfrm>
          <a:off x="0" y="0"/>
          <a:ext cx="5340826" cy="13054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Multi-cloud adoption drivers (resilience, cost, vendor flexibility)</a:t>
          </a:r>
        </a:p>
      </dsp:txBody>
      <dsp:txXfrm>
        <a:off x="38234" y="38234"/>
        <a:ext cx="3932196" cy="1228933"/>
      </dsp:txXfrm>
    </dsp:sp>
    <dsp:sp modelId="{C2BB9F76-477E-4B52-A2D9-6B414476DE1E}">
      <dsp:nvSpPr>
        <dsp:cNvPr id="0" name=""/>
        <dsp:cNvSpPr/>
      </dsp:nvSpPr>
      <dsp:spPr>
        <a:xfrm>
          <a:off x="471249" y="1522968"/>
          <a:ext cx="5340826" cy="13054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Challenges (skills, complexity, governance)</a:t>
          </a:r>
        </a:p>
      </dsp:txBody>
      <dsp:txXfrm>
        <a:off x="509483" y="1561202"/>
        <a:ext cx="3944597" cy="1228933"/>
      </dsp:txXfrm>
    </dsp:sp>
    <dsp:sp modelId="{46CB6BDD-597E-446E-BC66-BA1DD53B8CEB}">
      <dsp:nvSpPr>
        <dsp:cNvPr id="0" name=""/>
        <dsp:cNvSpPr/>
      </dsp:nvSpPr>
      <dsp:spPr>
        <a:xfrm>
          <a:off x="942498" y="3045936"/>
          <a:ext cx="5340826" cy="13054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Focus: aligning workloads with the right cloud service</a:t>
          </a:r>
        </a:p>
      </dsp:txBody>
      <dsp:txXfrm>
        <a:off x="980732" y="3084170"/>
        <a:ext cx="3944597" cy="1228933"/>
      </dsp:txXfrm>
    </dsp:sp>
    <dsp:sp modelId="{9AF868E7-72DE-417E-A451-E3D7EF7E0668}">
      <dsp:nvSpPr>
        <dsp:cNvPr id="0" name=""/>
        <dsp:cNvSpPr/>
      </dsp:nvSpPr>
      <dsp:spPr>
        <a:xfrm>
          <a:off x="4492315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683230" y="989929"/>
        <a:ext cx="466680" cy="638504"/>
      </dsp:txXfrm>
    </dsp:sp>
    <dsp:sp modelId="{C9DCA903-EA56-40B0-97ED-DE5B2598C115}">
      <dsp:nvSpPr>
        <dsp:cNvPr id="0" name=""/>
        <dsp:cNvSpPr/>
      </dsp:nvSpPr>
      <dsp:spPr>
        <a:xfrm>
          <a:off x="4963564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154479" y="2504195"/>
        <a:ext cx="466680" cy="6385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E3C2C4-F37F-4934-BB82-67CA9BF872A2}">
      <dsp:nvSpPr>
        <dsp:cNvPr id="0" name=""/>
        <dsp:cNvSpPr/>
      </dsp:nvSpPr>
      <dsp:spPr>
        <a:xfrm>
          <a:off x="0" y="387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06873C-4D50-44D9-A165-4D166DF8B661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F79756-D09E-4B4E-8E80-FDC223EAF341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vCPU / memory ratios</a:t>
          </a:r>
        </a:p>
      </dsp:txBody>
      <dsp:txXfrm>
        <a:off x="1435590" y="531"/>
        <a:ext cx="9080009" cy="1242935"/>
      </dsp:txXfrm>
    </dsp:sp>
    <dsp:sp modelId="{408AAF0E-7500-49FE-913E-53B66BC70764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29BB4C-D1AB-4555-A04F-B6706FDE5559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3DB0AA-8CA6-4F8C-B6C3-608AA1479B89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Instance families (general-purpose, compute-optimized, memory-optimized)</a:t>
          </a:r>
        </a:p>
      </dsp:txBody>
      <dsp:txXfrm>
        <a:off x="1435590" y="1554201"/>
        <a:ext cx="9080009" cy="1242935"/>
      </dsp:txXfrm>
    </dsp:sp>
    <dsp:sp modelId="{9E27C187-2967-4725-878A-B68EDAED9499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8A822A-0EA3-44F6-BDDC-D9F3E1CD9DA3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7D0C4-6CBF-43E4-B3B4-C08E93F6F48B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GPUs &amp; accelerators for AI/ML workloads</a:t>
          </a:r>
        </a:p>
      </dsp:txBody>
      <dsp:txXfrm>
        <a:off x="1435590" y="3107870"/>
        <a:ext cx="9080009" cy="12429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2E63B9-9C35-4F9D-8424-42A2D0948B7A}">
      <dsp:nvSpPr>
        <dsp:cNvPr id="0" name=""/>
        <dsp:cNvSpPr/>
      </dsp:nvSpPr>
      <dsp:spPr>
        <a:xfrm>
          <a:off x="0" y="1666"/>
          <a:ext cx="10515600" cy="8448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B0C4B0-C41A-48EF-BC75-E4081DB274A1}">
      <dsp:nvSpPr>
        <dsp:cNvPr id="0" name=""/>
        <dsp:cNvSpPr/>
      </dsp:nvSpPr>
      <dsp:spPr>
        <a:xfrm>
          <a:off x="255567" y="191758"/>
          <a:ext cx="464667" cy="4646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CCB0BB-D49C-4B59-A09A-9F21300C8933}">
      <dsp:nvSpPr>
        <dsp:cNvPr id="0" name=""/>
        <dsp:cNvSpPr/>
      </dsp:nvSpPr>
      <dsp:spPr>
        <a:xfrm>
          <a:off x="975802" y="1666"/>
          <a:ext cx="9539797" cy="844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13" tIns="89413" rIns="89413" bIns="8941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Block Storage: VM-attached disks</a:t>
          </a:r>
        </a:p>
      </dsp:txBody>
      <dsp:txXfrm>
        <a:off x="975802" y="1666"/>
        <a:ext cx="9539797" cy="844850"/>
      </dsp:txXfrm>
    </dsp:sp>
    <dsp:sp modelId="{D0BEF083-F0F1-4753-BB63-88A089F8B4AD}">
      <dsp:nvSpPr>
        <dsp:cNvPr id="0" name=""/>
        <dsp:cNvSpPr/>
      </dsp:nvSpPr>
      <dsp:spPr>
        <a:xfrm>
          <a:off x="0" y="1057730"/>
          <a:ext cx="10515600" cy="8448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9DF94B-1193-408A-8013-2BF83DD92979}">
      <dsp:nvSpPr>
        <dsp:cNvPr id="0" name=""/>
        <dsp:cNvSpPr/>
      </dsp:nvSpPr>
      <dsp:spPr>
        <a:xfrm>
          <a:off x="255567" y="1247821"/>
          <a:ext cx="464667" cy="4646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C9C57B-C704-4F2F-AD42-2EF8EF3B8FAD}">
      <dsp:nvSpPr>
        <dsp:cNvPr id="0" name=""/>
        <dsp:cNvSpPr/>
      </dsp:nvSpPr>
      <dsp:spPr>
        <a:xfrm>
          <a:off x="975802" y="1057730"/>
          <a:ext cx="9539797" cy="844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13" tIns="89413" rIns="89413" bIns="8941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Object Storage: scalable, low-cost</a:t>
          </a:r>
        </a:p>
      </dsp:txBody>
      <dsp:txXfrm>
        <a:off x="975802" y="1057730"/>
        <a:ext cx="9539797" cy="844850"/>
      </dsp:txXfrm>
    </dsp:sp>
    <dsp:sp modelId="{1DA2C12F-51FB-49AF-93FA-3BEED39EFD76}">
      <dsp:nvSpPr>
        <dsp:cNvPr id="0" name=""/>
        <dsp:cNvSpPr/>
      </dsp:nvSpPr>
      <dsp:spPr>
        <a:xfrm>
          <a:off x="0" y="2113793"/>
          <a:ext cx="10515600" cy="8448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228DBD-E79C-44EF-BD9F-B0B5AE4A3E69}">
      <dsp:nvSpPr>
        <dsp:cNvPr id="0" name=""/>
        <dsp:cNvSpPr/>
      </dsp:nvSpPr>
      <dsp:spPr>
        <a:xfrm>
          <a:off x="255567" y="2303885"/>
          <a:ext cx="464667" cy="4646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A0C938-45F1-41DA-B97C-FB941CB59F24}">
      <dsp:nvSpPr>
        <dsp:cNvPr id="0" name=""/>
        <dsp:cNvSpPr/>
      </dsp:nvSpPr>
      <dsp:spPr>
        <a:xfrm>
          <a:off x="975802" y="2113793"/>
          <a:ext cx="9539797" cy="844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13" tIns="89413" rIns="89413" bIns="8941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File/Network Storage: shared workloads</a:t>
          </a:r>
        </a:p>
      </dsp:txBody>
      <dsp:txXfrm>
        <a:off x="975802" y="2113793"/>
        <a:ext cx="9539797" cy="844850"/>
      </dsp:txXfrm>
    </dsp:sp>
    <dsp:sp modelId="{34EF75F8-C185-45D1-BC56-4D93BC2335C5}">
      <dsp:nvSpPr>
        <dsp:cNvPr id="0" name=""/>
        <dsp:cNvSpPr/>
      </dsp:nvSpPr>
      <dsp:spPr>
        <a:xfrm>
          <a:off x="0" y="3169857"/>
          <a:ext cx="10515600" cy="8448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23FAC6-0E7F-41A9-A6D7-44A0416AC76D}">
      <dsp:nvSpPr>
        <dsp:cNvPr id="0" name=""/>
        <dsp:cNvSpPr/>
      </dsp:nvSpPr>
      <dsp:spPr>
        <a:xfrm>
          <a:off x="255567" y="3359948"/>
          <a:ext cx="464667" cy="4646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E85A7-8951-48A0-938A-235B333274E2}">
      <dsp:nvSpPr>
        <dsp:cNvPr id="0" name=""/>
        <dsp:cNvSpPr/>
      </dsp:nvSpPr>
      <dsp:spPr>
        <a:xfrm>
          <a:off x="975802" y="3169857"/>
          <a:ext cx="9539797" cy="844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13" tIns="89413" rIns="89413" bIns="8941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Cold/Archival tiers</a:t>
          </a:r>
        </a:p>
      </dsp:txBody>
      <dsp:txXfrm>
        <a:off x="975802" y="3169857"/>
        <a:ext cx="9539797" cy="8448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DD6EAC-7CAF-4067-A62B-7ED7C0B28A4A}">
      <dsp:nvSpPr>
        <dsp:cNvPr id="0" name=""/>
        <dsp:cNvSpPr/>
      </dsp:nvSpPr>
      <dsp:spPr>
        <a:xfrm>
          <a:off x="0" y="422993"/>
          <a:ext cx="105156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E158C1-9BE5-4CB1-B764-D7FAA35C9B7E}">
      <dsp:nvSpPr>
        <dsp:cNvPr id="0" name=""/>
        <dsp:cNvSpPr/>
      </dsp:nvSpPr>
      <dsp:spPr>
        <a:xfrm>
          <a:off x="525780" y="83512"/>
          <a:ext cx="7360920" cy="6789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EC2: wide family types, Nitro System</a:t>
          </a:r>
        </a:p>
      </dsp:txBody>
      <dsp:txXfrm>
        <a:off x="558924" y="116656"/>
        <a:ext cx="7294632" cy="612672"/>
      </dsp:txXfrm>
    </dsp:sp>
    <dsp:sp modelId="{A72CE984-CBD6-482A-985D-ADA0E7CFE909}">
      <dsp:nvSpPr>
        <dsp:cNvPr id="0" name=""/>
        <dsp:cNvSpPr/>
      </dsp:nvSpPr>
      <dsp:spPr>
        <a:xfrm>
          <a:off x="0" y="1466273"/>
          <a:ext cx="105156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F3D608-E0B7-4A0A-993D-98C73150D6B9}">
      <dsp:nvSpPr>
        <dsp:cNvPr id="0" name=""/>
        <dsp:cNvSpPr/>
      </dsp:nvSpPr>
      <dsp:spPr>
        <a:xfrm>
          <a:off x="525780" y="1126792"/>
          <a:ext cx="7360920" cy="6789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Graviton (ARM-based) for cost/performance gains</a:t>
          </a:r>
        </a:p>
      </dsp:txBody>
      <dsp:txXfrm>
        <a:off x="558924" y="1159936"/>
        <a:ext cx="7294632" cy="612672"/>
      </dsp:txXfrm>
    </dsp:sp>
    <dsp:sp modelId="{B0E0A2A4-52BD-4C7D-8A41-751640F08BC0}">
      <dsp:nvSpPr>
        <dsp:cNvPr id="0" name=""/>
        <dsp:cNvSpPr/>
      </dsp:nvSpPr>
      <dsp:spPr>
        <a:xfrm>
          <a:off x="0" y="2509553"/>
          <a:ext cx="105156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86CE56-2E51-41A6-91F7-C07AA343EE46}">
      <dsp:nvSpPr>
        <dsp:cNvPr id="0" name=""/>
        <dsp:cNvSpPr/>
      </dsp:nvSpPr>
      <dsp:spPr>
        <a:xfrm>
          <a:off x="525780" y="2170073"/>
          <a:ext cx="7360920" cy="6789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Elastic Beanstalk, ECS, EKS for containers</a:t>
          </a:r>
        </a:p>
      </dsp:txBody>
      <dsp:txXfrm>
        <a:off x="558924" y="2203217"/>
        <a:ext cx="7294632" cy="612672"/>
      </dsp:txXfrm>
    </dsp:sp>
    <dsp:sp modelId="{49B7A1D4-4A8F-4134-976D-48038D1C9776}">
      <dsp:nvSpPr>
        <dsp:cNvPr id="0" name=""/>
        <dsp:cNvSpPr/>
      </dsp:nvSpPr>
      <dsp:spPr>
        <a:xfrm>
          <a:off x="0" y="3552833"/>
          <a:ext cx="105156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76259C-AC29-4563-9F46-6574ACF3217A}">
      <dsp:nvSpPr>
        <dsp:cNvPr id="0" name=""/>
        <dsp:cNvSpPr/>
      </dsp:nvSpPr>
      <dsp:spPr>
        <a:xfrm>
          <a:off x="525780" y="3213353"/>
          <a:ext cx="7360920" cy="6789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Licensing options for Databases</a:t>
          </a:r>
        </a:p>
      </dsp:txBody>
      <dsp:txXfrm>
        <a:off x="558924" y="3246497"/>
        <a:ext cx="7294632" cy="6126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8BCFA7-767A-46A4-8B66-10425A2C2488}">
      <dsp:nvSpPr>
        <dsp:cNvPr id="0" name=""/>
        <dsp:cNvSpPr/>
      </dsp:nvSpPr>
      <dsp:spPr>
        <a:xfrm>
          <a:off x="0" y="310419"/>
          <a:ext cx="10515600" cy="1827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16560" rIns="81612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Balanced CPU, memory and network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Good for OLTP or dev/test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Great for Windows licensing challenges with RDBMS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PostgreSQL dev/test clusters do well here, too</a:t>
          </a:r>
        </a:p>
      </dsp:txBody>
      <dsp:txXfrm>
        <a:off x="0" y="310419"/>
        <a:ext cx="10515600" cy="1827000"/>
      </dsp:txXfrm>
    </dsp:sp>
    <dsp:sp modelId="{847AC412-119F-45DA-AE13-A849CA07A274}">
      <dsp:nvSpPr>
        <dsp:cNvPr id="0" name=""/>
        <dsp:cNvSpPr/>
      </dsp:nvSpPr>
      <dsp:spPr>
        <a:xfrm>
          <a:off x="525780" y="15219"/>
          <a:ext cx="736092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General Purpose Instances (M family, i.e. M6i, M7i</a:t>
          </a:r>
        </a:p>
      </dsp:txBody>
      <dsp:txXfrm>
        <a:off x="554601" y="44040"/>
        <a:ext cx="7303278" cy="532758"/>
      </dsp:txXfrm>
    </dsp:sp>
    <dsp:sp modelId="{687B4561-7075-4D65-BF91-AB9DE06BF4EC}">
      <dsp:nvSpPr>
        <dsp:cNvPr id="0" name=""/>
        <dsp:cNvSpPr/>
      </dsp:nvSpPr>
      <dsp:spPr>
        <a:xfrm>
          <a:off x="0" y="2540619"/>
          <a:ext cx="10515600" cy="179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16560" rIns="81612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High vCPU to memory ratio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Best for CPU-bound databases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Less RAM per vCPU, so not a good choice for memory-hungry Oracle or Postgres deployments</a:t>
          </a:r>
        </a:p>
      </dsp:txBody>
      <dsp:txXfrm>
        <a:off x="0" y="2540619"/>
        <a:ext cx="10515600" cy="1795500"/>
      </dsp:txXfrm>
    </dsp:sp>
    <dsp:sp modelId="{BECB4D6A-A8E9-46AA-B783-3C043445B8E4}">
      <dsp:nvSpPr>
        <dsp:cNvPr id="0" name=""/>
        <dsp:cNvSpPr/>
      </dsp:nvSpPr>
      <dsp:spPr>
        <a:xfrm>
          <a:off x="525780" y="2245419"/>
          <a:ext cx="736092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Compute Optimized Instances (C family, i.e. C6i, C7i)</a:t>
          </a:r>
        </a:p>
      </dsp:txBody>
      <dsp:txXfrm>
        <a:off x="554601" y="2274240"/>
        <a:ext cx="7303278" cy="5327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890BC1-307B-457A-9D6A-277EAFB3D41D}">
      <dsp:nvSpPr>
        <dsp:cNvPr id="0" name=""/>
        <dsp:cNvSpPr/>
      </dsp:nvSpPr>
      <dsp:spPr>
        <a:xfrm>
          <a:off x="0" y="1749"/>
          <a:ext cx="10515600" cy="88683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37B2D0-5495-43CA-896A-0A82E3225350}">
      <dsp:nvSpPr>
        <dsp:cNvPr id="0" name=""/>
        <dsp:cNvSpPr/>
      </dsp:nvSpPr>
      <dsp:spPr>
        <a:xfrm>
          <a:off x="268266" y="201286"/>
          <a:ext cx="487756" cy="4877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14B853-41E6-44DB-84D1-5944E9438D79}">
      <dsp:nvSpPr>
        <dsp:cNvPr id="0" name=""/>
        <dsp:cNvSpPr/>
      </dsp:nvSpPr>
      <dsp:spPr>
        <a:xfrm>
          <a:off x="1024289" y="1749"/>
          <a:ext cx="9491310" cy="886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856" tIns="93856" rIns="93856" bIns="93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EBS: block storage for EC2</a:t>
          </a:r>
        </a:p>
      </dsp:txBody>
      <dsp:txXfrm>
        <a:off x="1024289" y="1749"/>
        <a:ext cx="9491310" cy="886830"/>
      </dsp:txXfrm>
    </dsp:sp>
    <dsp:sp modelId="{D5EE5AAC-0C59-4DDB-A9A2-915CA50CCAC0}">
      <dsp:nvSpPr>
        <dsp:cNvPr id="0" name=""/>
        <dsp:cNvSpPr/>
      </dsp:nvSpPr>
      <dsp:spPr>
        <a:xfrm>
          <a:off x="0" y="1110288"/>
          <a:ext cx="10515600" cy="88683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B51368-979B-4DB5-AF1D-D11A5E19189C}">
      <dsp:nvSpPr>
        <dsp:cNvPr id="0" name=""/>
        <dsp:cNvSpPr/>
      </dsp:nvSpPr>
      <dsp:spPr>
        <a:xfrm>
          <a:off x="268266" y="1309825"/>
          <a:ext cx="487756" cy="4877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5F5865-F5BF-4BD5-9B0E-6437F1F66E6D}">
      <dsp:nvSpPr>
        <dsp:cNvPr id="0" name=""/>
        <dsp:cNvSpPr/>
      </dsp:nvSpPr>
      <dsp:spPr>
        <a:xfrm>
          <a:off x="1024289" y="1110288"/>
          <a:ext cx="9491310" cy="886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856" tIns="93856" rIns="93856" bIns="93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S3: object storage (11 9s durability)</a:t>
          </a:r>
        </a:p>
      </dsp:txBody>
      <dsp:txXfrm>
        <a:off x="1024289" y="1110288"/>
        <a:ext cx="9491310" cy="886830"/>
      </dsp:txXfrm>
    </dsp:sp>
    <dsp:sp modelId="{8644F39B-EC0F-47B8-8CEC-670C09FE870A}">
      <dsp:nvSpPr>
        <dsp:cNvPr id="0" name=""/>
        <dsp:cNvSpPr/>
      </dsp:nvSpPr>
      <dsp:spPr>
        <a:xfrm>
          <a:off x="0" y="2218826"/>
          <a:ext cx="10515600" cy="88683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7BEDCA-87DF-40AD-8008-169840C09EBB}">
      <dsp:nvSpPr>
        <dsp:cNvPr id="0" name=""/>
        <dsp:cNvSpPr/>
      </dsp:nvSpPr>
      <dsp:spPr>
        <a:xfrm>
          <a:off x="268266" y="2418363"/>
          <a:ext cx="487756" cy="4877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8C29E-253A-4D5F-83DD-5B92760B09A9}">
      <dsp:nvSpPr>
        <dsp:cNvPr id="0" name=""/>
        <dsp:cNvSpPr/>
      </dsp:nvSpPr>
      <dsp:spPr>
        <a:xfrm>
          <a:off x="1024289" y="2218826"/>
          <a:ext cx="9491310" cy="886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856" tIns="93856" rIns="93856" bIns="93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EFS: elastic NFS file system</a:t>
          </a:r>
        </a:p>
      </dsp:txBody>
      <dsp:txXfrm>
        <a:off x="1024289" y="2218826"/>
        <a:ext cx="9491310" cy="886830"/>
      </dsp:txXfrm>
    </dsp:sp>
    <dsp:sp modelId="{4F43B849-3085-4DAD-8683-7C8969C65789}">
      <dsp:nvSpPr>
        <dsp:cNvPr id="0" name=""/>
        <dsp:cNvSpPr/>
      </dsp:nvSpPr>
      <dsp:spPr>
        <a:xfrm>
          <a:off x="0" y="3327365"/>
          <a:ext cx="10515600" cy="88683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00F9F3-9C16-438F-A470-49208C453D11}">
      <dsp:nvSpPr>
        <dsp:cNvPr id="0" name=""/>
        <dsp:cNvSpPr/>
      </dsp:nvSpPr>
      <dsp:spPr>
        <a:xfrm>
          <a:off x="268266" y="3526902"/>
          <a:ext cx="487756" cy="4877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69EF81-43CE-4D8F-A641-F8EF52B6EA67}">
      <dsp:nvSpPr>
        <dsp:cNvPr id="0" name=""/>
        <dsp:cNvSpPr/>
      </dsp:nvSpPr>
      <dsp:spPr>
        <a:xfrm>
          <a:off x="1024289" y="3327365"/>
          <a:ext cx="9491310" cy="886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856" tIns="93856" rIns="93856" bIns="93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FSx: managed NetApp, Lustre, Windows FS</a:t>
          </a:r>
        </a:p>
      </dsp:txBody>
      <dsp:txXfrm>
        <a:off x="1024289" y="3327365"/>
        <a:ext cx="9491310" cy="88683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D59A45-6123-40AD-A187-1B3F65402849}">
      <dsp:nvSpPr>
        <dsp:cNvPr id="0" name=""/>
        <dsp:cNvSpPr/>
      </dsp:nvSpPr>
      <dsp:spPr>
        <a:xfrm>
          <a:off x="0" y="3251"/>
          <a:ext cx="10515600" cy="6925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E6F72F-8EB0-4B43-A9EA-2F0F6BEF903A}">
      <dsp:nvSpPr>
        <dsp:cNvPr id="0" name=""/>
        <dsp:cNvSpPr/>
      </dsp:nvSpPr>
      <dsp:spPr>
        <a:xfrm>
          <a:off x="209482" y="159064"/>
          <a:ext cx="380876" cy="3808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1D33C6-772C-4996-B4B6-6D6D716DAF50}">
      <dsp:nvSpPr>
        <dsp:cNvPr id="0" name=""/>
        <dsp:cNvSpPr/>
      </dsp:nvSpPr>
      <dsp:spPr>
        <a:xfrm>
          <a:off x="799840" y="3251"/>
          <a:ext cx="9715759" cy="692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290" tIns="73290" rIns="73290" bIns="732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OLTP &amp; Mid-sized:  M6i/M7i general purpose + EBS gp3/io2</a:t>
          </a:r>
        </a:p>
      </dsp:txBody>
      <dsp:txXfrm>
        <a:off x="799840" y="3251"/>
        <a:ext cx="9715759" cy="692502"/>
      </dsp:txXfrm>
    </dsp:sp>
    <dsp:sp modelId="{15366EFE-E382-4AE3-A49F-330FAC4BD510}">
      <dsp:nvSpPr>
        <dsp:cNvPr id="0" name=""/>
        <dsp:cNvSpPr/>
      </dsp:nvSpPr>
      <dsp:spPr>
        <a:xfrm>
          <a:off x="0" y="868879"/>
          <a:ext cx="10515600" cy="6925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32615A-6206-42E1-90A0-A543B898C956}">
      <dsp:nvSpPr>
        <dsp:cNvPr id="0" name=""/>
        <dsp:cNvSpPr/>
      </dsp:nvSpPr>
      <dsp:spPr>
        <a:xfrm>
          <a:off x="209482" y="1024692"/>
          <a:ext cx="380876" cy="3808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CFD567-F296-4FA6-9FE9-57F796D2E902}">
      <dsp:nvSpPr>
        <dsp:cNvPr id="0" name=""/>
        <dsp:cNvSpPr/>
      </dsp:nvSpPr>
      <dsp:spPr>
        <a:xfrm>
          <a:off x="799840" y="868879"/>
          <a:ext cx="9715759" cy="692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290" tIns="73290" rIns="73290" bIns="732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Enterprise, core-licensed or memory-heavy: R6i/X2idn with io2 Block Express</a:t>
          </a:r>
        </a:p>
      </dsp:txBody>
      <dsp:txXfrm>
        <a:off x="799840" y="868879"/>
        <a:ext cx="9715759" cy="692502"/>
      </dsp:txXfrm>
    </dsp:sp>
    <dsp:sp modelId="{B3B0D949-FD9C-4CC8-B533-E988BFBB4E9D}">
      <dsp:nvSpPr>
        <dsp:cNvPr id="0" name=""/>
        <dsp:cNvSpPr/>
      </dsp:nvSpPr>
      <dsp:spPr>
        <a:xfrm>
          <a:off x="0" y="1734507"/>
          <a:ext cx="10515600" cy="6925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A220C0-90BF-4690-9789-BDBE85AD57DC}">
      <dsp:nvSpPr>
        <dsp:cNvPr id="0" name=""/>
        <dsp:cNvSpPr/>
      </dsp:nvSpPr>
      <dsp:spPr>
        <a:xfrm>
          <a:off x="209482" y="1890320"/>
          <a:ext cx="380876" cy="3808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920ED-2D24-469D-856C-B4B6093AA49F}">
      <dsp:nvSpPr>
        <dsp:cNvPr id="0" name=""/>
        <dsp:cNvSpPr/>
      </dsp:nvSpPr>
      <dsp:spPr>
        <a:xfrm>
          <a:off x="799840" y="1734507"/>
          <a:ext cx="9715759" cy="692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290" tIns="73290" rIns="73290" bIns="732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TempDB/Temp Tablespace bottlenecks: Add I4i with NVME instance to store on ephemeral for performance.</a:t>
          </a:r>
        </a:p>
      </dsp:txBody>
      <dsp:txXfrm>
        <a:off x="799840" y="1734507"/>
        <a:ext cx="9715759" cy="692502"/>
      </dsp:txXfrm>
    </dsp:sp>
    <dsp:sp modelId="{B46A6451-DE32-481A-B2A9-A0DD85E55566}">
      <dsp:nvSpPr>
        <dsp:cNvPr id="0" name=""/>
        <dsp:cNvSpPr/>
      </dsp:nvSpPr>
      <dsp:spPr>
        <a:xfrm>
          <a:off x="0" y="2600135"/>
          <a:ext cx="10515600" cy="6925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C57134-AF94-44D3-9477-97526B5071C2}">
      <dsp:nvSpPr>
        <dsp:cNvPr id="0" name=""/>
        <dsp:cNvSpPr/>
      </dsp:nvSpPr>
      <dsp:spPr>
        <a:xfrm>
          <a:off x="209482" y="2755949"/>
          <a:ext cx="380876" cy="3808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D6DCE2-F5E5-403F-8A07-834EEA489B41}">
      <dsp:nvSpPr>
        <dsp:cNvPr id="0" name=""/>
        <dsp:cNvSpPr/>
      </dsp:nvSpPr>
      <dsp:spPr>
        <a:xfrm>
          <a:off x="799840" y="2600135"/>
          <a:ext cx="9715759" cy="692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290" tIns="73290" rIns="73290" bIns="732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Analytics/time-series: X2iedn (lots of memory) or I4i (fast local SSDs)</a:t>
          </a:r>
        </a:p>
      </dsp:txBody>
      <dsp:txXfrm>
        <a:off x="799840" y="2600135"/>
        <a:ext cx="9715759" cy="692502"/>
      </dsp:txXfrm>
    </dsp:sp>
    <dsp:sp modelId="{4FCAB117-DEFF-4C1B-AD3D-935211A13722}">
      <dsp:nvSpPr>
        <dsp:cNvPr id="0" name=""/>
        <dsp:cNvSpPr/>
      </dsp:nvSpPr>
      <dsp:spPr>
        <a:xfrm>
          <a:off x="0" y="3465764"/>
          <a:ext cx="10515600" cy="6925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B378A2-C700-4749-A472-A33A46980725}">
      <dsp:nvSpPr>
        <dsp:cNvPr id="0" name=""/>
        <dsp:cNvSpPr/>
      </dsp:nvSpPr>
      <dsp:spPr>
        <a:xfrm>
          <a:off x="209482" y="3621577"/>
          <a:ext cx="380876" cy="3808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21515F-D4EF-4695-8DAF-C1D157A5ABDF}">
      <dsp:nvSpPr>
        <dsp:cNvPr id="0" name=""/>
        <dsp:cNvSpPr/>
      </dsp:nvSpPr>
      <dsp:spPr>
        <a:xfrm>
          <a:off x="799840" y="3465764"/>
          <a:ext cx="9715759" cy="692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290" tIns="73290" rIns="73290" bIns="732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Cost-efficiency: Graviton (M7g/R7g) with gp3 volumes</a:t>
          </a:r>
        </a:p>
      </dsp:txBody>
      <dsp:txXfrm>
        <a:off x="799840" y="3465764"/>
        <a:ext cx="9715759" cy="69250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478453-BA92-4793-89F5-A71AA07EBB98}">
      <dsp:nvSpPr>
        <dsp:cNvPr id="0" name=""/>
        <dsp:cNvSpPr/>
      </dsp:nvSpPr>
      <dsp:spPr>
        <a:xfrm>
          <a:off x="0" y="395778"/>
          <a:ext cx="105156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F74F93-776A-4857-99B5-8C93A65B5F24}">
      <dsp:nvSpPr>
        <dsp:cNvPr id="0" name=""/>
        <dsp:cNvSpPr/>
      </dsp:nvSpPr>
      <dsp:spPr>
        <a:xfrm>
          <a:off x="525780" y="56298"/>
          <a:ext cx="7360920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Virtual Machines: Dv, Ev, Mv, H-series HPC</a:t>
          </a:r>
        </a:p>
      </dsp:txBody>
      <dsp:txXfrm>
        <a:off x="558924" y="89442"/>
        <a:ext cx="7294632" cy="612672"/>
      </dsp:txXfrm>
    </dsp:sp>
    <dsp:sp modelId="{4F2766A0-48ED-4AC0-AF64-19DCB378ED97}">
      <dsp:nvSpPr>
        <dsp:cNvPr id="0" name=""/>
        <dsp:cNvSpPr/>
      </dsp:nvSpPr>
      <dsp:spPr>
        <a:xfrm>
          <a:off x="0" y="1439059"/>
          <a:ext cx="105156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7AEFEF-0E0D-4AFA-A13A-455045C2DB36}">
      <dsp:nvSpPr>
        <dsp:cNvPr id="0" name=""/>
        <dsp:cNvSpPr/>
      </dsp:nvSpPr>
      <dsp:spPr>
        <a:xfrm>
          <a:off x="525780" y="1099578"/>
          <a:ext cx="7360920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Azure VM Scale Sets for autoscaling</a:t>
          </a:r>
        </a:p>
      </dsp:txBody>
      <dsp:txXfrm>
        <a:off x="558924" y="1132722"/>
        <a:ext cx="7294632" cy="612672"/>
      </dsp:txXfrm>
    </dsp:sp>
    <dsp:sp modelId="{DF329636-E65B-4330-BD10-E732CCA5D134}">
      <dsp:nvSpPr>
        <dsp:cNvPr id="0" name=""/>
        <dsp:cNvSpPr/>
      </dsp:nvSpPr>
      <dsp:spPr>
        <a:xfrm>
          <a:off x="0" y="2482339"/>
          <a:ext cx="105156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E3975B-8226-413B-99C3-4906FE557D65}">
      <dsp:nvSpPr>
        <dsp:cNvPr id="0" name=""/>
        <dsp:cNvSpPr/>
      </dsp:nvSpPr>
      <dsp:spPr>
        <a:xfrm>
          <a:off x="525780" y="2142859"/>
          <a:ext cx="7360920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Azure Kubernetes Service (AKS)</a:t>
          </a:r>
        </a:p>
      </dsp:txBody>
      <dsp:txXfrm>
        <a:off x="558924" y="2176003"/>
        <a:ext cx="7294632" cy="612672"/>
      </dsp:txXfrm>
    </dsp:sp>
    <dsp:sp modelId="{D438E778-5106-4524-9548-1C1D34AF016D}">
      <dsp:nvSpPr>
        <dsp:cNvPr id="0" name=""/>
        <dsp:cNvSpPr/>
      </dsp:nvSpPr>
      <dsp:spPr>
        <a:xfrm>
          <a:off x="0" y="3525619"/>
          <a:ext cx="105156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445821-6AFA-46F1-B8C8-790E8555424B}">
      <dsp:nvSpPr>
        <dsp:cNvPr id="0" name=""/>
        <dsp:cNvSpPr/>
      </dsp:nvSpPr>
      <dsp:spPr>
        <a:xfrm>
          <a:off x="525780" y="3186139"/>
          <a:ext cx="7360920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Windows/SQL Server integration</a:t>
          </a:r>
        </a:p>
      </dsp:txBody>
      <dsp:txXfrm>
        <a:off x="558924" y="3219283"/>
        <a:ext cx="7294632" cy="61267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0C6729-DC6F-415B-A858-44BA7975B29B}">
      <dsp:nvSpPr>
        <dsp:cNvPr id="0" name=""/>
        <dsp:cNvSpPr/>
      </dsp:nvSpPr>
      <dsp:spPr>
        <a:xfrm>
          <a:off x="0" y="366330"/>
          <a:ext cx="10515600" cy="151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16560" rIns="81612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Balanced CPU/Memory, good for standard OLTP workloads.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SQL Server standard edition choice to avoid over-licensing per-core.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Dev/test for small production Postgres</a:t>
          </a:r>
          <a:endParaRPr lang="en-US" sz="2000" kern="1200"/>
        </a:p>
      </dsp:txBody>
      <dsp:txXfrm>
        <a:off x="0" y="366330"/>
        <a:ext cx="10515600" cy="1512000"/>
      </dsp:txXfrm>
    </dsp:sp>
    <dsp:sp modelId="{C70532C5-43FE-4CF9-847A-0D1C7D1BCC7A}">
      <dsp:nvSpPr>
        <dsp:cNvPr id="0" name=""/>
        <dsp:cNvSpPr/>
      </dsp:nvSpPr>
      <dsp:spPr>
        <a:xfrm>
          <a:off x="525780" y="71130"/>
          <a:ext cx="736092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General Purpose (Dsv5, Dasv5, etc.)</a:t>
          </a:r>
          <a:endParaRPr lang="en-US" sz="2000" kern="1200"/>
        </a:p>
      </dsp:txBody>
      <dsp:txXfrm>
        <a:off x="554601" y="99951"/>
        <a:ext cx="7303278" cy="532758"/>
      </dsp:txXfrm>
    </dsp:sp>
    <dsp:sp modelId="{6E1E4218-9327-491C-80A2-86E925962BBC}">
      <dsp:nvSpPr>
        <dsp:cNvPr id="0" name=""/>
        <dsp:cNvSpPr/>
      </dsp:nvSpPr>
      <dsp:spPr>
        <a:xfrm>
          <a:off x="0" y="2281530"/>
          <a:ext cx="10515600" cy="1827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16560" rIns="81612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D(family)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Default(Intel)  A(AMD)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S ephemeral SSD local disk attached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V# is the version.  Different families=different current versions.</a:t>
          </a:r>
          <a:endParaRPr lang="en-US" sz="2000" kern="1200"/>
        </a:p>
      </dsp:txBody>
      <dsp:txXfrm>
        <a:off x="0" y="2281530"/>
        <a:ext cx="10515600" cy="1827000"/>
      </dsp:txXfrm>
    </dsp:sp>
    <dsp:sp modelId="{8C2B03E2-3643-42BC-8992-48B1463FB268}">
      <dsp:nvSpPr>
        <dsp:cNvPr id="0" name=""/>
        <dsp:cNvSpPr/>
      </dsp:nvSpPr>
      <dsp:spPr>
        <a:xfrm>
          <a:off x="525780" y="1986330"/>
          <a:ext cx="736092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Remember letters stand for something:</a:t>
          </a:r>
          <a:endParaRPr lang="en-US" sz="2000" kern="1200"/>
        </a:p>
      </dsp:txBody>
      <dsp:txXfrm>
        <a:off x="554601" y="2015151"/>
        <a:ext cx="7303278" cy="53275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FA8CAE-E5D6-4A55-9CC3-F5493567CA13}">
      <dsp:nvSpPr>
        <dsp:cNvPr id="0" name=""/>
        <dsp:cNvSpPr/>
      </dsp:nvSpPr>
      <dsp:spPr>
        <a:xfrm rot="5400000">
          <a:off x="3711746" y="-1307395"/>
          <a:ext cx="1121829" cy="4021328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/>
            <a:t>High memory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/>
            <a:t>Low throttle values(I’ll explain)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/>
            <a:t>High CPU</a:t>
          </a:r>
          <a:endParaRPr lang="en-US" sz="1800" kern="1200"/>
        </a:p>
      </dsp:txBody>
      <dsp:txXfrm rot="-5400000">
        <a:off x="2261997" y="197117"/>
        <a:ext cx="3966565" cy="1012303"/>
      </dsp:txXfrm>
    </dsp:sp>
    <dsp:sp modelId="{387B016B-A3D4-43C6-93D3-3E3701F196B8}">
      <dsp:nvSpPr>
        <dsp:cNvPr id="0" name=""/>
        <dsp:cNvSpPr/>
      </dsp:nvSpPr>
      <dsp:spPr>
        <a:xfrm>
          <a:off x="0" y="2124"/>
          <a:ext cx="2261997" cy="140228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M-series/Mv2 (Older M Family)</a:t>
          </a:r>
          <a:endParaRPr lang="en-US" sz="2000" kern="1200"/>
        </a:p>
      </dsp:txBody>
      <dsp:txXfrm>
        <a:off x="68454" y="70578"/>
        <a:ext cx="2125089" cy="1265378"/>
      </dsp:txXfrm>
    </dsp:sp>
    <dsp:sp modelId="{0489AE8A-D84A-4198-A8A5-5552E82936C5}">
      <dsp:nvSpPr>
        <dsp:cNvPr id="0" name=""/>
        <dsp:cNvSpPr/>
      </dsp:nvSpPr>
      <dsp:spPr>
        <a:xfrm rot="5400000">
          <a:off x="3711746" y="165005"/>
          <a:ext cx="1121829" cy="4021328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/>
            <a:t>High memory and CPU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/>
            <a:t>Newest NIC(highest network speeds)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/>
            <a:t>High throttle values!</a:t>
          </a:r>
          <a:endParaRPr lang="en-US" sz="1800" kern="1200"/>
        </a:p>
      </dsp:txBody>
      <dsp:txXfrm rot="-5400000">
        <a:off x="2261997" y="1669518"/>
        <a:ext cx="3966565" cy="1012303"/>
      </dsp:txXfrm>
    </dsp:sp>
    <dsp:sp modelId="{815468E7-1E84-4BD9-9E67-F3AD3F8CC489}">
      <dsp:nvSpPr>
        <dsp:cNvPr id="0" name=""/>
        <dsp:cNvSpPr/>
      </dsp:nvSpPr>
      <dsp:spPr>
        <a:xfrm>
          <a:off x="0" y="1474525"/>
          <a:ext cx="2261997" cy="140228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Mv3</a:t>
          </a:r>
          <a:endParaRPr lang="en-US" sz="2000" kern="1200"/>
        </a:p>
      </dsp:txBody>
      <dsp:txXfrm>
        <a:off x="68454" y="1542979"/>
        <a:ext cx="2125089" cy="1265378"/>
      </dsp:txXfrm>
    </dsp:sp>
    <dsp:sp modelId="{E78F3A86-3AFB-4626-9634-CF5E807A799A}">
      <dsp:nvSpPr>
        <dsp:cNvPr id="0" name=""/>
        <dsp:cNvSpPr/>
      </dsp:nvSpPr>
      <dsp:spPr>
        <a:xfrm rot="5400000">
          <a:off x="3711746" y="1637405"/>
          <a:ext cx="1121829" cy="4021328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/>
            <a:t>Balanced CPU/memory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/>
            <a:t>Best for most enterprise, mission critical database workloads</a:t>
          </a:r>
          <a:endParaRPr lang="en-US" sz="1800" kern="1200"/>
        </a:p>
      </dsp:txBody>
      <dsp:txXfrm rot="-5400000">
        <a:off x="2261997" y="3141918"/>
        <a:ext cx="3966565" cy="1012303"/>
      </dsp:txXfrm>
    </dsp:sp>
    <dsp:sp modelId="{6F9B00FC-6909-4EC7-AAB0-97EC60264D42}">
      <dsp:nvSpPr>
        <dsp:cNvPr id="0" name=""/>
        <dsp:cNvSpPr/>
      </dsp:nvSpPr>
      <dsp:spPr>
        <a:xfrm>
          <a:off x="0" y="2946926"/>
          <a:ext cx="2261997" cy="140228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Esv5 (Ebdsv5/Epdsv5, etc.)</a:t>
          </a:r>
          <a:endParaRPr lang="en-US" sz="2000" kern="1200"/>
        </a:p>
      </dsp:txBody>
      <dsp:txXfrm>
        <a:off x="68454" y="3015380"/>
        <a:ext cx="2125089" cy="126537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A29F34-C93F-4639-8F86-B02509808BEB}">
      <dsp:nvSpPr>
        <dsp:cNvPr id="0" name=""/>
        <dsp:cNvSpPr/>
      </dsp:nvSpPr>
      <dsp:spPr>
        <a:xfrm>
          <a:off x="0" y="1674"/>
          <a:ext cx="10515600" cy="8486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446B46-0950-4109-9BC7-44788EFED54B}">
      <dsp:nvSpPr>
        <dsp:cNvPr id="0" name=""/>
        <dsp:cNvSpPr/>
      </dsp:nvSpPr>
      <dsp:spPr>
        <a:xfrm>
          <a:off x="256721" y="192624"/>
          <a:ext cx="466766" cy="4667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E8D351-776C-411F-AC47-0E66A5CE7038}">
      <dsp:nvSpPr>
        <dsp:cNvPr id="0" name=""/>
        <dsp:cNvSpPr/>
      </dsp:nvSpPr>
      <dsp:spPr>
        <a:xfrm>
          <a:off x="980210" y="1674"/>
          <a:ext cx="9535389" cy="848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817" tIns="89817" rIns="89817" bIns="8981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Azure Disks: Premium SSD, Ultra Disk</a:t>
          </a:r>
        </a:p>
      </dsp:txBody>
      <dsp:txXfrm>
        <a:off x="980210" y="1674"/>
        <a:ext cx="9535389" cy="848667"/>
      </dsp:txXfrm>
    </dsp:sp>
    <dsp:sp modelId="{FB56F65D-2B7B-41EB-A003-27643E18F247}">
      <dsp:nvSpPr>
        <dsp:cNvPr id="0" name=""/>
        <dsp:cNvSpPr/>
      </dsp:nvSpPr>
      <dsp:spPr>
        <a:xfrm>
          <a:off x="0" y="1062508"/>
          <a:ext cx="10515600" cy="8486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D66020-B8C3-467D-8031-EE3B82AE20CC}">
      <dsp:nvSpPr>
        <dsp:cNvPr id="0" name=""/>
        <dsp:cNvSpPr/>
      </dsp:nvSpPr>
      <dsp:spPr>
        <a:xfrm>
          <a:off x="256721" y="1253458"/>
          <a:ext cx="466766" cy="4667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16F79-21AB-4454-B75E-C90E00A834E5}">
      <dsp:nvSpPr>
        <dsp:cNvPr id="0" name=""/>
        <dsp:cNvSpPr/>
      </dsp:nvSpPr>
      <dsp:spPr>
        <a:xfrm>
          <a:off x="980210" y="1062508"/>
          <a:ext cx="9535389" cy="848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817" tIns="89817" rIns="89817" bIns="8981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Blob Storage: Hot, Cool, Archive tiers</a:t>
          </a:r>
        </a:p>
      </dsp:txBody>
      <dsp:txXfrm>
        <a:off x="980210" y="1062508"/>
        <a:ext cx="9535389" cy="848667"/>
      </dsp:txXfrm>
    </dsp:sp>
    <dsp:sp modelId="{E7698A18-BD8D-4BC6-A6EC-D4BE415699C7}">
      <dsp:nvSpPr>
        <dsp:cNvPr id="0" name=""/>
        <dsp:cNvSpPr/>
      </dsp:nvSpPr>
      <dsp:spPr>
        <a:xfrm>
          <a:off x="0" y="2123342"/>
          <a:ext cx="10515600" cy="8486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113425-32E7-4DDB-87E4-159379573D17}">
      <dsp:nvSpPr>
        <dsp:cNvPr id="0" name=""/>
        <dsp:cNvSpPr/>
      </dsp:nvSpPr>
      <dsp:spPr>
        <a:xfrm>
          <a:off x="256721" y="2314292"/>
          <a:ext cx="466766" cy="4667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C1EA9C-30AA-4932-8028-B8EDC25A5A39}">
      <dsp:nvSpPr>
        <dsp:cNvPr id="0" name=""/>
        <dsp:cNvSpPr/>
      </dsp:nvSpPr>
      <dsp:spPr>
        <a:xfrm>
          <a:off x="980210" y="2123342"/>
          <a:ext cx="9535389" cy="848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817" tIns="89817" rIns="89817" bIns="8981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Azure Files: SMB/NFS shared storage</a:t>
          </a:r>
        </a:p>
      </dsp:txBody>
      <dsp:txXfrm>
        <a:off x="980210" y="2123342"/>
        <a:ext cx="9535389" cy="848667"/>
      </dsp:txXfrm>
    </dsp:sp>
    <dsp:sp modelId="{1B4CEF0B-551A-4E2A-8639-2A1E27221271}">
      <dsp:nvSpPr>
        <dsp:cNvPr id="0" name=""/>
        <dsp:cNvSpPr/>
      </dsp:nvSpPr>
      <dsp:spPr>
        <a:xfrm>
          <a:off x="0" y="3184176"/>
          <a:ext cx="10515600" cy="8486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8C0B1B-90B4-4361-AE06-4DE6FF2A72DD}">
      <dsp:nvSpPr>
        <dsp:cNvPr id="0" name=""/>
        <dsp:cNvSpPr/>
      </dsp:nvSpPr>
      <dsp:spPr>
        <a:xfrm>
          <a:off x="256721" y="3375126"/>
          <a:ext cx="466766" cy="4667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9D358F-5597-47C0-A450-82BEFDB5B093}">
      <dsp:nvSpPr>
        <dsp:cNvPr id="0" name=""/>
        <dsp:cNvSpPr/>
      </dsp:nvSpPr>
      <dsp:spPr>
        <a:xfrm>
          <a:off x="980210" y="3184176"/>
          <a:ext cx="9535389" cy="848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817" tIns="89817" rIns="89817" bIns="8981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Azure NetApp Files: enterprise file storage</a:t>
          </a:r>
        </a:p>
      </dsp:txBody>
      <dsp:txXfrm>
        <a:off x="980210" y="3184176"/>
        <a:ext cx="9535389" cy="84866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1F2CAF-A4B8-4EFE-85F1-7FE2FDD57311}">
      <dsp:nvSpPr>
        <dsp:cNvPr id="0" name=""/>
        <dsp:cNvSpPr/>
      </dsp:nvSpPr>
      <dsp:spPr>
        <a:xfrm>
          <a:off x="0" y="51849"/>
          <a:ext cx="10515600" cy="66338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VM decides how much IO you receive!!!*</a:t>
          </a:r>
        </a:p>
      </dsp:txBody>
      <dsp:txXfrm>
        <a:off x="32384" y="84233"/>
        <a:ext cx="10450832" cy="598621"/>
      </dsp:txXfrm>
    </dsp:sp>
    <dsp:sp modelId="{20EAAB3D-E566-4F01-BBBA-09D990FDEC24}">
      <dsp:nvSpPr>
        <dsp:cNvPr id="0" name=""/>
        <dsp:cNvSpPr/>
      </dsp:nvSpPr>
      <dsp:spPr>
        <a:xfrm>
          <a:off x="0" y="792999"/>
          <a:ext cx="10515600" cy="66338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Premium SSD v2</a:t>
          </a:r>
        </a:p>
      </dsp:txBody>
      <dsp:txXfrm>
        <a:off x="32384" y="825383"/>
        <a:ext cx="10450832" cy="598621"/>
      </dsp:txXfrm>
    </dsp:sp>
    <dsp:sp modelId="{4A319CEC-9FAD-4AF9-A39A-BD4C5C82E27F}">
      <dsp:nvSpPr>
        <dsp:cNvPr id="0" name=""/>
        <dsp:cNvSpPr/>
      </dsp:nvSpPr>
      <dsp:spPr>
        <a:xfrm>
          <a:off x="0" y="1456389"/>
          <a:ext cx="10515600" cy="1089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Configurable IOPS &amp; Throughput per disk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Up to 80K IOPS and 1200 MBPs throughput*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First choice for database workloads</a:t>
          </a:r>
        </a:p>
      </dsp:txBody>
      <dsp:txXfrm>
        <a:off x="0" y="1456389"/>
        <a:ext cx="10515600" cy="1089854"/>
      </dsp:txXfrm>
    </dsp:sp>
    <dsp:sp modelId="{AB90365D-ED5D-4906-A54A-BA190A26B30F}">
      <dsp:nvSpPr>
        <dsp:cNvPr id="0" name=""/>
        <dsp:cNvSpPr/>
      </dsp:nvSpPr>
      <dsp:spPr>
        <a:xfrm>
          <a:off x="0" y="2546244"/>
          <a:ext cx="10515600" cy="66338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Ultra Disk (Go-to for Azure, but should it be?)</a:t>
          </a:r>
        </a:p>
      </dsp:txBody>
      <dsp:txXfrm>
        <a:off x="32384" y="2578628"/>
        <a:ext cx="10450832" cy="598621"/>
      </dsp:txXfrm>
    </dsp:sp>
    <dsp:sp modelId="{E3C6ABA9-F909-4DCC-BA76-4F3869E2172A}">
      <dsp:nvSpPr>
        <dsp:cNvPr id="0" name=""/>
        <dsp:cNvSpPr/>
      </dsp:nvSpPr>
      <dsp:spPr>
        <a:xfrm>
          <a:off x="0" y="3209633"/>
          <a:ext cx="10515600" cy="1089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.5 ms latency and up to 160K IOPs and 4000 MBPs throughput*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Perfect for SQL Server OLTP/high concurrency and write-heavy Postgres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Can be costly</a:t>
          </a:r>
        </a:p>
      </dsp:txBody>
      <dsp:txXfrm>
        <a:off x="0" y="3209633"/>
        <a:ext cx="10515600" cy="108985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BF4B52-D93A-4444-8E87-902D71B61279}">
      <dsp:nvSpPr>
        <dsp:cNvPr id="0" name=""/>
        <dsp:cNvSpPr/>
      </dsp:nvSpPr>
      <dsp:spPr>
        <a:xfrm rot="5400000">
          <a:off x="6662635" y="-2588011"/>
          <a:ext cx="1404400" cy="6931610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Lower IOPS (500-6000)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OK for dev/test or low-traffic Postgres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Not recommended for production.</a:t>
          </a:r>
        </a:p>
      </dsp:txBody>
      <dsp:txXfrm rot="-5400000">
        <a:off x="3899031" y="244150"/>
        <a:ext cx="6863053" cy="1267286"/>
      </dsp:txXfrm>
    </dsp:sp>
    <dsp:sp modelId="{FF6ADD93-9099-44FE-AAF4-93C0A14DF236}">
      <dsp:nvSpPr>
        <dsp:cNvPr id="0" name=""/>
        <dsp:cNvSpPr/>
      </dsp:nvSpPr>
      <dsp:spPr>
        <a:xfrm>
          <a:off x="0" y="43"/>
          <a:ext cx="3899030" cy="17555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Standard SSD</a:t>
          </a:r>
        </a:p>
      </dsp:txBody>
      <dsp:txXfrm>
        <a:off x="85696" y="85739"/>
        <a:ext cx="3727638" cy="1584108"/>
      </dsp:txXfrm>
    </dsp:sp>
    <dsp:sp modelId="{1C8B830D-16C5-4E04-91EE-0CA32C596138}">
      <dsp:nvSpPr>
        <dsp:cNvPr id="0" name=""/>
        <dsp:cNvSpPr/>
      </dsp:nvSpPr>
      <dsp:spPr>
        <a:xfrm rot="5400000">
          <a:off x="6662635" y="-744736"/>
          <a:ext cx="1404400" cy="6931610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Just a hard NO for any </a:t>
          </a:r>
          <a:r>
            <a:rPr lang="en-US" sz="2400" kern="1200" dirty="0" err="1"/>
            <a:t>datafiles</a:t>
          </a:r>
          <a:r>
            <a:rPr lang="en-US" sz="2400" kern="1200" dirty="0"/>
            <a:t> for any platform.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Suitable for backups, archives or play environments.</a:t>
          </a:r>
        </a:p>
      </dsp:txBody>
      <dsp:txXfrm rot="-5400000">
        <a:off x="3899031" y="2087425"/>
        <a:ext cx="6863053" cy="1267286"/>
      </dsp:txXfrm>
    </dsp:sp>
    <dsp:sp modelId="{8302112B-576D-4E54-9160-58372F8C4140}">
      <dsp:nvSpPr>
        <dsp:cNvPr id="0" name=""/>
        <dsp:cNvSpPr/>
      </dsp:nvSpPr>
      <dsp:spPr>
        <a:xfrm>
          <a:off x="0" y="1843319"/>
          <a:ext cx="3899030" cy="17555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Standard HDD</a:t>
          </a:r>
        </a:p>
      </dsp:txBody>
      <dsp:txXfrm>
        <a:off x="85696" y="1929015"/>
        <a:ext cx="3727638" cy="158410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B0954D-FF98-413F-92AB-ED9BC84C9A43}">
      <dsp:nvSpPr>
        <dsp:cNvPr id="0" name=""/>
        <dsp:cNvSpPr/>
      </dsp:nvSpPr>
      <dsp:spPr>
        <a:xfrm>
          <a:off x="0" y="1719"/>
          <a:ext cx="10515600" cy="87162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5B3A57-441B-4BA5-B14A-04AA7B210B06}">
      <dsp:nvSpPr>
        <dsp:cNvPr id="0" name=""/>
        <dsp:cNvSpPr/>
      </dsp:nvSpPr>
      <dsp:spPr>
        <a:xfrm>
          <a:off x="263666" y="197835"/>
          <a:ext cx="479393" cy="4793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FBF2DA-E2B9-49B7-ABB8-EB93CF1CB671}">
      <dsp:nvSpPr>
        <dsp:cNvPr id="0" name=""/>
        <dsp:cNvSpPr/>
      </dsp:nvSpPr>
      <dsp:spPr>
        <a:xfrm>
          <a:off x="1006727" y="1719"/>
          <a:ext cx="4732020" cy="871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47" tIns="92247" rIns="92247" bIns="9224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Separate datafiles from conflicting IO demands </a:t>
          </a:r>
          <a:endParaRPr lang="en-US" sz="2200" kern="1200"/>
        </a:p>
      </dsp:txBody>
      <dsp:txXfrm>
        <a:off x="1006727" y="1719"/>
        <a:ext cx="4732020" cy="871625"/>
      </dsp:txXfrm>
    </dsp:sp>
    <dsp:sp modelId="{667D6EBE-BAA9-4FF7-A225-6B3919EA65E2}">
      <dsp:nvSpPr>
        <dsp:cNvPr id="0" name=""/>
        <dsp:cNvSpPr/>
      </dsp:nvSpPr>
      <dsp:spPr>
        <a:xfrm>
          <a:off x="5738747" y="1719"/>
          <a:ext cx="4776852" cy="871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47" tIns="92247" rIns="92247" bIns="92247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Transaction/archival logs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ETL load files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Installation or database engine</a:t>
          </a:r>
          <a:endParaRPr lang="en-US" sz="1300" kern="1200"/>
        </a:p>
      </dsp:txBody>
      <dsp:txXfrm>
        <a:off x="5738747" y="1719"/>
        <a:ext cx="4776852" cy="871625"/>
      </dsp:txXfrm>
    </dsp:sp>
    <dsp:sp modelId="{1193D586-6566-4211-9EC7-12CD05D55A82}">
      <dsp:nvSpPr>
        <dsp:cNvPr id="0" name=""/>
        <dsp:cNvSpPr/>
      </dsp:nvSpPr>
      <dsp:spPr>
        <a:xfrm>
          <a:off x="0" y="1091251"/>
          <a:ext cx="10515600" cy="87162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033781-95BD-4188-AC0C-A44CD73AF4D3}">
      <dsp:nvSpPr>
        <dsp:cNvPr id="0" name=""/>
        <dsp:cNvSpPr/>
      </dsp:nvSpPr>
      <dsp:spPr>
        <a:xfrm>
          <a:off x="263666" y="1287367"/>
          <a:ext cx="479393" cy="4793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441877-B101-4419-A845-5E5972B56EC0}">
      <dsp:nvSpPr>
        <dsp:cNvPr id="0" name=""/>
        <dsp:cNvSpPr/>
      </dsp:nvSpPr>
      <dsp:spPr>
        <a:xfrm>
          <a:off x="1006727" y="1091251"/>
          <a:ext cx="9508872" cy="871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47" tIns="92247" rIns="92247" bIns="9224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Tempdb/temp tablespace- consider using ephemeral local disk with automated recreation before startup if required.</a:t>
          </a:r>
          <a:endParaRPr lang="en-US" sz="2200" kern="1200"/>
        </a:p>
      </dsp:txBody>
      <dsp:txXfrm>
        <a:off x="1006727" y="1091251"/>
        <a:ext cx="9508872" cy="871625"/>
      </dsp:txXfrm>
    </dsp:sp>
    <dsp:sp modelId="{CB1C7E37-3640-4978-885C-F9AF22EC7780}">
      <dsp:nvSpPr>
        <dsp:cNvPr id="0" name=""/>
        <dsp:cNvSpPr/>
      </dsp:nvSpPr>
      <dsp:spPr>
        <a:xfrm>
          <a:off x="0" y="2180783"/>
          <a:ext cx="10515600" cy="87162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17DCDA-6804-49CC-8BF6-B7299BFE630A}">
      <dsp:nvSpPr>
        <dsp:cNvPr id="0" name=""/>
        <dsp:cNvSpPr/>
      </dsp:nvSpPr>
      <dsp:spPr>
        <a:xfrm>
          <a:off x="263666" y="2376898"/>
          <a:ext cx="479393" cy="4793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409AB6-3C72-4FC9-9A5C-7DB13E32FBBC}">
      <dsp:nvSpPr>
        <dsp:cNvPr id="0" name=""/>
        <dsp:cNvSpPr/>
      </dsp:nvSpPr>
      <dsp:spPr>
        <a:xfrm>
          <a:off x="1006727" y="2180783"/>
          <a:ext cx="9508872" cy="871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47" tIns="92247" rIns="92247" bIns="9224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Enable read caching, (host level caching) on datafiles, but disable any write caching on WAL/logging, etc.</a:t>
          </a:r>
          <a:endParaRPr lang="en-US" sz="2200" kern="1200"/>
        </a:p>
      </dsp:txBody>
      <dsp:txXfrm>
        <a:off x="1006727" y="2180783"/>
        <a:ext cx="9508872" cy="871625"/>
      </dsp:txXfrm>
    </dsp:sp>
    <dsp:sp modelId="{D471E5B8-5857-4748-B9F4-0D440C3F1A0E}">
      <dsp:nvSpPr>
        <dsp:cNvPr id="0" name=""/>
        <dsp:cNvSpPr/>
      </dsp:nvSpPr>
      <dsp:spPr>
        <a:xfrm>
          <a:off x="0" y="3270314"/>
          <a:ext cx="10515600" cy="87162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29BC3C-340D-4FAE-9122-87C7E29DF1E1}">
      <dsp:nvSpPr>
        <dsp:cNvPr id="0" name=""/>
        <dsp:cNvSpPr/>
      </dsp:nvSpPr>
      <dsp:spPr>
        <a:xfrm>
          <a:off x="263666" y="3466430"/>
          <a:ext cx="479393" cy="4793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0E7E8-B734-4EFB-A052-F8E3421888DE}">
      <dsp:nvSpPr>
        <dsp:cNvPr id="0" name=""/>
        <dsp:cNvSpPr/>
      </dsp:nvSpPr>
      <dsp:spPr>
        <a:xfrm>
          <a:off x="1006727" y="3270314"/>
          <a:ext cx="9508872" cy="871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247" tIns="92247" rIns="92247" bIns="9224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Use Availability sets and Availability zones for HA and use managed disk</a:t>
          </a:r>
          <a:endParaRPr lang="en-US" sz="2200" kern="1200" dirty="0"/>
        </a:p>
      </dsp:txBody>
      <dsp:txXfrm>
        <a:off x="1006727" y="3270314"/>
        <a:ext cx="9508872" cy="87162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D104BC-6F59-4470-8B52-E4CF04DF4072}">
      <dsp:nvSpPr>
        <dsp:cNvPr id="0" name=""/>
        <dsp:cNvSpPr/>
      </dsp:nvSpPr>
      <dsp:spPr>
        <a:xfrm>
          <a:off x="0" y="397124"/>
          <a:ext cx="105156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0616F1-7066-471F-8EF9-CFDE18BD554E}">
      <dsp:nvSpPr>
        <dsp:cNvPr id="0" name=""/>
        <dsp:cNvSpPr/>
      </dsp:nvSpPr>
      <dsp:spPr>
        <a:xfrm>
          <a:off x="525780" y="57644"/>
          <a:ext cx="7360920" cy="678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Compute Engine: E2, N2, C2, Tau T2D ARM</a:t>
          </a:r>
        </a:p>
      </dsp:txBody>
      <dsp:txXfrm>
        <a:off x="558924" y="90788"/>
        <a:ext cx="7294632" cy="612672"/>
      </dsp:txXfrm>
    </dsp:sp>
    <dsp:sp modelId="{F1ACCD57-5762-4A9E-B573-51637C88A1B9}">
      <dsp:nvSpPr>
        <dsp:cNvPr id="0" name=""/>
        <dsp:cNvSpPr/>
      </dsp:nvSpPr>
      <dsp:spPr>
        <a:xfrm>
          <a:off x="0" y="1440404"/>
          <a:ext cx="105156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A37907-F043-4A58-9525-991446DC6189}">
      <dsp:nvSpPr>
        <dsp:cNvPr id="0" name=""/>
        <dsp:cNvSpPr/>
      </dsp:nvSpPr>
      <dsp:spPr>
        <a:xfrm>
          <a:off x="525780" y="1100924"/>
          <a:ext cx="7360920" cy="678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Preemptible VMs for cost savings</a:t>
          </a:r>
        </a:p>
      </dsp:txBody>
      <dsp:txXfrm>
        <a:off x="558924" y="1134068"/>
        <a:ext cx="7294632" cy="612672"/>
      </dsp:txXfrm>
    </dsp:sp>
    <dsp:sp modelId="{28037B7B-91E6-49ED-9422-67F9DB37453F}">
      <dsp:nvSpPr>
        <dsp:cNvPr id="0" name=""/>
        <dsp:cNvSpPr/>
      </dsp:nvSpPr>
      <dsp:spPr>
        <a:xfrm>
          <a:off x="0" y="2483684"/>
          <a:ext cx="105156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D2FAB5-3396-4201-94F0-2984561AED45}">
      <dsp:nvSpPr>
        <dsp:cNvPr id="0" name=""/>
        <dsp:cNvSpPr/>
      </dsp:nvSpPr>
      <dsp:spPr>
        <a:xfrm>
          <a:off x="525780" y="2144204"/>
          <a:ext cx="7360920" cy="678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Google Kubernetes Engine (GKE)</a:t>
          </a:r>
        </a:p>
      </dsp:txBody>
      <dsp:txXfrm>
        <a:off x="558924" y="2177348"/>
        <a:ext cx="7294632" cy="612672"/>
      </dsp:txXfrm>
    </dsp:sp>
    <dsp:sp modelId="{7725B650-7477-44CA-A840-39390A159752}">
      <dsp:nvSpPr>
        <dsp:cNvPr id="0" name=""/>
        <dsp:cNvSpPr/>
      </dsp:nvSpPr>
      <dsp:spPr>
        <a:xfrm>
          <a:off x="0" y="3526964"/>
          <a:ext cx="105156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A34CF8-DE39-465A-B3F8-300DDA270DF4}">
      <dsp:nvSpPr>
        <dsp:cNvPr id="0" name=""/>
        <dsp:cNvSpPr/>
      </dsp:nvSpPr>
      <dsp:spPr>
        <a:xfrm>
          <a:off x="525780" y="3187484"/>
          <a:ext cx="7360920" cy="678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AI/ML GPU &amp; TPU offerings</a:t>
          </a:r>
        </a:p>
      </dsp:txBody>
      <dsp:txXfrm>
        <a:off x="558924" y="3220628"/>
        <a:ext cx="7294632" cy="612672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A20868-6F2B-4F7D-B030-ACA930E1FA17}">
      <dsp:nvSpPr>
        <dsp:cNvPr id="0" name=""/>
        <dsp:cNvSpPr/>
      </dsp:nvSpPr>
      <dsp:spPr>
        <a:xfrm>
          <a:off x="0" y="513"/>
          <a:ext cx="10515600" cy="12012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BDE16A-873F-46F5-8684-1567D88D19A6}">
      <dsp:nvSpPr>
        <dsp:cNvPr id="0" name=""/>
        <dsp:cNvSpPr/>
      </dsp:nvSpPr>
      <dsp:spPr>
        <a:xfrm>
          <a:off x="363369" y="270788"/>
          <a:ext cx="660672" cy="6606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C37A40-FC0C-4EFF-85C0-27A24BA4B482}">
      <dsp:nvSpPr>
        <dsp:cNvPr id="0" name=""/>
        <dsp:cNvSpPr/>
      </dsp:nvSpPr>
      <dsp:spPr>
        <a:xfrm>
          <a:off x="1387411" y="513"/>
          <a:ext cx="9128188" cy="1201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129" tIns="127129" rIns="127129" bIns="1271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High GHz per core.</a:t>
          </a:r>
          <a:endParaRPr lang="en-US" sz="2500" kern="1200"/>
        </a:p>
      </dsp:txBody>
      <dsp:txXfrm>
        <a:off x="1387411" y="513"/>
        <a:ext cx="9128188" cy="1201222"/>
      </dsp:txXfrm>
    </dsp:sp>
    <dsp:sp modelId="{AE6CF0B1-B92B-4B55-954F-72C6C14B12A5}">
      <dsp:nvSpPr>
        <dsp:cNvPr id="0" name=""/>
        <dsp:cNvSpPr/>
      </dsp:nvSpPr>
      <dsp:spPr>
        <a:xfrm>
          <a:off x="0" y="1502041"/>
          <a:ext cx="10515600" cy="12012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DA9A40-9ED6-417B-A371-92B9E8AC90DD}">
      <dsp:nvSpPr>
        <dsp:cNvPr id="0" name=""/>
        <dsp:cNvSpPr/>
      </dsp:nvSpPr>
      <dsp:spPr>
        <a:xfrm>
          <a:off x="363369" y="1772316"/>
          <a:ext cx="660672" cy="6606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347116-BA87-4814-8F5A-5A4613258FE2}">
      <dsp:nvSpPr>
        <dsp:cNvPr id="0" name=""/>
        <dsp:cNvSpPr/>
      </dsp:nvSpPr>
      <dsp:spPr>
        <a:xfrm>
          <a:off x="1387411" y="1502041"/>
          <a:ext cx="4732020" cy="1201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129" tIns="127129" rIns="127129" bIns="1271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Best for CPU-intensive workloads.</a:t>
          </a:r>
          <a:endParaRPr lang="en-US" sz="2500" kern="1200"/>
        </a:p>
      </dsp:txBody>
      <dsp:txXfrm>
        <a:off x="1387411" y="1502041"/>
        <a:ext cx="4732020" cy="1201222"/>
      </dsp:txXfrm>
    </dsp:sp>
    <dsp:sp modelId="{BD8C5708-DD00-4CA7-BD54-EF3AB496EEF8}">
      <dsp:nvSpPr>
        <dsp:cNvPr id="0" name=""/>
        <dsp:cNvSpPr/>
      </dsp:nvSpPr>
      <dsp:spPr>
        <a:xfrm>
          <a:off x="6119431" y="1502041"/>
          <a:ext cx="4396168" cy="1201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129" tIns="127129" rIns="127129" bIns="12712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Procedure-heavy SQL Server</a:t>
          </a:r>
          <a:endParaRPr lang="en-US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Highly transactional Oracle</a:t>
          </a:r>
          <a:endParaRPr lang="en-US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Heavy analytics joins and aggregates in Postgres</a:t>
          </a:r>
          <a:endParaRPr lang="en-US" sz="1500" kern="1200"/>
        </a:p>
      </dsp:txBody>
      <dsp:txXfrm>
        <a:off x="6119431" y="1502041"/>
        <a:ext cx="4396168" cy="1201222"/>
      </dsp:txXfrm>
    </dsp:sp>
    <dsp:sp modelId="{6CCB3781-108C-4987-9AD6-8E2E1FB9658A}">
      <dsp:nvSpPr>
        <dsp:cNvPr id="0" name=""/>
        <dsp:cNvSpPr/>
      </dsp:nvSpPr>
      <dsp:spPr>
        <a:xfrm>
          <a:off x="0" y="3003569"/>
          <a:ext cx="10515600" cy="12012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4FEEE4-A0DC-47DB-9328-8BCE55266ABF}">
      <dsp:nvSpPr>
        <dsp:cNvPr id="0" name=""/>
        <dsp:cNvSpPr/>
      </dsp:nvSpPr>
      <dsp:spPr>
        <a:xfrm>
          <a:off x="363369" y="3273844"/>
          <a:ext cx="660672" cy="6606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2F787D-F39B-460A-90B3-157D21FA3BBA}">
      <dsp:nvSpPr>
        <dsp:cNvPr id="0" name=""/>
        <dsp:cNvSpPr/>
      </dsp:nvSpPr>
      <dsp:spPr>
        <a:xfrm>
          <a:off x="1387411" y="3003569"/>
          <a:ext cx="4732020" cy="1201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129" tIns="127129" rIns="127129" bIns="1271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Lower memory per vCPU</a:t>
          </a:r>
          <a:endParaRPr lang="en-US" sz="2500" kern="1200"/>
        </a:p>
      </dsp:txBody>
      <dsp:txXfrm>
        <a:off x="1387411" y="3003569"/>
        <a:ext cx="4732020" cy="1201222"/>
      </dsp:txXfrm>
    </dsp:sp>
    <dsp:sp modelId="{551CD412-1CF1-42E8-9165-62503958E627}">
      <dsp:nvSpPr>
        <dsp:cNvPr id="0" name=""/>
        <dsp:cNvSpPr/>
      </dsp:nvSpPr>
      <dsp:spPr>
        <a:xfrm>
          <a:off x="6119431" y="3003569"/>
          <a:ext cx="4396168" cy="1201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129" tIns="127129" rIns="127129" bIns="127129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Not ideal for memory-heavy Oracle or Postgres caching workloads.</a:t>
          </a:r>
          <a:endParaRPr lang="en-US" sz="1500" kern="1200" dirty="0"/>
        </a:p>
      </dsp:txBody>
      <dsp:txXfrm>
        <a:off x="6119431" y="3003569"/>
        <a:ext cx="4396168" cy="120122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530274-65A3-43D0-A5B3-6A49194A2024}">
      <dsp:nvSpPr>
        <dsp:cNvPr id="0" name=""/>
        <dsp:cNvSpPr/>
      </dsp:nvSpPr>
      <dsp:spPr>
        <a:xfrm>
          <a:off x="0" y="1715"/>
          <a:ext cx="10515600" cy="86946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E08745-16B7-4D27-8F1B-A5E6FADF02C6}">
      <dsp:nvSpPr>
        <dsp:cNvPr id="0" name=""/>
        <dsp:cNvSpPr/>
      </dsp:nvSpPr>
      <dsp:spPr>
        <a:xfrm>
          <a:off x="263012" y="197344"/>
          <a:ext cx="478205" cy="4782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7A443-3279-43BF-902A-71666E85A300}">
      <dsp:nvSpPr>
        <dsp:cNvPr id="0" name=""/>
        <dsp:cNvSpPr/>
      </dsp:nvSpPr>
      <dsp:spPr>
        <a:xfrm>
          <a:off x="1004231" y="1715"/>
          <a:ext cx="9511368" cy="869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018" tIns="92018" rIns="92018" bIns="9201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Massive Memory per VM, (up to 12TB!)</a:t>
          </a:r>
          <a:endParaRPr lang="en-US" sz="2200" kern="1200"/>
        </a:p>
      </dsp:txBody>
      <dsp:txXfrm>
        <a:off x="1004231" y="1715"/>
        <a:ext cx="9511368" cy="869464"/>
      </dsp:txXfrm>
    </dsp:sp>
    <dsp:sp modelId="{3271CA7E-A617-490C-A7DB-C2B14672A0FA}">
      <dsp:nvSpPr>
        <dsp:cNvPr id="0" name=""/>
        <dsp:cNvSpPr/>
      </dsp:nvSpPr>
      <dsp:spPr>
        <a:xfrm>
          <a:off x="0" y="1088545"/>
          <a:ext cx="10515600" cy="86946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40AAD0-B3AD-44E3-8EF1-1C8FF96076F6}">
      <dsp:nvSpPr>
        <dsp:cNvPr id="0" name=""/>
        <dsp:cNvSpPr/>
      </dsp:nvSpPr>
      <dsp:spPr>
        <a:xfrm>
          <a:off x="263012" y="1284175"/>
          <a:ext cx="478205" cy="4782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B33255-89A1-467B-BCFB-77E5AD1AA476}">
      <dsp:nvSpPr>
        <dsp:cNvPr id="0" name=""/>
        <dsp:cNvSpPr/>
      </dsp:nvSpPr>
      <dsp:spPr>
        <a:xfrm>
          <a:off x="1004231" y="1088545"/>
          <a:ext cx="4732020" cy="869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018" tIns="92018" rIns="92018" bIns="9201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Suited for:</a:t>
          </a:r>
          <a:endParaRPr lang="en-US" sz="2200" kern="1200"/>
        </a:p>
      </dsp:txBody>
      <dsp:txXfrm>
        <a:off x="1004231" y="1088545"/>
        <a:ext cx="4732020" cy="869464"/>
      </dsp:txXfrm>
    </dsp:sp>
    <dsp:sp modelId="{8FE2A573-858B-4CA3-8ECD-DA2E78840624}">
      <dsp:nvSpPr>
        <dsp:cNvPr id="0" name=""/>
        <dsp:cNvSpPr/>
      </dsp:nvSpPr>
      <dsp:spPr>
        <a:xfrm>
          <a:off x="5736251" y="1088545"/>
          <a:ext cx="4779348" cy="869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018" tIns="92018" rIns="92018" bIns="92018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SQL Server enterprise workloads with multi-TB buffer pools</a:t>
          </a:r>
          <a:endParaRPr lang="en-US" sz="1300" kern="120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Large analytics, time-series or in-memory extension Postgres</a:t>
          </a:r>
          <a:endParaRPr lang="en-US" sz="1300" kern="1200" dirty="0"/>
        </a:p>
      </dsp:txBody>
      <dsp:txXfrm>
        <a:off x="5736251" y="1088545"/>
        <a:ext cx="4779348" cy="869464"/>
      </dsp:txXfrm>
    </dsp:sp>
    <dsp:sp modelId="{093D5C2E-1E4F-4469-92FF-25DDE0CF3354}">
      <dsp:nvSpPr>
        <dsp:cNvPr id="0" name=""/>
        <dsp:cNvSpPr/>
      </dsp:nvSpPr>
      <dsp:spPr>
        <a:xfrm>
          <a:off x="0" y="2175376"/>
          <a:ext cx="10515600" cy="86946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FF5F66-2BC8-4585-8F70-D427A174158A}">
      <dsp:nvSpPr>
        <dsp:cNvPr id="0" name=""/>
        <dsp:cNvSpPr/>
      </dsp:nvSpPr>
      <dsp:spPr>
        <a:xfrm>
          <a:off x="263012" y="2371005"/>
          <a:ext cx="478205" cy="4782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DFC554-3CEF-4E4C-8DDE-B0577F7E62E8}">
      <dsp:nvSpPr>
        <dsp:cNvPr id="0" name=""/>
        <dsp:cNvSpPr/>
      </dsp:nvSpPr>
      <dsp:spPr>
        <a:xfrm>
          <a:off x="1004231" y="2175376"/>
          <a:ext cx="9511368" cy="869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018" tIns="92018" rIns="92018" bIns="9201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Costly, often used in regulated environments, such as financial services, SAP HANA, etc.)</a:t>
          </a:r>
          <a:endParaRPr lang="en-US" sz="2200" kern="1200" dirty="0"/>
        </a:p>
      </dsp:txBody>
      <dsp:txXfrm>
        <a:off x="1004231" y="2175376"/>
        <a:ext cx="9511368" cy="869464"/>
      </dsp:txXfrm>
    </dsp:sp>
    <dsp:sp modelId="{91BE1742-DFCC-2D4B-88C0-FC231BDC6BA2}">
      <dsp:nvSpPr>
        <dsp:cNvPr id="0" name=""/>
        <dsp:cNvSpPr/>
      </dsp:nvSpPr>
      <dsp:spPr>
        <a:xfrm>
          <a:off x="0" y="3262206"/>
          <a:ext cx="10515600" cy="86946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F5EA52-BF79-074D-A2CE-E6AD11647875}">
      <dsp:nvSpPr>
        <dsp:cNvPr id="0" name=""/>
        <dsp:cNvSpPr/>
      </dsp:nvSpPr>
      <dsp:spPr>
        <a:xfrm>
          <a:off x="263012" y="3457835"/>
          <a:ext cx="478205" cy="478205"/>
        </a:xfrm>
        <a:prstGeom prst="rect">
          <a:avLst/>
        </a:prstGeom>
        <a:blipFill>
          <a:blip xmlns:r="http://schemas.openxmlformats.org/officeDocument/2006/relationships" r:embed="rId7"/>
          <a:srcRect/>
          <a:stretch>
            <a:fillRect t="-2000" b="-2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590CE8-1CA5-4045-8F3D-F2E9AC6D28C6}">
      <dsp:nvSpPr>
        <dsp:cNvPr id="0" name=""/>
        <dsp:cNvSpPr/>
      </dsp:nvSpPr>
      <dsp:spPr>
        <a:xfrm>
          <a:off x="1004231" y="3262206"/>
          <a:ext cx="9511368" cy="869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018" tIns="92018" rIns="92018" bIns="9201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Memory and CPU demanding Oracle workloads, with less demanding IO</a:t>
          </a:r>
          <a:endParaRPr lang="en-US" sz="2200" kern="1200" dirty="0"/>
        </a:p>
      </dsp:txBody>
      <dsp:txXfrm>
        <a:off x="1004231" y="3262206"/>
        <a:ext cx="9511368" cy="86946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F7B894-AFFA-4D95-A357-1C3D6A47FB60}">
      <dsp:nvSpPr>
        <dsp:cNvPr id="0" name=""/>
        <dsp:cNvSpPr/>
      </dsp:nvSpPr>
      <dsp:spPr>
        <a:xfrm>
          <a:off x="0" y="507"/>
          <a:ext cx="10515600" cy="11865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E95F94-21C5-4C9F-8806-956F90D4EC75}">
      <dsp:nvSpPr>
        <dsp:cNvPr id="0" name=""/>
        <dsp:cNvSpPr/>
      </dsp:nvSpPr>
      <dsp:spPr>
        <a:xfrm>
          <a:off x="358931" y="267480"/>
          <a:ext cx="652601" cy="6526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F115AA-C1B5-4EB4-B4C3-FEDB49A607ED}">
      <dsp:nvSpPr>
        <dsp:cNvPr id="0" name=""/>
        <dsp:cNvSpPr/>
      </dsp:nvSpPr>
      <dsp:spPr>
        <a:xfrm>
          <a:off x="1370463" y="507"/>
          <a:ext cx="4732020" cy="11865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576" tIns="125576" rIns="125576" bIns="12557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Tau (T2D, T2A, C3A)  Optimized for price/performance</a:t>
          </a:r>
          <a:endParaRPr lang="en-US" sz="2400" kern="1200"/>
        </a:p>
      </dsp:txBody>
      <dsp:txXfrm>
        <a:off x="1370463" y="507"/>
        <a:ext cx="4732020" cy="1186548"/>
      </dsp:txXfrm>
    </dsp:sp>
    <dsp:sp modelId="{C9BFFEC3-E6C3-46FA-B0EA-11A95CF145E8}">
      <dsp:nvSpPr>
        <dsp:cNvPr id="0" name=""/>
        <dsp:cNvSpPr/>
      </dsp:nvSpPr>
      <dsp:spPr>
        <a:xfrm>
          <a:off x="6102483" y="507"/>
          <a:ext cx="4413116" cy="11865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576" tIns="125576" rIns="125576" bIns="12557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T2D is AMD EPYC Milan chip and priced well for Postgres OLTP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T2A is ARM-based.  Great for Postgres (native support)</a:t>
          </a:r>
          <a:endParaRPr lang="en-US" sz="1500" kern="1200"/>
        </a:p>
      </dsp:txBody>
      <dsp:txXfrm>
        <a:off x="6102483" y="507"/>
        <a:ext cx="4413116" cy="1186548"/>
      </dsp:txXfrm>
    </dsp:sp>
    <dsp:sp modelId="{BB637CE0-D0B7-4C16-A617-2B97F253429E}">
      <dsp:nvSpPr>
        <dsp:cNvPr id="0" name=""/>
        <dsp:cNvSpPr/>
      </dsp:nvSpPr>
      <dsp:spPr>
        <a:xfrm>
          <a:off x="0" y="1483693"/>
          <a:ext cx="10515600" cy="11865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4B9086-76B2-4E73-B6F8-E1CE00116E97}">
      <dsp:nvSpPr>
        <dsp:cNvPr id="0" name=""/>
        <dsp:cNvSpPr/>
      </dsp:nvSpPr>
      <dsp:spPr>
        <a:xfrm>
          <a:off x="358931" y="1750666"/>
          <a:ext cx="652601" cy="6526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5B368C-3550-49D7-B914-ED6B80AD1B06}">
      <dsp:nvSpPr>
        <dsp:cNvPr id="0" name=""/>
        <dsp:cNvSpPr/>
      </dsp:nvSpPr>
      <dsp:spPr>
        <a:xfrm>
          <a:off x="1370463" y="1483693"/>
          <a:ext cx="9145136" cy="11865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576" tIns="125576" rIns="125576" bIns="12557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Sole-Tenant Nodes: Useful for Oracle and SQL Server licensing (per core/socket) and isolation requirements.</a:t>
          </a:r>
          <a:endParaRPr lang="en-US" sz="2400" kern="1200" dirty="0"/>
        </a:p>
      </dsp:txBody>
      <dsp:txXfrm>
        <a:off x="1370463" y="1483693"/>
        <a:ext cx="9145136" cy="1186548"/>
      </dsp:txXfrm>
    </dsp:sp>
    <dsp:sp modelId="{0D702BDB-D25D-4A92-A47C-CA866659C034}">
      <dsp:nvSpPr>
        <dsp:cNvPr id="0" name=""/>
        <dsp:cNvSpPr/>
      </dsp:nvSpPr>
      <dsp:spPr>
        <a:xfrm>
          <a:off x="0" y="2966879"/>
          <a:ext cx="10515600" cy="11865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0DCFF7-D968-41A6-92AD-F8630822A976}">
      <dsp:nvSpPr>
        <dsp:cNvPr id="0" name=""/>
        <dsp:cNvSpPr/>
      </dsp:nvSpPr>
      <dsp:spPr>
        <a:xfrm>
          <a:off x="358931" y="3233852"/>
          <a:ext cx="652601" cy="6526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C03764-B8A2-4363-8672-3361E1701156}">
      <dsp:nvSpPr>
        <dsp:cNvPr id="0" name=""/>
        <dsp:cNvSpPr/>
      </dsp:nvSpPr>
      <dsp:spPr>
        <a:xfrm>
          <a:off x="1370463" y="2966879"/>
          <a:ext cx="9145136" cy="11865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576" tIns="125576" rIns="125576" bIns="12557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Bare Metal Solutions: Great for very large SQL Server deployments with specific hardware/OS requirements beyond standard VMs.</a:t>
          </a:r>
          <a:endParaRPr lang="en-US" sz="2400" kern="1200" dirty="0"/>
        </a:p>
      </dsp:txBody>
      <dsp:txXfrm>
        <a:off x="1370463" y="2966879"/>
        <a:ext cx="9145136" cy="1186548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3D49D0-E73E-45DC-932B-E4C4EEB619E1}">
      <dsp:nvSpPr>
        <dsp:cNvPr id="0" name=""/>
        <dsp:cNvSpPr/>
      </dsp:nvSpPr>
      <dsp:spPr>
        <a:xfrm>
          <a:off x="0" y="1732"/>
          <a:ext cx="10515600" cy="8781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C417CB-83F2-448D-B3C5-40D9DB16D851}">
      <dsp:nvSpPr>
        <dsp:cNvPr id="0" name=""/>
        <dsp:cNvSpPr/>
      </dsp:nvSpPr>
      <dsp:spPr>
        <a:xfrm>
          <a:off x="265627" y="199307"/>
          <a:ext cx="482959" cy="4829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67BD6-C00B-496D-A351-7850A8610EA1}">
      <dsp:nvSpPr>
        <dsp:cNvPr id="0" name=""/>
        <dsp:cNvSpPr/>
      </dsp:nvSpPr>
      <dsp:spPr>
        <a:xfrm>
          <a:off x="1014215" y="1732"/>
          <a:ext cx="9501384" cy="878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33" tIns="92933" rIns="92933" bIns="9293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Persistent Disk: block storage for VMs</a:t>
          </a:r>
        </a:p>
      </dsp:txBody>
      <dsp:txXfrm>
        <a:off x="1014215" y="1732"/>
        <a:ext cx="9501384" cy="878109"/>
      </dsp:txXfrm>
    </dsp:sp>
    <dsp:sp modelId="{D4285171-4196-40D7-9FE1-5255443E3EC9}">
      <dsp:nvSpPr>
        <dsp:cNvPr id="0" name=""/>
        <dsp:cNvSpPr/>
      </dsp:nvSpPr>
      <dsp:spPr>
        <a:xfrm>
          <a:off x="0" y="1099368"/>
          <a:ext cx="10515600" cy="8781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1D6699-6BD4-420C-8AC4-3BC8EC4505E4}">
      <dsp:nvSpPr>
        <dsp:cNvPr id="0" name=""/>
        <dsp:cNvSpPr/>
      </dsp:nvSpPr>
      <dsp:spPr>
        <a:xfrm>
          <a:off x="265627" y="1296943"/>
          <a:ext cx="482959" cy="4829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76CCB4-5B4F-475E-AAEA-5975E47F6F50}">
      <dsp:nvSpPr>
        <dsp:cNvPr id="0" name=""/>
        <dsp:cNvSpPr/>
      </dsp:nvSpPr>
      <dsp:spPr>
        <a:xfrm>
          <a:off x="1014215" y="1099368"/>
          <a:ext cx="9501384" cy="878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33" tIns="92933" rIns="92933" bIns="9293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Cloud Storage (GCS): object storage tiers</a:t>
          </a:r>
        </a:p>
      </dsp:txBody>
      <dsp:txXfrm>
        <a:off x="1014215" y="1099368"/>
        <a:ext cx="9501384" cy="878109"/>
      </dsp:txXfrm>
    </dsp:sp>
    <dsp:sp modelId="{8AD7FAB9-560E-48EB-9668-48BAD179C075}">
      <dsp:nvSpPr>
        <dsp:cNvPr id="0" name=""/>
        <dsp:cNvSpPr/>
      </dsp:nvSpPr>
      <dsp:spPr>
        <a:xfrm>
          <a:off x="0" y="2197005"/>
          <a:ext cx="10515600" cy="8781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16E90B-6301-4226-AB26-EC3CA744A2D4}">
      <dsp:nvSpPr>
        <dsp:cNvPr id="0" name=""/>
        <dsp:cNvSpPr/>
      </dsp:nvSpPr>
      <dsp:spPr>
        <a:xfrm>
          <a:off x="265627" y="2394579"/>
          <a:ext cx="482959" cy="4829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123434-2A3C-467F-9F97-1E3B691CD023}">
      <dsp:nvSpPr>
        <dsp:cNvPr id="0" name=""/>
        <dsp:cNvSpPr/>
      </dsp:nvSpPr>
      <dsp:spPr>
        <a:xfrm>
          <a:off x="1014215" y="2197005"/>
          <a:ext cx="9501384" cy="878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33" tIns="92933" rIns="92933" bIns="9293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Filestore: managed file storage (NFS)</a:t>
          </a:r>
        </a:p>
      </dsp:txBody>
      <dsp:txXfrm>
        <a:off x="1014215" y="2197005"/>
        <a:ext cx="9501384" cy="878109"/>
      </dsp:txXfrm>
    </dsp:sp>
    <dsp:sp modelId="{61162334-5567-4BC6-AC20-DCDDBE23B39A}">
      <dsp:nvSpPr>
        <dsp:cNvPr id="0" name=""/>
        <dsp:cNvSpPr/>
      </dsp:nvSpPr>
      <dsp:spPr>
        <a:xfrm>
          <a:off x="0" y="3294641"/>
          <a:ext cx="10515600" cy="8781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15142-94FF-4442-90F9-9FFC63480F8C}">
      <dsp:nvSpPr>
        <dsp:cNvPr id="0" name=""/>
        <dsp:cNvSpPr/>
      </dsp:nvSpPr>
      <dsp:spPr>
        <a:xfrm>
          <a:off x="265627" y="3492215"/>
          <a:ext cx="482959" cy="4829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2AC641-BAC7-49FE-9438-FD4D435F7220}">
      <dsp:nvSpPr>
        <dsp:cNvPr id="0" name=""/>
        <dsp:cNvSpPr/>
      </dsp:nvSpPr>
      <dsp:spPr>
        <a:xfrm>
          <a:off x="1014215" y="3294641"/>
          <a:ext cx="9501384" cy="878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33" tIns="92933" rIns="92933" bIns="9293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Cloud Volumes (NetApp/partners)</a:t>
          </a:r>
        </a:p>
      </dsp:txBody>
      <dsp:txXfrm>
        <a:off x="1014215" y="3294641"/>
        <a:ext cx="9501384" cy="878109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80E08-AA02-496C-8DE8-4526DCCA30F8}">
      <dsp:nvSpPr>
        <dsp:cNvPr id="0" name=""/>
        <dsp:cNvSpPr/>
      </dsp:nvSpPr>
      <dsp:spPr>
        <a:xfrm rot="5400000">
          <a:off x="6589693" y="-2661723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Cost-effective SSD with predictable performance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Good for general Postgres/SQL Server Workloads</a:t>
          </a:r>
          <a:endParaRPr lang="en-US" sz="2000" kern="1200"/>
        </a:p>
      </dsp:txBody>
      <dsp:txXfrm rot="-5400000">
        <a:off x="3785616" y="197117"/>
        <a:ext cx="6675221" cy="1012303"/>
      </dsp:txXfrm>
    </dsp:sp>
    <dsp:sp modelId="{F3506937-E5A8-4D3D-A5C3-663CB9244CB2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/>
            <a:t>Balanced PD (pd-balanced)</a:t>
          </a:r>
          <a:endParaRPr lang="en-US" sz="3900" kern="1200"/>
        </a:p>
      </dsp:txBody>
      <dsp:txXfrm>
        <a:off x="68454" y="70578"/>
        <a:ext cx="3648708" cy="1265378"/>
      </dsp:txXfrm>
    </dsp:sp>
    <dsp:sp modelId="{89176330-1396-4A39-B407-EFED86713463}">
      <dsp:nvSpPr>
        <dsp:cNvPr id="0" name=""/>
        <dsp:cNvSpPr/>
      </dsp:nvSpPr>
      <dsp:spPr>
        <a:xfrm rot="5400000">
          <a:off x="6589693" y="-1189323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High IOPS (up to 120K per disk)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VM still decides how much IO you can achieve.)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Equivalent to Azure Ultra Disk or AWS io2 Block Express)</a:t>
          </a:r>
          <a:endParaRPr lang="en-US" sz="2000" kern="1200"/>
        </a:p>
      </dsp:txBody>
      <dsp:txXfrm rot="-5400000">
        <a:off x="3785616" y="1669517"/>
        <a:ext cx="6675221" cy="1012303"/>
      </dsp:txXfrm>
    </dsp:sp>
    <dsp:sp modelId="{9C2E5B85-C5CE-4683-8095-DE108A0A23F3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/>
            <a:t>Extreme PD (pd-extreme)</a:t>
          </a:r>
          <a:endParaRPr lang="en-US" sz="3900" kern="1200"/>
        </a:p>
      </dsp:txBody>
      <dsp:txXfrm>
        <a:off x="68454" y="1542979"/>
        <a:ext cx="3648708" cy="1265378"/>
      </dsp:txXfrm>
    </dsp:sp>
    <dsp:sp modelId="{88BEE44A-EC1B-4988-A370-58C17AE3BB6D}">
      <dsp:nvSpPr>
        <dsp:cNvPr id="0" name=""/>
        <dsp:cNvSpPr/>
      </dsp:nvSpPr>
      <dsp:spPr>
        <a:xfrm rot="5400000">
          <a:off x="6589693" y="283077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HDD-backed.  Suitable for backups and archives, etc.  Not for production OLTP/workloads.</a:t>
          </a:r>
          <a:endParaRPr lang="en-US" sz="2000" kern="1200"/>
        </a:p>
      </dsp:txBody>
      <dsp:txXfrm rot="-5400000">
        <a:off x="3785616" y="3141918"/>
        <a:ext cx="6675221" cy="1012303"/>
      </dsp:txXfrm>
    </dsp:sp>
    <dsp:sp modelId="{4FB357E3-3772-4E49-BAFD-5A73D8D56E9F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/>
            <a:t>Standard PD (pd-standard)</a:t>
          </a:r>
          <a:endParaRPr lang="en-US" sz="3900" kern="1200"/>
        </a:p>
      </dsp:txBody>
      <dsp:txXfrm>
        <a:off x="68454" y="3015380"/>
        <a:ext cx="3648708" cy="1265378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F44D81-DE60-41BB-8791-D28A2AFD33BD}">
      <dsp:nvSpPr>
        <dsp:cNvPr id="0" name=""/>
        <dsp:cNvSpPr/>
      </dsp:nvSpPr>
      <dsp:spPr>
        <a:xfrm>
          <a:off x="0" y="503"/>
          <a:ext cx="10515600" cy="117774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0555F6-D7EF-4EF7-8E7D-BCB2A3297E36}">
      <dsp:nvSpPr>
        <dsp:cNvPr id="0" name=""/>
        <dsp:cNvSpPr/>
      </dsp:nvSpPr>
      <dsp:spPr>
        <a:xfrm>
          <a:off x="356267" y="265495"/>
          <a:ext cx="647759" cy="6477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8FCDA1-5616-46AE-B2DD-653615791296}">
      <dsp:nvSpPr>
        <dsp:cNvPr id="0" name=""/>
        <dsp:cNvSpPr/>
      </dsp:nvSpPr>
      <dsp:spPr>
        <a:xfrm>
          <a:off x="1360294" y="503"/>
          <a:ext cx="9155305" cy="1177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645" tIns="124645" rIns="124645" bIns="12464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NFS Managed Storage/Managed file shares</a:t>
          </a:r>
        </a:p>
      </dsp:txBody>
      <dsp:txXfrm>
        <a:off x="1360294" y="503"/>
        <a:ext cx="9155305" cy="1177744"/>
      </dsp:txXfrm>
    </dsp:sp>
    <dsp:sp modelId="{0774A99F-66CE-46BD-91B0-61E6F296D571}">
      <dsp:nvSpPr>
        <dsp:cNvPr id="0" name=""/>
        <dsp:cNvSpPr/>
      </dsp:nvSpPr>
      <dsp:spPr>
        <a:xfrm>
          <a:off x="0" y="1472683"/>
          <a:ext cx="10515600" cy="117774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8FDA2-7405-47D8-BA0A-D2077DCC324A}">
      <dsp:nvSpPr>
        <dsp:cNvPr id="0" name=""/>
        <dsp:cNvSpPr/>
      </dsp:nvSpPr>
      <dsp:spPr>
        <a:xfrm>
          <a:off x="356267" y="1737676"/>
          <a:ext cx="647759" cy="6477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D7D267-BB41-4908-A5F3-19119DB7CF5C}">
      <dsp:nvSpPr>
        <dsp:cNvPr id="0" name=""/>
        <dsp:cNvSpPr/>
      </dsp:nvSpPr>
      <dsp:spPr>
        <a:xfrm>
          <a:off x="1360294" y="1472683"/>
          <a:ext cx="9155305" cy="1177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645" tIns="124645" rIns="124645" bIns="12464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More commonly used for app data than datafiles.</a:t>
          </a:r>
        </a:p>
      </dsp:txBody>
      <dsp:txXfrm>
        <a:off x="1360294" y="1472683"/>
        <a:ext cx="9155305" cy="1177744"/>
      </dsp:txXfrm>
    </dsp:sp>
    <dsp:sp modelId="{F346A7FD-2508-45CD-BC87-6E9E1099FE13}">
      <dsp:nvSpPr>
        <dsp:cNvPr id="0" name=""/>
        <dsp:cNvSpPr/>
      </dsp:nvSpPr>
      <dsp:spPr>
        <a:xfrm>
          <a:off x="0" y="2944864"/>
          <a:ext cx="10515600" cy="117774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86401F-5D7B-4686-9E31-9E1770FEDAAB}">
      <dsp:nvSpPr>
        <dsp:cNvPr id="0" name=""/>
        <dsp:cNvSpPr/>
      </dsp:nvSpPr>
      <dsp:spPr>
        <a:xfrm>
          <a:off x="356267" y="3209856"/>
          <a:ext cx="647759" cy="6477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93DB5-CDAF-4DAB-B901-B2DAEFA1BB29}">
      <dsp:nvSpPr>
        <dsp:cNvPr id="0" name=""/>
        <dsp:cNvSpPr/>
      </dsp:nvSpPr>
      <dsp:spPr>
        <a:xfrm>
          <a:off x="1360294" y="2944864"/>
          <a:ext cx="9155305" cy="1177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645" tIns="124645" rIns="124645" bIns="12464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Can be used for backups, staging or read replicas</a:t>
          </a:r>
        </a:p>
      </dsp:txBody>
      <dsp:txXfrm>
        <a:off x="1360294" y="2944864"/>
        <a:ext cx="9155305" cy="117774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D34DB1-8AD0-4FA4-BA62-19EC4F86151F}">
      <dsp:nvSpPr>
        <dsp:cNvPr id="0" name=""/>
        <dsp:cNvSpPr/>
      </dsp:nvSpPr>
      <dsp:spPr>
        <a:xfrm>
          <a:off x="3173" y="37336"/>
          <a:ext cx="2517277" cy="352418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6257" tIns="330200" rIns="196257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Separate Disks for data, logs and tempdb/WAL</a:t>
          </a:r>
        </a:p>
      </dsp:txBody>
      <dsp:txXfrm>
        <a:off x="3173" y="1376528"/>
        <a:ext cx="2517277" cy="2114513"/>
      </dsp:txXfrm>
    </dsp:sp>
    <dsp:sp modelId="{A182250F-BDB9-4D64-818A-B95C603CD777}">
      <dsp:nvSpPr>
        <dsp:cNvPr id="0" name=""/>
        <dsp:cNvSpPr/>
      </dsp:nvSpPr>
      <dsp:spPr>
        <a:xfrm>
          <a:off x="733183" y="389755"/>
          <a:ext cx="1057256" cy="1057256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428" tIns="12700" rIns="8242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88015" y="544587"/>
        <a:ext cx="747592" cy="747592"/>
      </dsp:txXfrm>
    </dsp:sp>
    <dsp:sp modelId="{A106537A-D9DE-4E09-AD88-7248C96F49BF}">
      <dsp:nvSpPr>
        <dsp:cNvPr id="0" name=""/>
        <dsp:cNvSpPr/>
      </dsp:nvSpPr>
      <dsp:spPr>
        <a:xfrm>
          <a:off x="3173" y="3561454"/>
          <a:ext cx="2517277" cy="72"/>
        </a:xfrm>
        <a:prstGeom prst="rect">
          <a:avLst/>
        </a:prstGeom>
        <a:gradFill rotWithShape="0">
          <a:gsLst>
            <a:gs pos="0">
              <a:schemeClr val="accent2">
                <a:hueOff val="810733"/>
                <a:satOff val="2196"/>
                <a:lumOff val="-173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810733"/>
                <a:satOff val="2196"/>
                <a:lumOff val="-173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810733"/>
                <a:satOff val="2196"/>
                <a:lumOff val="-173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810733"/>
              <a:satOff val="2196"/>
              <a:lumOff val="-1737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E8E2D26-D93E-4437-894A-A965B9DA4E45}">
      <dsp:nvSpPr>
        <dsp:cNvPr id="0" name=""/>
        <dsp:cNvSpPr/>
      </dsp:nvSpPr>
      <dsp:spPr>
        <a:xfrm>
          <a:off x="2772178" y="37336"/>
          <a:ext cx="2517277" cy="3524189"/>
        </a:xfrm>
        <a:prstGeom prst="rect">
          <a:avLst/>
        </a:prstGeom>
        <a:solidFill>
          <a:schemeClr val="accent2">
            <a:tint val="40000"/>
            <a:alpha val="90000"/>
            <a:hueOff val="1951713"/>
            <a:satOff val="-3788"/>
            <a:lumOff val="-6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51713"/>
              <a:satOff val="-3788"/>
              <a:lumOff val="-6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6257" tIns="330200" rIns="196257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Be aware of limits/quotas on VM specific, not just family </a:t>
          </a:r>
        </a:p>
      </dsp:txBody>
      <dsp:txXfrm>
        <a:off x="2772178" y="1376528"/>
        <a:ext cx="2517277" cy="2114513"/>
      </dsp:txXfrm>
    </dsp:sp>
    <dsp:sp modelId="{78EC0055-B723-4064-93DC-CAD4DDCBFE42}">
      <dsp:nvSpPr>
        <dsp:cNvPr id="0" name=""/>
        <dsp:cNvSpPr/>
      </dsp:nvSpPr>
      <dsp:spPr>
        <a:xfrm>
          <a:off x="3502189" y="389755"/>
          <a:ext cx="1057256" cy="1057256"/>
        </a:xfrm>
        <a:prstGeom prst="ellipse">
          <a:avLst/>
        </a:prstGeom>
        <a:gradFill rotWithShape="0">
          <a:gsLst>
            <a:gs pos="0">
              <a:schemeClr val="accent2">
                <a:hueOff val="1621465"/>
                <a:satOff val="4393"/>
                <a:lumOff val="-347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21465"/>
                <a:satOff val="4393"/>
                <a:lumOff val="-347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21465"/>
                <a:satOff val="4393"/>
                <a:lumOff val="-347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621465"/>
              <a:satOff val="4393"/>
              <a:lumOff val="-3473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428" tIns="12700" rIns="8242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657021" y="544587"/>
        <a:ext cx="747592" cy="747592"/>
      </dsp:txXfrm>
    </dsp:sp>
    <dsp:sp modelId="{A876DBCB-AE39-4BCF-8D86-5F20510D6B7D}">
      <dsp:nvSpPr>
        <dsp:cNvPr id="0" name=""/>
        <dsp:cNvSpPr/>
      </dsp:nvSpPr>
      <dsp:spPr>
        <a:xfrm>
          <a:off x="2772178" y="3561454"/>
          <a:ext cx="2517277" cy="72"/>
        </a:xfrm>
        <a:prstGeom prst="rect">
          <a:avLst/>
        </a:prstGeom>
        <a:gradFill rotWithShape="0">
          <a:gsLst>
            <a:gs pos="0">
              <a:schemeClr val="accent2">
                <a:hueOff val="2432198"/>
                <a:satOff val="6589"/>
                <a:lumOff val="-521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432198"/>
                <a:satOff val="6589"/>
                <a:lumOff val="-521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432198"/>
                <a:satOff val="6589"/>
                <a:lumOff val="-521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432198"/>
              <a:satOff val="6589"/>
              <a:lumOff val="-521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085C297-FBCC-4D38-8460-740A5EDEF4B0}">
      <dsp:nvSpPr>
        <dsp:cNvPr id="0" name=""/>
        <dsp:cNvSpPr/>
      </dsp:nvSpPr>
      <dsp:spPr>
        <a:xfrm>
          <a:off x="5541184" y="37336"/>
          <a:ext cx="2517277" cy="3524189"/>
        </a:xfrm>
        <a:prstGeom prst="rect">
          <a:avLst/>
        </a:prstGeom>
        <a:solidFill>
          <a:schemeClr val="accent2">
            <a:tint val="40000"/>
            <a:alpha val="90000"/>
            <a:hueOff val="3903425"/>
            <a:satOff val="-7576"/>
            <a:lumOff val="-13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903425"/>
              <a:satOff val="-7576"/>
              <a:lumOff val="-131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6257" tIns="330200" rIns="196257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Stripe multiple </a:t>
          </a:r>
          <a:r>
            <a:rPr lang="en-US" sz="2000" kern="1200" dirty="0" err="1"/>
            <a:t>PDs</a:t>
          </a:r>
          <a:r>
            <a:rPr lang="en-US" sz="2000" kern="1200" dirty="0"/>
            <a:t> with RAID0(</a:t>
          </a:r>
          <a:r>
            <a:rPr lang="en-US" sz="2000" kern="1200" dirty="0" err="1"/>
            <a:t>mdadm</a:t>
          </a:r>
          <a:r>
            <a:rPr lang="en-US" sz="2000" kern="1200" dirty="0"/>
            <a:t> or LVM) to increase throughput/IOPS on standard disks</a:t>
          </a:r>
        </a:p>
      </dsp:txBody>
      <dsp:txXfrm>
        <a:off x="5541184" y="1376528"/>
        <a:ext cx="2517277" cy="2114513"/>
      </dsp:txXfrm>
    </dsp:sp>
    <dsp:sp modelId="{5C9B3839-F2AA-4976-841C-5D41414A1F2B}">
      <dsp:nvSpPr>
        <dsp:cNvPr id="0" name=""/>
        <dsp:cNvSpPr/>
      </dsp:nvSpPr>
      <dsp:spPr>
        <a:xfrm>
          <a:off x="6271194" y="389755"/>
          <a:ext cx="1057256" cy="1057256"/>
        </a:xfrm>
        <a:prstGeom prst="ellipse">
          <a:avLst/>
        </a:prstGeom>
        <a:gradFill rotWithShape="0">
          <a:gsLst>
            <a:gs pos="0">
              <a:schemeClr val="accent2">
                <a:hueOff val="3242930"/>
                <a:satOff val="8786"/>
                <a:lumOff val="-694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42930"/>
                <a:satOff val="8786"/>
                <a:lumOff val="-694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42930"/>
                <a:satOff val="8786"/>
                <a:lumOff val="-694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42930"/>
              <a:satOff val="8786"/>
              <a:lumOff val="-6947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428" tIns="12700" rIns="8242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426026" y="544587"/>
        <a:ext cx="747592" cy="747592"/>
      </dsp:txXfrm>
    </dsp:sp>
    <dsp:sp modelId="{794C6B64-9CC2-42DB-99FE-08C045C859E2}">
      <dsp:nvSpPr>
        <dsp:cNvPr id="0" name=""/>
        <dsp:cNvSpPr/>
      </dsp:nvSpPr>
      <dsp:spPr>
        <a:xfrm>
          <a:off x="5541184" y="3561454"/>
          <a:ext cx="2517277" cy="72"/>
        </a:xfrm>
        <a:prstGeom prst="rect">
          <a:avLst/>
        </a:prstGeom>
        <a:gradFill rotWithShape="0">
          <a:gsLst>
            <a:gs pos="0">
              <a:schemeClr val="accent2">
                <a:hueOff val="4053663"/>
                <a:satOff val="10982"/>
                <a:lumOff val="-86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053663"/>
                <a:satOff val="10982"/>
                <a:lumOff val="-86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053663"/>
                <a:satOff val="10982"/>
                <a:lumOff val="-86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053663"/>
              <a:satOff val="10982"/>
              <a:lumOff val="-8684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DC2669F-4C43-4167-8159-9777129A81D6}">
      <dsp:nvSpPr>
        <dsp:cNvPr id="0" name=""/>
        <dsp:cNvSpPr/>
      </dsp:nvSpPr>
      <dsp:spPr>
        <a:xfrm>
          <a:off x="8310190" y="37336"/>
          <a:ext cx="2517277" cy="3524189"/>
        </a:xfrm>
        <a:prstGeom prst="rect">
          <a:avLst/>
        </a:prstGeom>
        <a:solidFill>
          <a:schemeClr val="accent2">
            <a:tint val="40000"/>
            <a:alpha val="90000"/>
            <a:hueOff val="5855138"/>
            <a:satOff val="-11364"/>
            <a:lumOff val="-19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855138"/>
              <a:satOff val="-11364"/>
              <a:lumOff val="-196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6257" tIns="330200" rIns="196257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Remember that local disks are ephemeral.</a:t>
          </a:r>
        </a:p>
      </dsp:txBody>
      <dsp:txXfrm>
        <a:off x="8310190" y="1376528"/>
        <a:ext cx="2517277" cy="2114513"/>
      </dsp:txXfrm>
    </dsp:sp>
    <dsp:sp modelId="{A72276F7-C7D1-41EC-81EF-93B060C8F301}">
      <dsp:nvSpPr>
        <dsp:cNvPr id="0" name=""/>
        <dsp:cNvSpPr/>
      </dsp:nvSpPr>
      <dsp:spPr>
        <a:xfrm>
          <a:off x="9040200" y="389755"/>
          <a:ext cx="1057256" cy="1057256"/>
        </a:xfrm>
        <a:prstGeom prst="ellipse">
          <a:avLst/>
        </a:prstGeom>
        <a:gradFill rotWithShape="0">
          <a:gsLst>
            <a:gs pos="0">
              <a:schemeClr val="accent2">
                <a:hueOff val="4864395"/>
                <a:satOff val="13179"/>
                <a:lumOff val="-1042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64395"/>
                <a:satOff val="13179"/>
                <a:lumOff val="-1042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64395"/>
                <a:satOff val="13179"/>
                <a:lumOff val="-1042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864395"/>
              <a:satOff val="13179"/>
              <a:lumOff val="-1042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428" tIns="12700" rIns="8242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9195032" y="544587"/>
        <a:ext cx="747592" cy="747592"/>
      </dsp:txXfrm>
    </dsp:sp>
    <dsp:sp modelId="{10D46861-619B-4CFE-8F2F-F1237C6C7730}">
      <dsp:nvSpPr>
        <dsp:cNvPr id="0" name=""/>
        <dsp:cNvSpPr/>
      </dsp:nvSpPr>
      <dsp:spPr>
        <a:xfrm>
          <a:off x="8310190" y="3561454"/>
          <a:ext cx="2517277" cy="72"/>
        </a:xfrm>
        <a:prstGeom prst="rect">
          <a:avLst/>
        </a:prstGeom>
        <a:gradFill rotWithShape="0">
          <a:gsLst>
            <a:gs pos="0">
              <a:schemeClr val="accent2">
                <a:hueOff val="5675128"/>
                <a:satOff val="15375"/>
                <a:lumOff val="-121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675128"/>
                <a:satOff val="15375"/>
                <a:lumOff val="-121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675128"/>
                <a:satOff val="15375"/>
                <a:lumOff val="-121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5675128"/>
              <a:satOff val="15375"/>
              <a:lumOff val="-12157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BF65F8-CD09-4C40-82B4-DF909AA32F02}">
      <dsp:nvSpPr>
        <dsp:cNvPr id="0" name=""/>
        <dsp:cNvSpPr/>
      </dsp:nvSpPr>
      <dsp:spPr>
        <a:xfrm>
          <a:off x="0" y="2124"/>
          <a:ext cx="62103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C14655-423B-428E-B8FB-C0098C726367}">
      <dsp:nvSpPr>
        <dsp:cNvPr id="0" name=""/>
        <dsp:cNvSpPr/>
      </dsp:nvSpPr>
      <dsp:spPr>
        <a:xfrm>
          <a:off x="0" y="2124"/>
          <a:ext cx="62103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Virtual Networks: VPC (AWS), VNet (Azure), VPC (GCP)</a:t>
          </a:r>
        </a:p>
      </dsp:txBody>
      <dsp:txXfrm>
        <a:off x="0" y="2124"/>
        <a:ext cx="6210300" cy="1449029"/>
      </dsp:txXfrm>
    </dsp:sp>
    <dsp:sp modelId="{9BF5625A-73DF-4577-9323-4AEF778630FC}">
      <dsp:nvSpPr>
        <dsp:cNvPr id="0" name=""/>
        <dsp:cNvSpPr/>
      </dsp:nvSpPr>
      <dsp:spPr>
        <a:xfrm>
          <a:off x="0" y="1451154"/>
          <a:ext cx="62103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69280D-8B8C-4E8E-8E82-383AFE24BB24}">
      <dsp:nvSpPr>
        <dsp:cNvPr id="0" name=""/>
        <dsp:cNvSpPr/>
      </dsp:nvSpPr>
      <dsp:spPr>
        <a:xfrm>
          <a:off x="0" y="1451154"/>
          <a:ext cx="62103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Subnets, firewalls, routing</a:t>
          </a:r>
        </a:p>
      </dsp:txBody>
      <dsp:txXfrm>
        <a:off x="0" y="1451154"/>
        <a:ext cx="6210300" cy="1449029"/>
      </dsp:txXfrm>
    </dsp:sp>
    <dsp:sp modelId="{4961FA71-8175-4791-92CE-E1F3A7610ADC}">
      <dsp:nvSpPr>
        <dsp:cNvPr id="0" name=""/>
        <dsp:cNvSpPr/>
      </dsp:nvSpPr>
      <dsp:spPr>
        <a:xfrm>
          <a:off x="0" y="2900183"/>
          <a:ext cx="62103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CECCF4-05CC-4C0F-A3FB-E801C9241BEC}">
      <dsp:nvSpPr>
        <dsp:cNvPr id="0" name=""/>
        <dsp:cNvSpPr/>
      </dsp:nvSpPr>
      <dsp:spPr>
        <a:xfrm>
          <a:off x="0" y="2900183"/>
          <a:ext cx="62103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Bandwidth and latency considerations</a:t>
          </a:r>
        </a:p>
      </dsp:txBody>
      <dsp:txXfrm>
        <a:off x="0" y="2900183"/>
        <a:ext cx="6210300" cy="1449029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41CC78-224C-46A6-BE88-7A2B3F6C8383}">
      <dsp:nvSpPr>
        <dsp:cNvPr id="0" name=""/>
        <dsp:cNvSpPr/>
      </dsp:nvSpPr>
      <dsp:spPr>
        <a:xfrm>
          <a:off x="0" y="0"/>
          <a:ext cx="5955658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2761202-FFE9-4672-8ADF-0E301EBF68C2}">
      <dsp:nvSpPr>
        <dsp:cNvPr id="0" name=""/>
        <dsp:cNvSpPr/>
      </dsp:nvSpPr>
      <dsp:spPr>
        <a:xfrm>
          <a:off x="0" y="0"/>
          <a:ext cx="5955658" cy="1346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700" kern="1200"/>
            <a:t>VPC + Transit Gateway</a:t>
          </a:r>
        </a:p>
      </dsp:txBody>
      <dsp:txXfrm>
        <a:off x="0" y="0"/>
        <a:ext cx="5955658" cy="1346338"/>
      </dsp:txXfrm>
    </dsp:sp>
    <dsp:sp modelId="{067AD896-8276-4C23-9676-CD05E66B5916}">
      <dsp:nvSpPr>
        <dsp:cNvPr id="0" name=""/>
        <dsp:cNvSpPr/>
      </dsp:nvSpPr>
      <dsp:spPr>
        <a:xfrm>
          <a:off x="0" y="1346338"/>
          <a:ext cx="5955658" cy="0"/>
        </a:xfrm>
        <a:prstGeom prst="line">
          <a:avLst/>
        </a:prstGeom>
        <a:gradFill rotWithShape="0">
          <a:gsLst>
            <a:gs pos="0">
              <a:schemeClr val="accent5">
                <a:hueOff val="-5720238"/>
                <a:satOff val="7661"/>
                <a:lumOff val="522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720238"/>
                <a:satOff val="7661"/>
                <a:lumOff val="522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720238"/>
                <a:satOff val="7661"/>
                <a:lumOff val="522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5720238"/>
              <a:satOff val="7661"/>
              <a:lumOff val="5229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4E76D33-0B0D-4BDA-9301-A14EBF1754AA}">
      <dsp:nvSpPr>
        <dsp:cNvPr id="0" name=""/>
        <dsp:cNvSpPr/>
      </dsp:nvSpPr>
      <dsp:spPr>
        <a:xfrm>
          <a:off x="0" y="1346338"/>
          <a:ext cx="5955658" cy="1346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700" kern="1200"/>
            <a:t>Direct Connect for hybrid cloud</a:t>
          </a:r>
        </a:p>
      </dsp:txBody>
      <dsp:txXfrm>
        <a:off x="0" y="1346338"/>
        <a:ext cx="5955658" cy="1346338"/>
      </dsp:txXfrm>
    </dsp:sp>
    <dsp:sp modelId="{83801396-9B2E-420A-B48A-5308A1A51811}">
      <dsp:nvSpPr>
        <dsp:cNvPr id="0" name=""/>
        <dsp:cNvSpPr/>
      </dsp:nvSpPr>
      <dsp:spPr>
        <a:xfrm>
          <a:off x="0" y="2692677"/>
          <a:ext cx="5955658" cy="0"/>
        </a:xfrm>
        <a:prstGeom prst="line">
          <a:avLst/>
        </a:prstGeom>
        <a:gradFill rotWithShape="0">
          <a:gsLst>
            <a:gs pos="0">
              <a:schemeClr val="accent5">
                <a:hueOff val="-11440476"/>
                <a:satOff val="15322"/>
                <a:lumOff val="1045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1440476"/>
                <a:satOff val="15322"/>
                <a:lumOff val="1045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1440476"/>
                <a:satOff val="15322"/>
                <a:lumOff val="1045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1440476"/>
              <a:satOff val="15322"/>
              <a:lumOff val="10458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6E4B369-81B2-4F20-A52E-6925A1DE48F8}">
      <dsp:nvSpPr>
        <dsp:cNvPr id="0" name=""/>
        <dsp:cNvSpPr/>
      </dsp:nvSpPr>
      <dsp:spPr>
        <a:xfrm>
          <a:off x="0" y="2692677"/>
          <a:ext cx="5955658" cy="1346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700" kern="1200"/>
            <a:t>Load Balancers: ALB, NLB, GWLB</a:t>
          </a:r>
        </a:p>
      </dsp:txBody>
      <dsp:txXfrm>
        <a:off x="0" y="2692677"/>
        <a:ext cx="5955658" cy="1346338"/>
      </dsp:txXfrm>
    </dsp:sp>
    <dsp:sp modelId="{8230BF0C-03DD-4E51-BF2E-45D4913D3687}">
      <dsp:nvSpPr>
        <dsp:cNvPr id="0" name=""/>
        <dsp:cNvSpPr/>
      </dsp:nvSpPr>
      <dsp:spPr>
        <a:xfrm>
          <a:off x="0" y="4039015"/>
          <a:ext cx="5955658" cy="0"/>
        </a:xfrm>
        <a:prstGeom prst="line">
          <a:avLst/>
        </a:prstGeom>
        <a:gradFill rotWithShape="0">
          <a:gsLst>
            <a:gs pos="0">
              <a:schemeClr val="accent5">
                <a:hueOff val="-17160714"/>
                <a:satOff val="22983"/>
                <a:lumOff val="15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7160714"/>
                <a:satOff val="22983"/>
                <a:lumOff val="15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7160714"/>
                <a:satOff val="22983"/>
                <a:lumOff val="15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7160714"/>
              <a:satOff val="22983"/>
              <a:lumOff val="15687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C064A19-7E00-404F-BCE0-DA348A4815A5}">
      <dsp:nvSpPr>
        <dsp:cNvPr id="0" name=""/>
        <dsp:cNvSpPr/>
      </dsp:nvSpPr>
      <dsp:spPr>
        <a:xfrm>
          <a:off x="0" y="4039015"/>
          <a:ext cx="5955658" cy="1346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700" kern="1200"/>
            <a:t>Strong global reach</a:t>
          </a:r>
        </a:p>
      </dsp:txBody>
      <dsp:txXfrm>
        <a:off x="0" y="4039015"/>
        <a:ext cx="5955658" cy="1346338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FE438-98CE-4F1E-9845-333337989835}">
      <dsp:nvSpPr>
        <dsp:cNvPr id="0" name=""/>
        <dsp:cNvSpPr/>
      </dsp:nvSpPr>
      <dsp:spPr>
        <a:xfrm>
          <a:off x="0" y="0"/>
          <a:ext cx="5955658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D2BF71A-479F-401B-B9BF-BD1EE5167957}">
      <dsp:nvSpPr>
        <dsp:cNvPr id="0" name=""/>
        <dsp:cNvSpPr/>
      </dsp:nvSpPr>
      <dsp:spPr>
        <a:xfrm>
          <a:off x="0" y="0"/>
          <a:ext cx="5955658" cy="1346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 err="1"/>
            <a:t>VNet</a:t>
          </a:r>
          <a:r>
            <a:rPr lang="en-US" sz="3700" kern="1200" dirty="0"/>
            <a:t> &amp; Peering</a:t>
          </a:r>
        </a:p>
      </dsp:txBody>
      <dsp:txXfrm>
        <a:off x="0" y="0"/>
        <a:ext cx="5955658" cy="1346338"/>
      </dsp:txXfrm>
    </dsp:sp>
    <dsp:sp modelId="{D0B30692-B3FB-4F36-BB58-E1F63698331C}">
      <dsp:nvSpPr>
        <dsp:cNvPr id="0" name=""/>
        <dsp:cNvSpPr/>
      </dsp:nvSpPr>
      <dsp:spPr>
        <a:xfrm>
          <a:off x="0" y="1346338"/>
          <a:ext cx="5955658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E2DB3BF-810F-47BB-AFCC-3845604DD7DB}">
      <dsp:nvSpPr>
        <dsp:cNvPr id="0" name=""/>
        <dsp:cNvSpPr/>
      </dsp:nvSpPr>
      <dsp:spPr>
        <a:xfrm>
          <a:off x="0" y="1346338"/>
          <a:ext cx="5955658" cy="1346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ExpressRoute for hybrid connectivity</a:t>
          </a:r>
        </a:p>
      </dsp:txBody>
      <dsp:txXfrm>
        <a:off x="0" y="1346338"/>
        <a:ext cx="5955658" cy="1346338"/>
      </dsp:txXfrm>
    </dsp:sp>
    <dsp:sp modelId="{8B1CEF0E-A598-4881-A451-BE4A5493CD15}">
      <dsp:nvSpPr>
        <dsp:cNvPr id="0" name=""/>
        <dsp:cNvSpPr/>
      </dsp:nvSpPr>
      <dsp:spPr>
        <a:xfrm>
          <a:off x="0" y="2692677"/>
          <a:ext cx="5955658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CE00D38-8A0E-413B-A4FC-DE0B0500D722}">
      <dsp:nvSpPr>
        <dsp:cNvPr id="0" name=""/>
        <dsp:cNvSpPr/>
      </dsp:nvSpPr>
      <dsp:spPr>
        <a:xfrm>
          <a:off x="0" y="2692677"/>
          <a:ext cx="5955658" cy="1346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Load Balancers: Azure LB, App Gateway, Front Door</a:t>
          </a:r>
        </a:p>
      </dsp:txBody>
      <dsp:txXfrm>
        <a:off x="0" y="2692677"/>
        <a:ext cx="5955658" cy="1346338"/>
      </dsp:txXfrm>
    </dsp:sp>
    <dsp:sp modelId="{67FC1CAC-2138-4477-9EEB-5654A5F6A3A4}">
      <dsp:nvSpPr>
        <dsp:cNvPr id="0" name=""/>
        <dsp:cNvSpPr/>
      </dsp:nvSpPr>
      <dsp:spPr>
        <a:xfrm>
          <a:off x="0" y="4039015"/>
          <a:ext cx="5955658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530652A-641B-45C3-8285-E0828EC1A5FC}">
      <dsp:nvSpPr>
        <dsp:cNvPr id="0" name=""/>
        <dsp:cNvSpPr/>
      </dsp:nvSpPr>
      <dsp:spPr>
        <a:xfrm>
          <a:off x="0" y="4039015"/>
          <a:ext cx="5955658" cy="1346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Deep Microsoft integration</a:t>
          </a:r>
        </a:p>
      </dsp:txBody>
      <dsp:txXfrm>
        <a:off x="0" y="4039015"/>
        <a:ext cx="5955658" cy="1346338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7B6D26-7677-4E6E-9682-BEF9F42E530E}">
      <dsp:nvSpPr>
        <dsp:cNvPr id="0" name=""/>
        <dsp:cNvSpPr/>
      </dsp:nvSpPr>
      <dsp:spPr>
        <a:xfrm>
          <a:off x="0" y="0"/>
          <a:ext cx="62833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6F33C6F-9D02-4C62-9754-2DDE7E404FBA}">
      <dsp:nvSpPr>
        <dsp:cNvPr id="0" name=""/>
        <dsp:cNvSpPr/>
      </dsp:nvSpPr>
      <dsp:spPr>
        <a:xfrm>
          <a:off x="0" y="0"/>
          <a:ext cx="6283325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Global VPC (unique to GCP)</a:t>
          </a:r>
        </a:p>
      </dsp:txBody>
      <dsp:txXfrm>
        <a:off x="0" y="0"/>
        <a:ext cx="6283325" cy="1087834"/>
      </dsp:txXfrm>
    </dsp:sp>
    <dsp:sp modelId="{A7E13A82-83CD-4FAD-901B-2A3368AEE719}">
      <dsp:nvSpPr>
        <dsp:cNvPr id="0" name=""/>
        <dsp:cNvSpPr/>
      </dsp:nvSpPr>
      <dsp:spPr>
        <a:xfrm>
          <a:off x="0" y="1087834"/>
          <a:ext cx="62833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164E7DE-97E9-48C7-B3F5-088D1BB32E58}">
      <dsp:nvSpPr>
        <dsp:cNvPr id="0" name=""/>
        <dsp:cNvSpPr/>
      </dsp:nvSpPr>
      <dsp:spPr>
        <a:xfrm>
          <a:off x="0" y="1087834"/>
          <a:ext cx="6283325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Cloud Interconnect &amp; VPN</a:t>
          </a:r>
        </a:p>
      </dsp:txBody>
      <dsp:txXfrm>
        <a:off x="0" y="1087834"/>
        <a:ext cx="6283325" cy="1087834"/>
      </dsp:txXfrm>
    </dsp:sp>
    <dsp:sp modelId="{FAC58FE9-F9BD-4401-915E-F59088A3D49D}">
      <dsp:nvSpPr>
        <dsp:cNvPr id="0" name=""/>
        <dsp:cNvSpPr/>
      </dsp:nvSpPr>
      <dsp:spPr>
        <a:xfrm>
          <a:off x="0" y="2175669"/>
          <a:ext cx="62833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2AFE337-FA12-4D1B-9DCC-CFA53B3B0A31}">
      <dsp:nvSpPr>
        <dsp:cNvPr id="0" name=""/>
        <dsp:cNvSpPr/>
      </dsp:nvSpPr>
      <dsp:spPr>
        <a:xfrm>
          <a:off x="0" y="2175669"/>
          <a:ext cx="6283325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Load Balancers: Global HTTP(S), TCP/UDP, Internal LB</a:t>
          </a:r>
        </a:p>
      </dsp:txBody>
      <dsp:txXfrm>
        <a:off x="0" y="2175669"/>
        <a:ext cx="6283325" cy="1087834"/>
      </dsp:txXfrm>
    </dsp:sp>
    <dsp:sp modelId="{2BE7DC34-A130-4050-A55E-1281FE81ADDB}">
      <dsp:nvSpPr>
        <dsp:cNvPr id="0" name=""/>
        <dsp:cNvSpPr/>
      </dsp:nvSpPr>
      <dsp:spPr>
        <a:xfrm>
          <a:off x="0" y="3263503"/>
          <a:ext cx="62833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FE39E49-0DC3-4F8E-B113-3A7F3A1369F3}">
      <dsp:nvSpPr>
        <dsp:cNvPr id="0" name=""/>
        <dsp:cNvSpPr/>
      </dsp:nvSpPr>
      <dsp:spPr>
        <a:xfrm>
          <a:off x="0" y="3263503"/>
          <a:ext cx="6283325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High-performance backbone</a:t>
          </a:r>
        </a:p>
      </dsp:txBody>
      <dsp:txXfrm>
        <a:off x="0" y="3263503"/>
        <a:ext cx="6283325" cy="1087834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665B8B-A1EA-4A88-BD71-EC7998089A43}">
      <dsp:nvSpPr>
        <dsp:cNvPr id="0" name=""/>
        <dsp:cNvSpPr/>
      </dsp:nvSpPr>
      <dsp:spPr>
        <a:xfrm>
          <a:off x="0" y="379168"/>
          <a:ext cx="6210300" cy="19019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Managed by AWS, not just the infrastructure.</a:t>
          </a:r>
          <a:endParaRPr lang="en-US" sz="3400" kern="1200"/>
        </a:p>
      </dsp:txBody>
      <dsp:txXfrm>
        <a:off x="92847" y="472015"/>
        <a:ext cx="6024606" cy="1716287"/>
      </dsp:txXfrm>
    </dsp:sp>
    <dsp:sp modelId="{02DBC482-FB90-40AC-A586-087168CB52B4}">
      <dsp:nvSpPr>
        <dsp:cNvPr id="0" name=""/>
        <dsp:cNvSpPr/>
      </dsp:nvSpPr>
      <dsp:spPr>
        <a:xfrm>
          <a:off x="0" y="2379069"/>
          <a:ext cx="6210300" cy="19019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This is PaaS and SaaS options that are most likely connected to database workloads.</a:t>
          </a:r>
          <a:endParaRPr lang="en-US" sz="3400" kern="1200"/>
        </a:p>
      </dsp:txBody>
      <dsp:txXfrm>
        <a:off x="92847" y="2471916"/>
        <a:ext cx="6024606" cy="1716287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A39137-AC20-4A1E-B741-8B17970AE200}">
      <dsp:nvSpPr>
        <dsp:cNvPr id="0" name=""/>
        <dsp:cNvSpPr/>
      </dsp:nvSpPr>
      <dsp:spPr>
        <a:xfrm>
          <a:off x="2947" y="25770"/>
          <a:ext cx="2874255" cy="8451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Azure Data Factory</a:t>
          </a:r>
        </a:p>
      </dsp:txBody>
      <dsp:txXfrm>
        <a:off x="2947" y="25770"/>
        <a:ext cx="2874255" cy="845138"/>
      </dsp:txXfrm>
    </dsp:sp>
    <dsp:sp modelId="{5EE8C0A1-970B-40D1-9500-E2A87E80CBD6}">
      <dsp:nvSpPr>
        <dsp:cNvPr id="0" name=""/>
        <dsp:cNvSpPr/>
      </dsp:nvSpPr>
      <dsp:spPr>
        <a:xfrm>
          <a:off x="2947" y="870908"/>
          <a:ext cx="2874255" cy="226398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ETL/ELT pipelines with connectors for most database platforms.</a:t>
          </a:r>
        </a:p>
      </dsp:txBody>
      <dsp:txXfrm>
        <a:off x="2947" y="870908"/>
        <a:ext cx="2874255" cy="2263981"/>
      </dsp:txXfrm>
    </dsp:sp>
    <dsp:sp modelId="{F22AAE56-7B7C-4078-BFEE-3CD45289C298}">
      <dsp:nvSpPr>
        <dsp:cNvPr id="0" name=""/>
        <dsp:cNvSpPr/>
      </dsp:nvSpPr>
      <dsp:spPr>
        <a:xfrm>
          <a:off x="3279598" y="25770"/>
          <a:ext cx="2874255" cy="845138"/>
        </a:xfrm>
        <a:prstGeom prst="rect">
          <a:avLst/>
        </a:prstGeom>
        <a:solidFill>
          <a:schemeClr val="accent2">
            <a:hueOff val="2837564"/>
            <a:satOff val="7688"/>
            <a:lumOff val="-6079"/>
            <a:alphaOff val="0"/>
          </a:schemeClr>
        </a:solidFill>
        <a:ln w="19050" cap="flat" cmpd="sng" algn="ctr">
          <a:solidFill>
            <a:schemeClr val="accent2">
              <a:hueOff val="2837564"/>
              <a:satOff val="7688"/>
              <a:lumOff val="-60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Database Migration Service (DMS)</a:t>
          </a:r>
        </a:p>
      </dsp:txBody>
      <dsp:txXfrm>
        <a:off x="3279598" y="25770"/>
        <a:ext cx="2874255" cy="845138"/>
      </dsp:txXfrm>
    </dsp:sp>
    <dsp:sp modelId="{03A02314-F790-441F-B1E9-C7710CE8539B}">
      <dsp:nvSpPr>
        <dsp:cNvPr id="0" name=""/>
        <dsp:cNvSpPr/>
      </dsp:nvSpPr>
      <dsp:spPr>
        <a:xfrm>
          <a:off x="3279598" y="870908"/>
          <a:ext cx="2874255" cy="2263981"/>
        </a:xfrm>
        <a:prstGeom prst="rect">
          <a:avLst/>
        </a:prstGeom>
        <a:solidFill>
          <a:schemeClr val="accent2">
            <a:tint val="40000"/>
            <a:alpha val="90000"/>
            <a:hueOff val="2927569"/>
            <a:satOff val="-5682"/>
            <a:lumOff val="-98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927569"/>
              <a:satOff val="-5682"/>
              <a:lumOff val="-9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Purpose-built for migrating numerous db platforms to Azure, either VMs or PaaS.</a:t>
          </a:r>
        </a:p>
      </dsp:txBody>
      <dsp:txXfrm>
        <a:off x="3279598" y="870908"/>
        <a:ext cx="2874255" cy="2263981"/>
      </dsp:txXfrm>
    </dsp:sp>
    <dsp:sp modelId="{290648C8-DAFB-4384-898B-D578B259A5EA}">
      <dsp:nvSpPr>
        <dsp:cNvPr id="0" name=""/>
        <dsp:cNvSpPr/>
      </dsp:nvSpPr>
      <dsp:spPr>
        <a:xfrm>
          <a:off x="6556249" y="25770"/>
          <a:ext cx="2874255" cy="845138"/>
        </a:xfrm>
        <a:prstGeom prst="rect">
          <a:avLst/>
        </a:prstGeom>
        <a:solidFill>
          <a:schemeClr val="accent2">
            <a:hueOff val="5675128"/>
            <a:satOff val="15375"/>
            <a:lumOff val="-12157"/>
            <a:alphaOff val="0"/>
          </a:schemeClr>
        </a:solidFill>
        <a:ln w="19050" cap="flat" cmpd="sng" algn="ctr">
          <a:solidFill>
            <a:schemeClr val="accent2">
              <a:hueOff val="5675128"/>
              <a:satOff val="15375"/>
              <a:lumOff val="-12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Azure Data Share</a:t>
          </a:r>
        </a:p>
      </dsp:txBody>
      <dsp:txXfrm>
        <a:off x="6556249" y="25770"/>
        <a:ext cx="2874255" cy="845138"/>
      </dsp:txXfrm>
    </dsp:sp>
    <dsp:sp modelId="{694C3DCF-0432-4151-BA0D-405795743C36}">
      <dsp:nvSpPr>
        <dsp:cNvPr id="0" name=""/>
        <dsp:cNvSpPr/>
      </dsp:nvSpPr>
      <dsp:spPr>
        <a:xfrm>
          <a:off x="6556249" y="870908"/>
          <a:ext cx="2874255" cy="2263981"/>
        </a:xfrm>
        <a:prstGeom prst="rect">
          <a:avLst/>
        </a:prstGeom>
        <a:solidFill>
          <a:schemeClr val="accent2">
            <a:tint val="40000"/>
            <a:alpha val="90000"/>
            <a:hueOff val="5855138"/>
            <a:satOff val="-11364"/>
            <a:lumOff val="-1969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855138"/>
              <a:satOff val="-11364"/>
              <a:lumOff val="-19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For Distributing DB extracts to other Azure tenants.</a:t>
          </a:r>
        </a:p>
      </dsp:txBody>
      <dsp:txXfrm>
        <a:off x="6556249" y="870908"/>
        <a:ext cx="2874255" cy="2263981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97AB58-B743-459B-BB7A-846E36FF6201}">
      <dsp:nvSpPr>
        <dsp:cNvPr id="0" name=""/>
        <dsp:cNvSpPr/>
      </dsp:nvSpPr>
      <dsp:spPr>
        <a:xfrm>
          <a:off x="0" y="86274"/>
          <a:ext cx="10515600" cy="6048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All about Fabric!</a:t>
          </a:r>
        </a:p>
      </dsp:txBody>
      <dsp:txXfrm>
        <a:off x="0" y="86274"/>
        <a:ext cx="10515600" cy="604800"/>
      </dsp:txXfrm>
    </dsp:sp>
    <dsp:sp modelId="{572FD778-19C5-490A-AC7C-25948E823B9D}">
      <dsp:nvSpPr>
        <dsp:cNvPr id="0" name=""/>
        <dsp:cNvSpPr/>
      </dsp:nvSpPr>
      <dsp:spPr>
        <a:xfrm>
          <a:off x="0" y="691074"/>
          <a:ext cx="10515600" cy="35739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Synapse Analytics (SQL Data Warehouse)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Can use connectors, mirrors or ADF, even linked services to pull from other databases.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Azure Machine Learning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Connects directly to databases for training ML models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Power BI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Native connectors for many databases and common for reporting by experts and novices alike.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Azure Databricks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Spark-based platform that integrates with most databases for analytics/ML</a:t>
          </a:r>
        </a:p>
      </dsp:txBody>
      <dsp:txXfrm>
        <a:off x="0" y="691074"/>
        <a:ext cx="10515600" cy="3573990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210191-D6A1-42FD-BF42-72153E0A3389}">
      <dsp:nvSpPr>
        <dsp:cNvPr id="0" name=""/>
        <dsp:cNvSpPr/>
      </dsp:nvSpPr>
      <dsp:spPr>
        <a:xfrm rot="5400000">
          <a:off x="6602305" y="-2677536"/>
          <a:ext cx="1096605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/>
            <a:t>Core analytic service.  Connects to most databases via federated queries (via BigQuery Omni or external connectors)</a:t>
          </a:r>
          <a:endParaRPr lang="en-US" sz="2100" kern="1200"/>
        </a:p>
      </dsp:txBody>
      <dsp:txXfrm rot="-5400000">
        <a:off x="3785616" y="192685"/>
        <a:ext cx="6676452" cy="989541"/>
      </dsp:txXfrm>
    </dsp:sp>
    <dsp:sp modelId="{DA349514-12B4-4EE3-B7BE-9A93E78DAA92}">
      <dsp:nvSpPr>
        <dsp:cNvPr id="0" name=""/>
        <dsp:cNvSpPr/>
      </dsp:nvSpPr>
      <dsp:spPr>
        <a:xfrm>
          <a:off x="0" y="2076"/>
          <a:ext cx="3785616" cy="13707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Big Query</a:t>
          </a:r>
          <a:endParaRPr lang="en-US" sz="3200" kern="1200"/>
        </a:p>
      </dsp:txBody>
      <dsp:txXfrm>
        <a:off x="66915" y="68991"/>
        <a:ext cx="3651786" cy="1236927"/>
      </dsp:txXfrm>
    </dsp:sp>
    <dsp:sp modelId="{6C13D56B-CC46-4D30-9A1A-F0B49FA83C51}">
      <dsp:nvSpPr>
        <dsp:cNvPr id="0" name=""/>
        <dsp:cNvSpPr/>
      </dsp:nvSpPr>
      <dsp:spPr>
        <a:xfrm rot="5400000">
          <a:off x="6602305" y="-1238241"/>
          <a:ext cx="1096605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/>
            <a:t>Native BI Connectors for databases.</a:t>
          </a:r>
          <a:endParaRPr lang="en-US" sz="2100" kern="1200"/>
        </a:p>
      </dsp:txBody>
      <dsp:txXfrm rot="-5400000">
        <a:off x="3785616" y="1631980"/>
        <a:ext cx="6676452" cy="989541"/>
      </dsp:txXfrm>
    </dsp:sp>
    <dsp:sp modelId="{10195C65-22DC-46B4-BBDB-D9C31AB0F49C}">
      <dsp:nvSpPr>
        <dsp:cNvPr id="0" name=""/>
        <dsp:cNvSpPr/>
      </dsp:nvSpPr>
      <dsp:spPr>
        <a:xfrm>
          <a:off x="0" y="1441371"/>
          <a:ext cx="3785616" cy="13707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Looker, Looker Studio, Data Studio</a:t>
          </a:r>
          <a:endParaRPr lang="en-US" sz="3200" kern="1200"/>
        </a:p>
      </dsp:txBody>
      <dsp:txXfrm>
        <a:off x="66915" y="1508286"/>
        <a:ext cx="3651786" cy="1236927"/>
      </dsp:txXfrm>
    </dsp:sp>
    <dsp:sp modelId="{61F5B7AF-2638-4AC0-AC61-D146621F5FB7}">
      <dsp:nvSpPr>
        <dsp:cNvPr id="0" name=""/>
        <dsp:cNvSpPr/>
      </dsp:nvSpPr>
      <dsp:spPr>
        <a:xfrm rot="5400000">
          <a:off x="6602305" y="201053"/>
          <a:ext cx="1096605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/>
            <a:t>ML pipelines can read directly from databases via JDBC/ODBC or use Dataflow as staging.</a:t>
          </a:r>
          <a:endParaRPr lang="en-US" sz="2100" kern="1200"/>
        </a:p>
      </dsp:txBody>
      <dsp:txXfrm rot="-5400000">
        <a:off x="3785616" y="3071274"/>
        <a:ext cx="6676452" cy="989541"/>
      </dsp:txXfrm>
    </dsp:sp>
    <dsp:sp modelId="{9B2AF91F-2E77-40EF-AB94-38697EA5E038}">
      <dsp:nvSpPr>
        <dsp:cNvPr id="0" name=""/>
        <dsp:cNvSpPr/>
      </dsp:nvSpPr>
      <dsp:spPr>
        <a:xfrm>
          <a:off x="0" y="2880666"/>
          <a:ext cx="3785616" cy="13707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Vertex AI</a:t>
          </a:r>
          <a:endParaRPr lang="en-US" sz="3200" kern="1200"/>
        </a:p>
      </dsp:txBody>
      <dsp:txXfrm>
        <a:off x="66915" y="2947581"/>
        <a:ext cx="3651786" cy="1236927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9DDB77-28E3-48E9-BA68-D65C5DCC5B24}">
      <dsp:nvSpPr>
        <dsp:cNvPr id="0" name=""/>
        <dsp:cNvSpPr/>
      </dsp:nvSpPr>
      <dsp:spPr>
        <a:xfrm>
          <a:off x="0" y="0"/>
          <a:ext cx="5026660" cy="9572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Lift &amp; shift vs cloud-native</a:t>
          </a:r>
        </a:p>
      </dsp:txBody>
      <dsp:txXfrm>
        <a:off x="28038" y="28038"/>
        <a:ext cx="3912773" cy="901218"/>
      </dsp:txXfrm>
    </dsp:sp>
    <dsp:sp modelId="{90FF77C2-B13D-4015-B1EB-CB636A668C35}">
      <dsp:nvSpPr>
        <dsp:cNvPr id="0" name=""/>
        <dsp:cNvSpPr/>
      </dsp:nvSpPr>
      <dsp:spPr>
        <a:xfrm>
          <a:off x="420982" y="1131347"/>
          <a:ext cx="5026660" cy="9572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Hybrid/multi-cloud placement</a:t>
          </a:r>
        </a:p>
      </dsp:txBody>
      <dsp:txXfrm>
        <a:off x="449020" y="1159385"/>
        <a:ext cx="3927359" cy="901218"/>
      </dsp:txXfrm>
    </dsp:sp>
    <dsp:sp modelId="{AB8BAF4A-C4DC-447F-88AD-51A97CAC3BF6}">
      <dsp:nvSpPr>
        <dsp:cNvPr id="0" name=""/>
        <dsp:cNvSpPr/>
      </dsp:nvSpPr>
      <dsp:spPr>
        <a:xfrm>
          <a:off x="835682" y="2262695"/>
          <a:ext cx="5026660" cy="9572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Resiliency patterns (multi-region, multi-zone)</a:t>
          </a:r>
        </a:p>
      </dsp:txBody>
      <dsp:txXfrm>
        <a:off x="863720" y="2290733"/>
        <a:ext cx="3933643" cy="901218"/>
      </dsp:txXfrm>
    </dsp:sp>
    <dsp:sp modelId="{AA2A6BC0-8285-4882-B821-A00F1D4FF0AC}">
      <dsp:nvSpPr>
        <dsp:cNvPr id="0" name=""/>
        <dsp:cNvSpPr/>
      </dsp:nvSpPr>
      <dsp:spPr>
        <a:xfrm>
          <a:off x="1256664" y="3394043"/>
          <a:ext cx="5026660" cy="9572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Cost optimization levers</a:t>
          </a:r>
        </a:p>
      </dsp:txBody>
      <dsp:txXfrm>
        <a:off x="1284702" y="3422081"/>
        <a:ext cx="3927359" cy="901218"/>
      </dsp:txXfrm>
    </dsp:sp>
    <dsp:sp modelId="{92B3D19D-79B6-46F3-B366-C5FA8AD6B313}">
      <dsp:nvSpPr>
        <dsp:cNvPr id="0" name=""/>
        <dsp:cNvSpPr/>
      </dsp:nvSpPr>
      <dsp:spPr>
        <a:xfrm>
          <a:off x="440441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544422" y="733200"/>
        <a:ext cx="342233" cy="468236"/>
      </dsp:txXfrm>
    </dsp:sp>
    <dsp:sp modelId="{99098BE9-893B-4A1B-A745-47EC9C33AA0A}">
      <dsp:nvSpPr>
        <dsp:cNvPr id="0" name=""/>
        <dsp:cNvSpPr/>
      </dsp:nvSpPr>
      <dsp:spPr>
        <a:xfrm>
          <a:off x="4825401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965405" y="1864548"/>
        <a:ext cx="342233" cy="468236"/>
      </dsp:txXfrm>
    </dsp:sp>
    <dsp:sp modelId="{67544C7B-5D43-44B0-ABD1-90F65F9440B4}">
      <dsp:nvSpPr>
        <dsp:cNvPr id="0" name=""/>
        <dsp:cNvSpPr/>
      </dsp:nvSpPr>
      <dsp:spPr>
        <a:xfrm>
          <a:off x="5240100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380104" y="2995896"/>
        <a:ext cx="342233" cy="468236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E64A51-C270-4C2D-B8F6-101F8BF2EB39}">
      <dsp:nvSpPr>
        <dsp:cNvPr id="0" name=""/>
        <dsp:cNvSpPr/>
      </dsp:nvSpPr>
      <dsp:spPr>
        <a:xfrm>
          <a:off x="0" y="1837"/>
          <a:ext cx="10515600" cy="9314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08ADF5-AF18-43F8-B099-D8DFAB819A9A}">
      <dsp:nvSpPr>
        <dsp:cNvPr id="0" name=""/>
        <dsp:cNvSpPr/>
      </dsp:nvSpPr>
      <dsp:spPr>
        <a:xfrm>
          <a:off x="281769" y="211418"/>
          <a:ext cx="512308" cy="5123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CC25FD-0B65-40E0-91CD-C0BDE5B499A2}">
      <dsp:nvSpPr>
        <dsp:cNvPr id="0" name=""/>
        <dsp:cNvSpPr/>
      </dsp:nvSpPr>
      <dsp:spPr>
        <a:xfrm>
          <a:off x="1075848" y="1837"/>
          <a:ext cx="9439751" cy="931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581" tIns="98581" rIns="98581" bIns="9858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Standardize monitoring/logging</a:t>
          </a:r>
        </a:p>
      </dsp:txBody>
      <dsp:txXfrm>
        <a:off x="1075848" y="1837"/>
        <a:ext cx="9439751" cy="931470"/>
      </dsp:txXfrm>
    </dsp:sp>
    <dsp:sp modelId="{2A6A0371-9E2A-420A-AD73-47B1151F203B}">
      <dsp:nvSpPr>
        <dsp:cNvPr id="0" name=""/>
        <dsp:cNvSpPr/>
      </dsp:nvSpPr>
      <dsp:spPr>
        <a:xfrm>
          <a:off x="0" y="1166176"/>
          <a:ext cx="10515600" cy="9314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96B261-CB5B-48E1-BB6F-0D4685913A9D}">
      <dsp:nvSpPr>
        <dsp:cNvPr id="0" name=""/>
        <dsp:cNvSpPr/>
      </dsp:nvSpPr>
      <dsp:spPr>
        <a:xfrm>
          <a:off x="281769" y="1375757"/>
          <a:ext cx="512308" cy="5123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F1168C-4652-4497-98D2-F3D947DF0027}">
      <dsp:nvSpPr>
        <dsp:cNvPr id="0" name=""/>
        <dsp:cNvSpPr/>
      </dsp:nvSpPr>
      <dsp:spPr>
        <a:xfrm>
          <a:off x="1075848" y="1166176"/>
          <a:ext cx="9439751" cy="931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581" tIns="98581" rIns="98581" bIns="9858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 IaC (Terraform, Pulumi, Bicep)</a:t>
          </a:r>
        </a:p>
      </dsp:txBody>
      <dsp:txXfrm>
        <a:off x="1075848" y="1166176"/>
        <a:ext cx="9439751" cy="931470"/>
      </dsp:txXfrm>
    </dsp:sp>
    <dsp:sp modelId="{E01950B8-53FA-4916-AC0E-8402E56AA79E}">
      <dsp:nvSpPr>
        <dsp:cNvPr id="0" name=""/>
        <dsp:cNvSpPr/>
      </dsp:nvSpPr>
      <dsp:spPr>
        <a:xfrm>
          <a:off x="0" y="2330514"/>
          <a:ext cx="10515600" cy="9314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34837C-F35E-4175-8EEE-6799DB043F9B}">
      <dsp:nvSpPr>
        <dsp:cNvPr id="0" name=""/>
        <dsp:cNvSpPr/>
      </dsp:nvSpPr>
      <dsp:spPr>
        <a:xfrm>
          <a:off x="281769" y="2540095"/>
          <a:ext cx="512308" cy="5123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8C4DDC-9D17-4CA3-9F98-66DF3A130C9A}">
      <dsp:nvSpPr>
        <dsp:cNvPr id="0" name=""/>
        <dsp:cNvSpPr/>
      </dsp:nvSpPr>
      <dsp:spPr>
        <a:xfrm>
          <a:off x="1075848" y="2330514"/>
          <a:ext cx="9439751" cy="931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581" tIns="98581" rIns="98581" bIns="9858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Governance: tagging, cost mgmt, security baselines</a:t>
          </a:r>
        </a:p>
      </dsp:txBody>
      <dsp:txXfrm>
        <a:off x="1075848" y="2330514"/>
        <a:ext cx="9439751" cy="931470"/>
      </dsp:txXfrm>
    </dsp:sp>
    <dsp:sp modelId="{C60C159D-477A-41A2-93D1-A4725DDE6B82}">
      <dsp:nvSpPr>
        <dsp:cNvPr id="0" name=""/>
        <dsp:cNvSpPr/>
      </dsp:nvSpPr>
      <dsp:spPr>
        <a:xfrm>
          <a:off x="0" y="3494853"/>
          <a:ext cx="10515600" cy="9314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415DE8-F4D1-463C-8BE9-76232E606C26}">
      <dsp:nvSpPr>
        <dsp:cNvPr id="0" name=""/>
        <dsp:cNvSpPr/>
      </dsp:nvSpPr>
      <dsp:spPr>
        <a:xfrm>
          <a:off x="281769" y="3704434"/>
          <a:ext cx="512308" cy="51230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9A76E8-F2BB-4D27-9A8C-54B92D98F952}">
      <dsp:nvSpPr>
        <dsp:cNvPr id="0" name=""/>
        <dsp:cNvSpPr/>
      </dsp:nvSpPr>
      <dsp:spPr>
        <a:xfrm>
          <a:off x="1075848" y="3494853"/>
          <a:ext cx="9439751" cy="931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581" tIns="98581" rIns="98581" bIns="9858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Plan for data gravity &amp; egress costs</a:t>
          </a:r>
        </a:p>
      </dsp:txBody>
      <dsp:txXfrm>
        <a:off x="1075848" y="3494853"/>
        <a:ext cx="9439751" cy="931470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2BB460-A8CD-4BFB-BC06-F6D9D38A48F7}">
      <dsp:nvSpPr>
        <dsp:cNvPr id="0" name=""/>
        <dsp:cNvSpPr/>
      </dsp:nvSpPr>
      <dsp:spPr>
        <a:xfrm>
          <a:off x="0" y="0"/>
          <a:ext cx="10515600" cy="90769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CA803D-E006-4435-BBCA-BB81F8A6A280}">
      <dsp:nvSpPr>
        <dsp:cNvPr id="0" name=""/>
        <dsp:cNvSpPr/>
      </dsp:nvSpPr>
      <dsp:spPr>
        <a:xfrm>
          <a:off x="274578" y="206022"/>
          <a:ext cx="499233" cy="4992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0655C5-F0AF-41D6-A831-79CBB40A0296}">
      <dsp:nvSpPr>
        <dsp:cNvPr id="0" name=""/>
        <dsp:cNvSpPr/>
      </dsp:nvSpPr>
      <dsp:spPr>
        <a:xfrm>
          <a:off x="1048390" y="1790"/>
          <a:ext cx="9467209" cy="907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65" tIns="96065" rIns="96065" bIns="9606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AWS = breadth &amp; maturity</a:t>
          </a:r>
        </a:p>
      </dsp:txBody>
      <dsp:txXfrm>
        <a:off x="1048390" y="1790"/>
        <a:ext cx="9467209" cy="907697"/>
      </dsp:txXfrm>
    </dsp:sp>
    <dsp:sp modelId="{BEA3911A-EE08-495C-A911-951BF3D5E39B}">
      <dsp:nvSpPr>
        <dsp:cNvPr id="0" name=""/>
        <dsp:cNvSpPr/>
      </dsp:nvSpPr>
      <dsp:spPr>
        <a:xfrm>
          <a:off x="0" y="1136413"/>
          <a:ext cx="10515600" cy="90769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522712-3B08-4503-8EC8-35F1313423E2}">
      <dsp:nvSpPr>
        <dsp:cNvPr id="0" name=""/>
        <dsp:cNvSpPr/>
      </dsp:nvSpPr>
      <dsp:spPr>
        <a:xfrm>
          <a:off x="274578" y="1340645"/>
          <a:ext cx="499233" cy="4992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BC066A-90E6-4D32-9DEF-49FCDDF96CDF}">
      <dsp:nvSpPr>
        <dsp:cNvPr id="0" name=""/>
        <dsp:cNvSpPr/>
      </dsp:nvSpPr>
      <dsp:spPr>
        <a:xfrm>
          <a:off x="1048390" y="1136413"/>
          <a:ext cx="9467209" cy="907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65" tIns="96065" rIns="96065" bIns="9606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Azure = enterprise integration and AI</a:t>
          </a:r>
        </a:p>
      </dsp:txBody>
      <dsp:txXfrm>
        <a:off x="1048390" y="1136413"/>
        <a:ext cx="9467209" cy="907697"/>
      </dsp:txXfrm>
    </dsp:sp>
    <dsp:sp modelId="{BA442EAB-4447-41EA-A325-960A72454717}">
      <dsp:nvSpPr>
        <dsp:cNvPr id="0" name=""/>
        <dsp:cNvSpPr/>
      </dsp:nvSpPr>
      <dsp:spPr>
        <a:xfrm>
          <a:off x="0" y="2271035"/>
          <a:ext cx="10515600" cy="90769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672C3-8D7F-4156-BF83-99D9A6872FB0}">
      <dsp:nvSpPr>
        <dsp:cNvPr id="0" name=""/>
        <dsp:cNvSpPr/>
      </dsp:nvSpPr>
      <dsp:spPr>
        <a:xfrm>
          <a:off x="274578" y="2475267"/>
          <a:ext cx="499233" cy="4992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1E626F-BE9C-47FE-B644-CA510E1EEDD9}">
      <dsp:nvSpPr>
        <dsp:cNvPr id="0" name=""/>
        <dsp:cNvSpPr/>
      </dsp:nvSpPr>
      <dsp:spPr>
        <a:xfrm>
          <a:off x="1048390" y="2271035"/>
          <a:ext cx="9467209" cy="907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65" tIns="96065" rIns="96065" bIns="9606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GCP = analytics &amp; innovation</a:t>
          </a:r>
        </a:p>
      </dsp:txBody>
      <dsp:txXfrm>
        <a:off x="1048390" y="2271035"/>
        <a:ext cx="9467209" cy="907697"/>
      </dsp:txXfrm>
    </dsp:sp>
    <dsp:sp modelId="{14A98C1A-BC70-4767-B64E-DF76C8C52B0C}">
      <dsp:nvSpPr>
        <dsp:cNvPr id="0" name=""/>
        <dsp:cNvSpPr/>
      </dsp:nvSpPr>
      <dsp:spPr>
        <a:xfrm>
          <a:off x="0" y="3405657"/>
          <a:ext cx="10515600" cy="90769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A1CE87-7717-447F-BBF1-9B31D5D40BA2}">
      <dsp:nvSpPr>
        <dsp:cNvPr id="0" name=""/>
        <dsp:cNvSpPr/>
      </dsp:nvSpPr>
      <dsp:spPr>
        <a:xfrm>
          <a:off x="274578" y="3609889"/>
          <a:ext cx="499233" cy="49923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E9D26-3B81-4E63-9C82-E952ABEC245A}">
      <dsp:nvSpPr>
        <dsp:cNvPr id="0" name=""/>
        <dsp:cNvSpPr/>
      </dsp:nvSpPr>
      <dsp:spPr>
        <a:xfrm>
          <a:off x="1048390" y="3405657"/>
          <a:ext cx="9467209" cy="907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65" tIns="96065" rIns="96065" bIns="9606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Each cloud has an offering combination to meet demands, but also strength in specific areas.</a:t>
          </a:r>
        </a:p>
      </dsp:txBody>
      <dsp:txXfrm>
        <a:off x="1048390" y="3405657"/>
        <a:ext cx="9467209" cy="9076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8EB52-2B16-4D4A-8A47-B858A822CB1B}" type="slidenum">
              <a:rPr lang="en-US" b="0" smtClean="0">
                <a:latin typeface="Roboto Bold"/>
                <a:cs typeface="Roboto Bold"/>
              </a:rPr>
              <a:t>‹#›</a:t>
            </a:fld>
            <a:endParaRPr lang="en-US" b="0">
              <a:latin typeface="Roboto Bold"/>
              <a:cs typeface="Roboto Bold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299" y="268390"/>
            <a:ext cx="1782232" cy="42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318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8579" y="89551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 i="0" smtClean="0">
                <a:latin typeface="Roboto Regular"/>
                <a:cs typeface="Roboto Regular"/>
              </a:defRPr>
            </a:lvl1pPr>
          </a:lstStyle>
          <a:p>
            <a:pPr>
              <a:defRPr/>
            </a:pPr>
            <a:fld id="{F27B4D97-523D-4DEF-962B-78D09A9489A3}" type="datetimeFigureOut">
              <a:rPr lang="en-US" smtClean="0"/>
              <a:pPr>
                <a:defRPr/>
              </a:pPr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509" y="308965"/>
            <a:ext cx="1782232" cy="42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5870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9C52956-70BA-DE4F-9431-BB3B2EE65619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C980A46A-3BAA-994E-ACC1-AF6099BD0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2">
              <a:extLst>
                <a:ext uri="{FF2B5EF4-FFF2-40B4-BE49-F238E27FC236}">
                  <a16:creationId xmlns:a16="http://schemas.microsoft.com/office/drawing/2014/main" id="{51951AC1-C199-154C-A970-91841E8F3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1100" y="1503363"/>
            <a:ext cx="9753600" cy="2387600"/>
          </a:xfrm>
        </p:spPr>
        <p:txBody>
          <a:bodyPr anchor="ctr"/>
          <a:lstStyle>
            <a:lvl1pPr algn="ctr">
              <a:lnSpc>
                <a:spcPct val="110000"/>
              </a:lnSpc>
              <a:defRPr sz="6000">
                <a:solidFill>
                  <a:schemeClr val="bg1"/>
                </a:solidFill>
                <a:latin typeface="gatebase Medium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8400" y="4059238"/>
            <a:ext cx="9817100" cy="1655762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chemeClr val="bg1"/>
                </a:solidFill>
                <a:latin typeface="Roboto Regular"/>
                <a:cs typeface="Roboto Regular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687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 slide in red"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2CFB103-B488-A249-9437-0DF2BC2F8250}"/>
              </a:ext>
            </a:extLst>
          </p:cNvPr>
          <p:cNvGrpSpPr/>
          <p:nvPr userDrawn="1"/>
        </p:nvGrpSpPr>
        <p:grpSpPr>
          <a:xfrm>
            <a:off x="3352796" y="2802118"/>
            <a:ext cx="5246828" cy="1253763"/>
            <a:chOff x="676275" y="1096963"/>
            <a:chExt cx="5354638" cy="1279525"/>
          </a:xfrm>
        </p:grpSpPr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4E5EA918-EF89-ED43-BF01-3F65B3B5A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" name="Freeform 2">
              <a:extLst>
                <a:ext uri="{FF2B5EF4-FFF2-40B4-BE49-F238E27FC236}">
                  <a16:creationId xmlns:a16="http://schemas.microsoft.com/office/drawing/2014/main" id="{D374E611-A1CA-F548-9165-6071807F8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3243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 slide i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7D12A2A-007B-D44A-B137-59A068CC9C6C}"/>
              </a:ext>
            </a:extLst>
          </p:cNvPr>
          <p:cNvGrpSpPr/>
          <p:nvPr userDrawn="1"/>
        </p:nvGrpSpPr>
        <p:grpSpPr>
          <a:xfrm>
            <a:off x="3352796" y="2802118"/>
            <a:ext cx="5246828" cy="1253763"/>
            <a:chOff x="676275" y="1096963"/>
            <a:chExt cx="5354638" cy="1279525"/>
          </a:xfrm>
        </p:grpSpPr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D5AE6326-95DC-4D45-9AEC-242D36F32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2">
              <a:extLst>
                <a:ext uri="{FF2B5EF4-FFF2-40B4-BE49-F238E27FC236}">
                  <a16:creationId xmlns:a16="http://schemas.microsoft.com/office/drawing/2014/main" id="{8F75C11C-2A97-674A-8EF7-C2C2F7130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2375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  <a:latin typeface="gatebase Medium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9CB4525-C3FC-3010-82D1-23366380452D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7" name="Freeform 1">
              <a:extLst>
                <a:ext uri="{FF2B5EF4-FFF2-40B4-BE49-F238E27FC236}">
                  <a16:creationId xmlns:a16="http://schemas.microsoft.com/office/drawing/2014/main" id="{927B4848-6E7B-8342-21BD-979E6B406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Freeform 2">
              <a:extLst>
                <a:ext uri="{FF2B5EF4-FFF2-40B4-BE49-F238E27FC236}">
                  <a16:creationId xmlns:a16="http://schemas.microsoft.com/office/drawing/2014/main" id="{D780FF4A-C38F-B7D1-3210-8F0569B99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300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spac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F1E5A0-D425-C347-B9BD-EB00F8D14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0" y="1825625"/>
            <a:ext cx="62103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B2CC6-CE85-DA43-8D4F-7A9B810CD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241A790-033B-D467-FD4A-11A1B4DFFD66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D3CADA76-5EF8-C44E-5DB5-5FA91C5BE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2">
              <a:extLst>
                <a:ext uri="{FF2B5EF4-FFF2-40B4-BE49-F238E27FC236}">
                  <a16:creationId xmlns:a16="http://schemas.microsoft.com/office/drawing/2014/main" id="{CD683297-412E-3B67-70C8-C76AA9B35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2622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F1E5A0-D425-C347-B9BD-EB00F8D14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4199" y="1825625"/>
            <a:ext cx="6282765" cy="4351338"/>
          </a:xfrm>
        </p:spPr>
        <p:txBody>
          <a:bodyPr/>
          <a:lstStyle/>
          <a:p>
            <a:pPr lvl="0"/>
            <a:r>
              <a:rPr lang="en-GB"/>
              <a:t>Click to edit Master text styles 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B2CC6-CE85-DA43-8D4F-7A9B810CD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C5FE7D6-0FBE-0E44-B05C-BE4982AF24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auto">
          <a:xfrm>
            <a:off x="8004511" y="1361904"/>
            <a:ext cx="2868931" cy="3811464"/>
          </a:xfrm>
          <a:custGeom>
            <a:avLst/>
            <a:gdLst>
              <a:gd name="connsiteX0" fmla="*/ 1637650 w 3275301"/>
              <a:gd name="connsiteY0" fmla="*/ 0 h 4351339"/>
              <a:gd name="connsiteX1" fmla="*/ 3258526 w 3275301"/>
              <a:gd name="connsiteY1" fmla="*/ 351841 h 4351339"/>
              <a:gd name="connsiteX2" fmla="*/ 3275301 w 3275301"/>
              <a:gd name="connsiteY2" fmla="*/ 363113 h 4351339"/>
              <a:gd name="connsiteX3" fmla="*/ 3275301 w 3275301"/>
              <a:gd name="connsiteY3" fmla="*/ 1232932 h 4351339"/>
              <a:gd name="connsiteX4" fmla="*/ 3270751 w 3275301"/>
              <a:gd name="connsiteY4" fmla="*/ 1235989 h 4351339"/>
              <a:gd name="connsiteX5" fmla="*/ 3270751 w 3275301"/>
              <a:gd name="connsiteY5" fmla="*/ 3115351 h 4351339"/>
              <a:gd name="connsiteX6" fmla="*/ 3275301 w 3275301"/>
              <a:gd name="connsiteY6" fmla="*/ 3118409 h 4351339"/>
              <a:gd name="connsiteX7" fmla="*/ 3275301 w 3275301"/>
              <a:gd name="connsiteY7" fmla="*/ 3988226 h 4351339"/>
              <a:gd name="connsiteX8" fmla="*/ 3258526 w 3275301"/>
              <a:gd name="connsiteY8" fmla="*/ 3999499 h 4351339"/>
              <a:gd name="connsiteX9" fmla="*/ 1637650 w 3275301"/>
              <a:gd name="connsiteY9" fmla="*/ 4351339 h 4351339"/>
              <a:gd name="connsiteX10" fmla="*/ 16774 w 3275301"/>
              <a:gd name="connsiteY10" fmla="*/ 3999499 h 4351339"/>
              <a:gd name="connsiteX11" fmla="*/ 0 w 3275301"/>
              <a:gd name="connsiteY11" fmla="*/ 3988227 h 4351339"/>
              <a:gd name="connsiteX12" fmla="*/ 0 w 3275301"/>
              <a:gd name="connsiteY12" fmla="*/ 3118408 h 4351339"/>
              <a:gd name="connsiteX13" fmla="*/ 4547 w 3275301"/>
              <a:gd name="connsiteY13" fmla="*/ 3115352 h 4351339"/>
              <a:gd name="connsiteX14" fmla="*/ 4547 w 3275301"/>
              <a:gd name="connsiteY14" fmla="*/ 1235987 h 4351339"/>
              <a:gd name="connsiteX15" fmla="*/ 0 w 3275301"/>
              <a:gd name="connsiteY15" fmla="*/ 1232932 h 4351339"/>
              <a:gd name="connsiteX16" fmla="*/ 0 w 3275301"/>
              <a:gd name="connsiteY16" fmla="*/ 363113 h 4351339"/>
              <a:gd name="connsiteX17" fmla="*/ 16774 w 3275301"/>
              <a:gd name="connsiteY17" fmla="*/ 351841 h 4351339"/>
              <a:gd name="connsiteX18" fmla="*/ 1637650 w 3275301"/>
              <a:gd name="connsiteY18" fmla="*/ 0 h 435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275301" h="4351339">
                <a:moveTo>
                  <a:pt x="1637650" y="0"/>
                </a:moveTo>
                <a:cubicBezTo>
                  <a:pt x="2312373" y="0"/>
                  <a:pt x="2907251" y="139565"/>
                  <a:pt x="3258526" y="351841"/>
                </a:cubicBezTo>
                <a:lnTo>
                  <a:pt x="3275301" y="363113"/>
                </a:lnTo>
                <a:lnTo>
                  <a:pt x="3275301" y="1232932"/>
                </a:lnTo>
                <a:lnTo>
                  <a:pt x="3270751" y="1235989"/>
                </a:lnTo>
                <a:lnTo>
                  <a:pt x="3270751" y="3115351"/>
                </a:lnTo>
                <a:lnTo>
                  <a:pt x="3275301" y="3118409"/>
                </a:lnTo>
                <a:lnTo>
                  <a:pt x="3275301" y="3988226"/>
                </a:lnTo>
                <a:lnTo>
                  <a:pt x="3258526" y="3999499"/>
                </a:lnTo>
                <a:cubicBezTo>
                  <a:pt x="2907251" y="4211774"/>
                  <a:pt x="2312373" y="4351339"/>
                  <a:pt x="1637650" y="4351339"/>
                </a:cubicBezTo>
                <a:cubicBezTo>
                  <a:pt x="962927" y="4351339"/>
                  <a:pt x="368049" y="4211774"/>
                  <a:pt x="16774" y="3999499"/>
                </a:cubicBezTo>
                <a:lnTo>
                  <a:pt x="0" y="3988227"/>
                </a:lnTo>
                <a:lnTo>
                  <a:pt x="0" y="3118408"/>
                </a:lnTo>
                <a:lnTo>
                  <a:pt x="4547" y="3115352"/>
                </a:lnTo>
                <a:lnTo>
                  <a:pt x="4547" y="1235987"/>
                </a:lnTo>
                <a:lnTo>
                  <a:pt x="0" y="1232932"/>
                </a:lnTo>
                <a:lnTo>
                  <a:pt x="0" y="363113"/>
                </a:lnTo>
                <a:lnTo>
                  <a:pt x="16774" y="351841"/>
                </a:lnTo>
                <a:cubicBezTo>
                  <a:pt x="368049" y="139565"/>
                  <a:pt x="962927" y="0"/>
                  <a:pt x="1637650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9B49DD9-6283-DCF3-7D17-704D39F466A3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EDAFB240-79D0-4620-5543-BF9F9984E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2">
              <a:extLst>
                <a:ext uri="{FF2B5EF4-FFF2-40B4-BE49-F238E27FC236}">
                  <a16:creationId xmlns:a16="http://schemas.microsoft.com/office/drawing/2014/main" id="{FBFB5B40-17CE-783C-500C-7B881374F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9295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F1E5A0-D425-C347-B9BD-EB00F8D14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4200" y="1825625"/>
            <a:ext cx="6210300" cy="4351338"/>
          </a:xfrm>
        </p:spPr>
        <p:txBody>
          <a:bodyPr/>
          <a:lstStyle/>
          <a:p>
            <a:pPr lvl="0"/>
            <a:r>
              <a:rPr lang="en-GB"/>
              <a:t>Click to edit Master text styles 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B2CC6-CE85-DA43-8D4F-7A9B810C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365125"/>
            <a:ext cx="6210300" cy="1325563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30DD0B5-7F5A-6E41-9195-D528F18E2D7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auto">
          <a:xfrm>
            <a:off x="6721195" y="0"/>
            <a:ext cx="5470805" cy="6858000"/>
          </a:xfrm>
          <a:custGeom>
            <a:avLst/>
            <a:gdLst>
              <a:gd name="connsiteX0" fmla="*/ 2273191 w 5470805"/>
              <a:gd name="connsiteY0" fmla="*/ 0 h 6858000"/>
              <a:gd name="connsiteX1" fmla="*/ 3552358 w 5470805"/>
              <a:gd name="connsiteY1" fmla="*/ 0 h 6858000"/>
              <a:gd name="connsiteX2" fmla="*/ 5419407 w 5470805"/>
              <a:gd name="connsiteY2" fmla="*/ 0 h 6858000"/>
              <a:gd name="connsiteX3" fmla="*/ 5470805 w 5470805"/>
              <a:gd name="connsiteY3" fmla="*/ 0 h 6858000"/>
              <a:gd name="connsiteX4" fmla="*/ 5470805 w 5470805"/>
              <a:gd name="connsiteY4" fmla="*/ 14733 h 6858000"/>
              <a:gd name="connsiteX5" fmla="*/ 5470805 w 5470805"/>
              <a:gd name="connsiteY5" fmla="*/ 1846729 h 6858000"/>
              <a:gd name="connsiteX6" fmla="*/ 5470805 w 5470805"/>
              <a:gd name="connsiteY6" fmla="*/ 6858000 h 6858000"/>
              <a:gd name="connsiteX7" fmla="*/ 1166884 w 5470805"/>
              <a:gd name="connsiteY7" fmla="*/ 6858000 h 6858000"/>
              <a:gd name="connsiteX8" fmla="*/ 0 w 5470805"/>
              <a:gd name="connsiteY8" fmla="*/ 1181100 h 6858000"/>
              <a:gd name="connsiteX9" fmla="*/ 2067599 w 5470805"/>
              <a:gd name="connsiteY9" fmla="*/ 582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470805" h="6858000">
                <a:moveTo>
                  <a:pt x="2273191" y="0"/>
                </a:moveTo>
                <a:lnTo>
                  <a:pt x="3552358" y="0"/>
                </a:lnTo>
                <a:lnTo>
                  <a:pt x="5419407" y="0"/>
                </a:lnTo>
                <a:lnTo>
                  <a:pt x="5470805" y="0"/>
                </a:lnTo>
                <a:lnTo>
                  <a:pt x="5470805" y="14733"/>
                </a:lnTo>
                <a:lnTo>
                  <a:pt x="5470805" y="1846729"/>
                </a:lnTo>
                <a:lnTo>
                  <a:pt x="5470805" y="6858000"/>
                </a:lnTo>
                <a:lnTo>
                  <a:pt x="1166884" y="6858000"/>
                </a:lnTo>
                <a:lnTo>
                  <a:pt x="0" y="1181100"/>
                </a:lnTo>
                <a:cubicBezTo>
                  <a:pt x="565117" y="722336"/>
                  <a:pt x="1263460" y="313206"/>
                  <a:pt x="2067599" y="5828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Clr>
                <a:srgbClr val="CC0000"/>
              </a:buClr>
              <a:buSzPct val="100000"/>
              <a:buFont typeface="Arial"/>
              <a:buNone/>
              <a:tabLst/>
              <a:defRPr>
                <a:highlight>
                  <a:srgbClr val="FFFF00"/>
                </a:highlight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Clr>
                <a:srgbClr val="CC0000"/>
              </a:buClr>
              <a:buSzPct val="100000"/>
              <a:buFont typeface="Arial"/>
              <a:buNone/>
              <a:tabLst/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273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F1E5A0-D425-C347-B9BD-EB00F8D14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0" y="1825625"/>
            <a:ext cx="62103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B2CC6-CE85-DA43-8D4F-7A9B810CD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5F3B090-2211-5A4C-AC0F-8A940E3DA7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auto">
          <a:xfrm>
            <a:off x="-6725" y="1844515"/>
            <a:ext cx="4733365" cy="5013483"/>
          </a:xfrm>
          <a:custGeom>
            <a:avLst/>
            <a:gdLst>
              <a:gd name="connsiteX0" fmla="*/ 0 w 4726641"/>
              <a:gd name="connsiteY0" fmla="*/ 0 h 4370294"/>
              <a:gd name="connsiteX1" fmla="*/ 4726641 w 4726641"/>
              <a:gd name="connsiteY1" fmla="*/ 0 h 4370294"/>
              <a:gd name="connsiteX2" fmla="*/ 4726641 w 4726641"/>
              <a:gd name="connsiteY2" fmla="*/ 4370294 h 4370294"/>
              <a:gd name="connsiteX3" fmla="*/ 0 w 4726641"/>
              <a:gd name="connsiteY3" fmla="*/ 4370294 h 4370294"/>
              <a:gd name="connsiteX4" fmla="*/ 0 w 4726641"/>
              <a:gd name="connsiteY4" fmla="*/ 0 h 4370294"/>
              <a:gd name="connsiteX0" fmla="*/ 0 w 4733365"/>
              <a:gd name="connsiteY0" fmla="*/ 0 h 4820771"/>
              <a:gd name="connsiteX1" fmla="*/ 4733365 w 4733365"/>
              <a:gd name="connsiteY1" fmla="*/ 450477 h 4820771"/>
              <a:gd name="connsiteX2" fmla="*/ 4733365 w 4733365"/>
              <a:gd name="connsiteY2" fmla="*/ 4820771 h 4820771"/>
              <a:gd name="connsiteX3" fmla="*/ 6724 w 4733365"/>
              <a:gd name="connsiteY3" fmla="*/ 4820771 h 4820771"/>
              <a:gd name="connsiteX4" fmla="*/ 0 w 4733365"/>
              <a:gd name="connsiteY4" fmla="*/ 0 h 4820771"/>
              <a:gd name="connsiteX0" fmla="*/ 0 w 4733365"/>
              <a:gd name="connsiteY0" fmla="*/ 149451 h 4970222"/>
              <a:gd name="connsiteX1" fmla="*/ 4733365 w 4733365"/>
              <a:gd name="connsiteY1" fmla="*/ 599928 h 4970222"/>
              <a:gd name="connsiteX2" fmla="*/ 4733365 w 4733365"/>
              <a:gd name="connsiteY2" fmla="*/ 4970222 h 4970222"/>
              <a:gd name="connsiteX3" fmla="*/ 6724 w 4733365"/>
              <a:gd name="connsiteY3" fmla="*/ 4970222 h 4970222"/>
              <a:gd name="connsiteX4" fmla="*/ 0 w 4733365"/>
              <a:gd name="connsiteY4" fmla="*/ 149451 h 4970222"/>
              <a:gd name="connsiteX0" fmla="*/ 0 w 4733365"/>
              <a:gd name="connsiteY0" fmla="*/ 198640 h 5019411"/>
              <a:gd name="connsiteX1" fmla="*/ 4733365 w 4733365"/>
              <a:gd name="connsiteY1" fmla="*/ 649117 h 5019411"/>
              <a:gd name="connsiteX2" fmla="*/ 4733365 w 4733365"/>
              <a:gd name="connsiteY2" fmla="*/ 5019411 h 5019411"/>
              <a:gd name="connsiteX3" fmla="*/ 6724 w 4733365"/>
              <a:gd name="connsiteY3" fmla="*/ 5019411 h 5019411"/>
              <a:gd name="connsiteX4" fmla="*/ 0 w 4733365"/>
              <a:gd name="connsiteY4" fmla="*/ 198640 h 5019411"/>
              <a:gd name="connsiteX0" fmla="*/ 0 w 4733365"/>
              <a:gd name="connsiteY0" fmla="*/ 192712 h 5013483"/>
              <a:gd name="connsiteX1" fmla="*/ 4733365 w 4733365"/>
              <a:gd name="connsiteY1" fmla="*/ 643189 h 5013483"/>
              <a:gd name="connsiteX2" fmla="*/ 4733365 w 4733365"/>
              <a:gd name="connsiteY2" fmla="*/ 5013483 h 5013483"/>
              <a:gd name="connsiteX3" fmla="*/ 6724 w 4733365"/>
              <a:gd name="connsiteY3" fmla="*/ 5013483 h 5013483"/>
              <a:gd name="connsiteX4" fmla="*/ 0 w 4733365"/>
              <a:gd name="connsiteY4" fmla="*/ 192712 h 5013483"/>
              <a:gd name="connsiteX0" fmla="*/ 0 w 4733365"/>
              <a:gd name="connsiteY0" fmla="*/ 192712 h 5013483"/>
              <a:gd name="connsiteX1" fmla="*/ 4733365 w 4733365"/>
              <a:gd name="connsiteY1" fmla="*/ 643189 h 5013483"/>
              <a:gd name="connsiteX2" fmla="*/ 4733365 w 4733365"/>
              <a:gd name="connsiteY2" fmla="*/ 5013483 h 5013483"/>
              <a:gd name="connsiteX3" fmla="*/ 6724 w 4733365"/>
              <a:gd name="connsiteY3" fmla="*/ 5013483 h 5013483"/>
              <a:gd name="connsiteX4" fmla="*/ 0 w 4733365"/>
              <a:gd name="connsiteY4" fmla="*/ 192712 h 501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33365" h="5013483">
                <a:moveTo>
                  <a:pt x="0" y="192712"/>
                </a:moveTo>
                <a:cubicBezTo>
                  <a:pt x="2149288" y="-262247"/>
                  <a:pt x="4029636" y="170300"/>
                  <a:pt x="4733365" y="643189"/>
                </a:cubicBezTo>
                <a:lnTo>
                  <a:pt x="4733365" y="5013483"/>
                </a:lnTo>
                <a:lnTo>
                  <a:pt x="6724" y="5013483"/>
                </a:lnTo>
                <a:cubicBezTo>
                  <a:pt x="4483" y="3406559"/>
                  <a:pt x="2241" y="1799636"/>
                  <a:pt x="0" y="19271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C1DDFED-9AD9-AF1A-658A-FA1BE64D62B5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1FED604C-2D81-2CF3-BBAC-FE61B151F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2">
              <a:extLst>
                <a:ext uri="{FF2B5EF4-FFF2-40B4-BE49-F238E27FC236}">
                  <a16:creationId xmlns:a16="http://schemas.microsoft.com/office/drawing/2014/main" id="{E59E918C-EF8E-1CC2-D288-E655A60B0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1967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h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F1E5A0-D425-C347-B9BD-EB00F8D14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658" y="4911408"/>
            <a:ext cx="2774963" cy="940593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</a:lstStyle>
          <a:p>
            <a:r>
              <a:rPr lang="en-US"/>
              <a:t>Something goes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B2CC6-CE85-DA43-8D4F-7A9B810CD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A6DBC66-16A3-B04D-A8D8-8142C635BA4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069901" y="4911408"/>
            <a:ext cx="2774963" cy="940593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</a:lstStyle>
          <a:p>
            <a:r>
              <a:rPr lang="en-US"/>
              <a:t>Something goes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61176B2-2101-B04E-8F1B-08B5EA78EEE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178154" y="4911408"/>
            <a:ext cx="2774963" cy="940593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</a:lstStyle>
          <a:p>
            <a:r>
              <a:rPr lang="en-US"/>
              <a:t>Something goes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2AB31DB-FBDF-F643-B30C-8D0EE6AB2F7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286406" y="4911408"/>
            <a:ext cx="2774963" cy="940593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</a:lstStyle>
          <a:p>
            <a:r>
              <a:rPr lang="en-US"/>
              <a:t>Something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152927-0757-6443-A3BA-AB7A136C3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56" y="3962385"/>
            <a:ext cx="2774963" cy="810863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chemeClr val="tx2"/>
                </a:solidFill>
                <a:latin typeface="gatebase Medium" pitchFamily="2" charset="77"/>
              </a:defRPr>
            </a:lvl1pPr>
          </a:lstStyle>
          <a:p>
            <a:pPr lvl="0"/>
            <a:r>
              <a:rPr lang="en-US">
                <a:latin typeface="gatebase Medium" pitchFamily="2" charset="77"/>
              </a:rPr>
              <a:t>Title</a:t>
            </a:r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32113C95-47EB-844D-A98A-BB68168A92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1292" y="3962385"/>
            <a:ext cx="2774963" cy="810863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chemeClr val="tx2"/>
                </a:solidFill>
                <a:latin typeface="gatebase Medium" pitchFamily="2" charset="77"/>
              </a:defRPr>
            </a:lvl1pPr>
          </a:lstStyle>
          <a:p>
            <a:pPr lvl="0"/>
            <a:r>
              <a:rPr lang="en-US">
                <a:latin typeface="gatebase Medium" pitchFamily="2" charset="77"/>
              </a:rPr>
              <a:t>Title</a:t>
            </a:r>
            <a:endParaRPr lang="en-US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F8707229-23A4-D644-9A58-E7D4AFBE25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78154" y="3962385"/>
            <a:ext cx="2774963" cy="810863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chemeClr val="tx2"/>
                </a:solidFill>
                <a:latin typeface="gatebase Medium" pitchFamily="2" charset="77"/>
              </a:defRPr>
            </a:lvl1pPr>
          </a:lstStyle>
          <a:p>
            <a:pPr lvl="0"/>
            <a:r>
              <a:rPr lang="en-US">
                <a:latin typeface="gatebase Medium" pitchFamily="2" charset="77"/>
              </a:rPr>
              <a:t>Title</a:t>
            </a:r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B70474B-3124-524D-A3D6-05F700E22E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9901" y="3962385"/>
            <a:ext cx="2774963" cy="810863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chemeClr val="tx2"/>
                </a:solidFill>
                <a:latin typeface="gatebase Medium" pitchFamily="2" charset="77"/>
              </a:defRPr>
            </a:lvl1pPr>
          </a:lstStyle>
          <a:p>
            <a:pPr lvl="0"/>
            <a:r>
              <a:rPr lang="en-US">
                <a:latin typeface="gatebase Medium" pitchFamily="2" charset="77"/>
              </a:rPr>
              <a:t>Title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16C922-2039-4C00-DF5E-48DDD31F3DB6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7" name="Freeform 1">
              <a:extLst>
                <a:ext uri="{FF2B5EF4-FFF2-40B4-BE49-F238E27FC236}">
                  <a16:creationId xmlns:a16="http://schemas.microsoft.com/office/drawing/2014/main" id="{60F07331-D565-2E8E-28B7-0FEF50C46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Freeform 2">
              <a:extLst>
                <a:ext uri="{FF2B5EF4-FFF2-40B4-BE49-F238E27FC236}">
                  <a16:creationId xmlns:a16="http://schemas.microsoft.com/office/drawing/2014/main" id="{C1EB637F-2571-0AB0-E6CC-442E5E239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5231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h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2CC6-CE85-DA43-8D4F-7A9B810CD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476CF0B3-9496-D045-9B84-3013FD3D32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auto">
          <a:xfrm>
            <a:off x="1122412" y="1810874"/>
            <a:ext cx="2193321" cy="2913895"/>
          </a:xfrm>
          <a:custGeom>
            <a:avLst/>
            <a:gdLst>
              <a:gd name="connsiteX0" fmla="*/ 1637650 w 3275301"/>
              <a:gd name="connsiteY0" fmla="*/ 0 h 4351339"/>
              <a:gd name="connsiteX1" fmla="*/ 3258526 w 3275301"/>
              <a:gd name="connsiteY1" fmla="*/ 351841 h 4351339"/>
              <a:gd name="connsiteX2" fmla="*/ 3275301 w 3275301"/>
              <a:gd name="connsiteY2" fmla="*/ 363113 h 4351339"/>
              <a:gd name="connsiteX3" fmla="*/ 3275301 w 3275301"/>
              <a:gd name="connsiteY3" fmla="*/ 1232932 h 4351339"/>
              <a:gd name="connsiteX4" fmla="*/ 3270751 w 3275301"/>
              <a:gd name="connsiteY4" fmla="*/ 1235989 h 4351339"/>
              <a:gd name="connsiteX5" fmla="*/ 3270751 w 3275301"/>
              <a:gd name="connsiteY5" fmla="*/ 3115351 h 4351339"/>
              <a:gd name="connsiteX6" fmla="*/ 3275301 w 3275301"/>
              <a:gd name="connsiteY6" fmla="*/ 3118409 h 4351339"/>
              <a:gd name="connsiteX7" fmla="*/ 3275301 w 3275301"/>
              <a:gd name="connsiteY7" fmla="*/ 3988226 h 4351339"/>
              <a:gd name="connsiteX8" fmla="*/ 3258526 w 3275301"/>
              <a:gd name="connsiteY8" fmla="*/ 3999499 h 4351339"/>
              <a:gd name="connsiteX9" fmla="*/ 1637650 w 3275301"/>
              <a:gd name="connsiteY9" fmla="*/ 4351339 h 4351339"/>
              <a:gd name="connsiteX10" fmla="*/ 16774 w 3275301"/>
              <a:gd name="connsiteY10" fmla="*/ 3999499 h 4351339"/>
              <a:gd name="connsiteX11" fmla="*/ 0 w 3275301"/>
              <a:gd name="connsiteY11" fmla="*/ 3988227 h 4351339"/>
              <a:gd name="connsiteX12" fmla="*/ 0 w 3275301"/>
              <a:gd name="connsiteY12" fmla="*/ 3118408 h 4351339"/>
              <a:gd name="connsiteX13" fmla="*/ 4547 w 3275301"/>
              <a:gd name="connsiteY13" fmla="*/ 3115352 h 4351339"/>
              <a:gd name="connsiteX14" fmla="*/ 4547 w 3275301"/>
              <a:gd name="connsiteY14" fmla="*/ 1235987 h 4351339"/>
              <a:gd name="connsiteX15" fmla="*/ 0 w 3275301"/>
              <a:gd name="connsiteY15" fmla="*/ 1232932 h 4351339"/>
              <a:gd name="connsiteX16" fmla="*/ 0 w 3275301"/>
              <a:gd name="connsiteY16" fmla="*/ 363113 h 4351339"/>
              <a:gd name="connsiteX17" fmla="*/ 16774 w 3275301"/>
              <a:gd name="connsiteY17" fmla="*/ 351841 h 4351339"/>
              <a:gd name="connsiteX18" fmla="*/ 1637650 w 3275301"/>
              <a:gd name="connsiteY18" fmla="*/ 0 h 435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275301" h="4351339">
                <a:moveTo>
                  <a:pt x="1637650" y="0"/>
                </a:moveTo>
                <a:cubicBezTo>
                  <a:pt x="2312373" y="0"/>
                  <a:pt x="2907251" y="139565"/>
                  <a:pt x="3258526" y="351841"/>
                </a:cubicBezTo>
                <a:lnTo>
                  <a:pt x="3275301" y="363113"/>
                </a:lnTo>
                <a:lnTo>
                  <a:pt x="3275301" y="1232932"/>
                </a:lnTo>
                <a:lnTo>
                  <a:pt x="3270751" y="1235989"/>
                </a:lnTo>
                <a:lnTo>
                  <a:pt x="3270751" y="3115351"/>
                </a:lnTo>
                <a:lnTo>
                  <a:pt x="3275301" y="3118409"/>
                </a:lnTo>
                <a:lnTo>
                  <a:pt x="3275301" y="3988226"/>
                </a:lnTo>
                <a:lnTo>
                  <a:pt x="3258526" y="3999499"/>
                </a:lnTo>
                <a:cubicBezTo>
                  <a:pt x="2907251" y="4211774"/>
                  <a:pt x="2312373" y="4351339"/>
                  <a:pt x="1637650" y="4351339"/>
                </a:cubicBezTo>
                <a:cubicBezTo>
                  <a:pt x="962927" y="4351339"/>
                  <a:pt x="368049" y="4211774"/>
                  <a:pt x="16774" y="3999499"/>
                </a:cubicBezTo>
                <a:lnTo>
                  <a:pt x="0" y="3988227"/>
                </a:lnTo>
                <a:lnTo>
                  <a:pt x="0" y="3118408"/>
                </a:lnTo>
                <a:lnTo>
                  <a:pt x="4547" y="3115352"/>
                </a:lnTo>
                <a:lnTo>
                  <a:pt x="4547" y="1235987"/>
                </a:lnTo>
                <a:lnTo>
                  <a:pt x="0" y="1232932"/>
                </a:lnTo>
                <a:lnTo>
                  <a:pt x="0" y="363113"/>
                </a:lnTo>
                <a:lnTo>
                  <a:pt x="16774" y="351841"/>
                </a:lnTo>
                <a:cubicBezTo>
                  <a:pt x="368049" y="139565"/>
                  <a:pt x="962927" y="0"/>
                  <a:pt x="1637650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78AF89F4-1287-AE41-AB70-3526BD8AC5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auto">
          <a:xfrm>
            <a:off x="4999339" y="1810874"/>
            <a:ext cx="2193321" cy="2913895"/>
          </a:xfrm>
          <a:custGeom>
            <a:avLst/>
            <a:gdLst>
              <a:gd name="connsiteX0" fmla="*/ 1637650 w 3275301"/>
              <a:gd name="connsiteY0" fmla="*/ 0 h 4351339"/>
              <a:gd name="connsiteX1" fmla="*/ 3258526 w 3275301"/>
              <a:gd name="connsiteY1" fmla="*/ 351841 h 4351339"/>
              <a:gd name="connsiteX2" fmla="*/ 3275301 w 3275301"/>
              <a:gd name="connsiteY2" fmla="*/ 363113 h 4351339"/>
              <a:gd name="connsiteX3" fmla="*/ 3275301 w 3275301"/>
              <a:gd name="connsiteY3" fmla="*/ 1232932 h 4351339"/>
              <a:gd name="connsiteX4" fmla="*/ 3270751 w 3275301"/>
              <a:gd name="connsiteY4" fmla="*/ 1235989 h 4351339"/>
              <a:gd name="connsiteX5" fmla="*/ 3270751 w 3275301"/>
              <a:gd name="connsiteY5" fmla="*/ 3115351 h 4351339"/>
              <a:gd name="connsiteX6" fmla="*/ 3275301 w 3275301"/>
              <a:gd name="connsiteY6" fmla="*/ 3118409 h 4351339"/>
              <a:gd name="connsiteX7" fmla="*/ 3275301 w 3275301"/>
              <a:gd name="connsiteY7" fmla="*/ 3988226 h 4351339"/>
              <a:gd name="connsiteX8" fmla="*/ 3258526 w 3275301"/>
              <a:gd name="connsiteY8" fmla="*/ 3999499 h 4351339"/>
              <a:gd name="connsiteX9" fmla="*/ 1637650 w 3275301"/>
              <a:gd name="connsiteY9" fmla="*/ 4351339 h 4351339"/>
              <a:gd name="connsiteX10" fmla="*/ 16774 w 3275301"/>
              <a:gd name="connsiteY10" fmla="*/ 3999499 h 4351339"/>
              <a:gd name="connsiteX11" fmla="*/ 0 w 3275301"/>
              <a:gd name="connsiteY11" fmla="*/ 3988227 h 4351339"/>
              <a:gd name="connsiteX12" fmla="*/ 0 w 3275301"/>
              <a:gd name="connsiteY12" fmla="*/ 3118408 h 4351339"/>
              <a:gd name="connsiteX13" fmla="*/ 4547 w 3275301"/>
              <a:gd name="connsiteY13" fmla="*/ 3115352 h 4351339"/>
              <a:gd name="connsiteX14" fmla="*/ 4547 w 3275301"/>
              <a:gd name="connsiteY14" fmla="*/ 1235987 h 4351339"/>
              <a:gd name="connsiteX15" fmla="*/ 0 w 3275301"/>
              <a:gd name="connsiteY15" fmla="*/ 1232932 h 4351339"/>
              <a:gd name="connsiteX16" fmla="*/ 0 w 3275301"/>
              <a:gd name="connsiteY16" fmla="*/ 363113 h 4351339"/>
              <a:gd name="connsiteX17" fmla="*/ 16774 w 3275301"/>
              <a:gd name="connsiteY17" fmla="*/ 351841 h 4351339"/>
              <a:gd name="connsiteX18" fmla="*/ 1637650 w 3275301"/>
              <a:gd name="connsiteY18" fmla="*/ 0 h 435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275301" h="4351339">
                <a:moveTo>
                  <a:pt x="1637650" y="0"/>
                </a:moveTo>
                <a:cubicBezTo>
                  <a:pt x="2312373" y="0"/>
                  <a:pt x="2907251" y="139565"/>
                  <a:pt x="3258526" y="351841"/>
                </a:cubicBezTo>
                <a:lnTo>
                  <a:pt x="3275301" y="363113"/>
                </a:lnTo>
                <a:lnTo>
                  <a:pt x="3275301" y="1232932"/>
                </a:lnTo>
                <a:lnTo>
                  <a:pt x="3270751" y="1235989"/>
                </a:lnTo>
                <a:lnTo>
                  <a:pt x="3270751" y="3115351"/>
                </a:lnTo>
                <a:lnTo>
                  <a:pt x="3275301" y="3118409"/>
                </a:lnTo>
                <a:lnTo>
                  <a:pt x="3275301" y="3988226"/>
                </a:lnTo>
                <a:lnTo>
                  <a:pt x="3258526" y="3999499"/>
                </a:lnTo>
                <a:cubicBezTo>
                  <a:pt x="2907251" y="4211774"/>
                  <a:pt x="2312373" y="4351339"/>
                  <a:pt x="1637650" y="4351339"/>
                </a:cubicBezTo>
                <a:cubicBezTo>
                  <a:pt x="962927" y="4351339"/>
                  <a:pt x="368049" y="4211774"/>
                  <a:pt x="16774" y="3999499"/>
                </a:cubicBezTo>
                <a:lnTo>
                  <a:pt x="0" y="3988227"/>
                </a:lnTo>
                <a:lnTo>
                  <a:pt x="0" y="3118408"/>
                </a:lnTo>
                <a:lnTo>
                  <a:pt x="4547" y="3115352"/>
                </a:lnTo>
                <a:lnTo>
                  <a:pt x="4547" y="1235987"/>
                </a:lnTo>
                <a:lnTo>
                  <a:pt x="0" y="1232932"/>
                </a:lnTo>
                <a:lnTo>
                  <a:pt x="0" y="363113"/>
                </a:lnTo>
                <a:lnTo>
                  <a:pt x="16774" y="351841"/>
                </a:lnTo>
                <a:cubicBezTo>
                  <a:pt x="368049" y="139565"/>
                  <a:pt x="962927" y="0"/>
                  <a:pt x="1637650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BA2F925C-D911-4145-8D09-3EB7839C93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auto">
          <a:xfrm>
            <a:off x="8876267" y="1810874"/>
            <a:ext cx="2193321" cy="2913895"/>
          </a:xfrm>
          <a:custGeom>
            <a:avLst/>
            <a:gdLst>
              <a:gd name="connsiteX0" fmla="*/ 1637650 w 3275301"/>
              <a:gd name="connsiteY0" fmla="*/ 0 h 4351339"/>
              <a:gd name="connsiteX1" fmla="*/ 3258526 w 3275301"/>
              <a:gd name="connsiteY1" fmla="*/ 351841 h 4351339"/>
              <a:gd name="connsiteX2" fmla="*/ 3275301 w 3275301"/>
              <a:gd name="connsiteY2" fmla="*/ 363113 h 4351339"/>
              <a:gd name="connsiteX3" fmla="*/ 3275301 w 3275301"/>
              <a:gd name="connsiteY3" fmla="*/ 1232932 h 4351339"/>
              <a:gd name="connsiteX4" fmla="*/ 3270751 w 3275301"/>
              <a:gd name="connsiteY4" fmla="*/ 1235989 h 4351339"/>
              <a:gd name="connsiteX5" fmla="*/ 3270751 w 3275301"/>
              <a:gd name="connsiteY5" fmla="*/ 3115351 h 4351339"/>
              <a:gd name="connsiteX6" fmla="*/ 3275301 w 3275301"/>
              <a:gd name="connsiteY6" fmla="*/ 3118409 h 4351339"/>
              <a:gd name="connsiteX7" fmla="*/ 3275301 w 3275301"/>
              <a:gd name="connsiteY7" fmla="*/ 3988226 h 4351339"/>
              <a:gd name="connsiteX8" fmla="*/ 3258526 w 3275301"/>
              <a:gd name="connsiteY8" fmla="*/ 3999499 h 4351339"/>
              <a:gd name="connsiteX9" fmla="*/ 1637650 w 3275301"/>
              <a:gd name="connsiteY9" fmla="*/ 4351339 h 4351339"/>
              <a:gd name="connsiteX10" fmla="*/ 16774 w 3275301"/>
              <a:gd name="connsiteY10" fmla="*/ 3999499 h 4351339"/>
              <a:gd name="connsiteX11" fmla="*/ 0 w 3275301"/>
              <a:gd name="connsiteY11" fmla="*/ 3988227 h 4351339"/>
              <a:gd name="connsiteX12" fmla="*/ 0 w 3275301"/>
              <a:gd name="connsiteY12" fmla="*/ 3118408 h 4351339"/>
              <a:gd name="connsiteX13" fmla="*/ 4547 w 3275301"/>
              <a:gd name="connsiteY13" fmla="*/ 3115352 h 4351339"/>
              <a:gd name="connsiteX14" fmla="*/ 4547 w 3275301"/>
              <a:gd name="connsiteY14" fmla="*/ 1235987 h 4351339"/>
              <a:gd name="connsiteX15" fmla="*/ 0 w 3275301"/>
              <a:gd name="connsiteY15" fmla="*/ 1232932 h 4351339"/>
              <a:gd name="connsiteX16" fmla="*/ 0 w 3275301"/>
              <a:gd name="connsiteY16" fmla="*/ 363113 h 4351339"/>
              <a:gd name="connsiteX17" fmla="*/ 16774 w 3275301"/>
              <a:gd name="connsiteY17" fmla="*/ 351841 h 4351339"/>
              <a:gd name="connsiteX18" fmla="*/ 1637650 w 3275301"/>
              <a:gd name="connsiteY18" fmla="*/ 0 h 435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275301" h="4351339">
                <a:moveTo>
                  <a:pt x="1637650" y="0"/>
                </a:moveTo>
                <a:cubicBezTo>
                  <a:pt x="2312373" y="0"/>
                  <a:pt x="2907251" y="139565"/>
                  <a:pt x="3258526" y="351841"/>
                </a:cubicBezTo>
                <a:lnTo>
                  <a:pt x="3275301" y="363113"/>
                </a:lnTo>
                <a:lnTo>
                  <a:pt x="3275301" y="1232932"/>
                </a:lnTo>
                <a:lnTo>
                  <a:pt x="3270751" y="1235989"/>
                </a:lnTo>
                <a:lnTo>
                  <a:pt x="3270751" y="3115351"/>
                </a:lnTo>
                <a:lnTo>
                  <a:pt x="3275301" y="3118409"/>
                </a:lnTo>
                <a:lnTo>
                  <a:pt x="3275301" y="3988226"/>
                </a:lnTo>
                <a:lnTo>
                  <a:pt x="3258526" y="3999499"/>
                </a:lnTo>
                <a:cubicBezTo>
                  <a:pt x="2907251" y="4211774"/>
                  <a:pt x="2312373" y="4351339"/>
                  <a:pt x="1637650" y="4351339"/>
                </a:cubicBezTo>
                <a:cubicBezTo>
                  <a:pt x="962927" y="4351339"/>
                  <a:pt x="368049" y="4211774"/>
                  <a:pt x="16774" y="3999499"/>
                </a:cubicBezTo>
                <a:lnTo>
                  <a:pt x="0" y="3988227"/>
                </a:lnTo>
                <a:lnTo>
                  <a:pt x="0" y="3118408"/>
                </a:lnTo>
                <a:lnTo>
                  <a:pt x="4547" y="3115352"/>
                </a:lnTo>
                <a:lnTo>
                  <a:pt x="4547" y="1235987"/>
                </a:lnTo>
                <a:lnTo>
                  <a:pt x="0" y="1232932"/>
                </a:lnTo>
                <a:lnTo>
                  <a:pt x="0" y="363113"/>
                </a:lnTo>
                <a:lnTo>
                  <a:pt x="16774" y="351841"/>
                </a:lnTo>
                <a:cubicBezTo>
                  <a:pt x="368049" y="139565"/>
                  <a:pt x="962927" y="0"/>
                  <a:pt x="1637650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BB86CE64-B29B-BE40-926D-A040582E3A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750" y="5017135"/>
            <a:ext cx="3270646" cy="810863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chemeClr val="tx2"/>
                </a:solidFill>
                <a:latin typeface="gatebase Medium" pitchFamily="2" charset="77"/>
              </a:defRPr>
            </a:lvl1pPr>
          </a:lstStyle>
          <a:p>
            <a:pPr lvl="0"/>
            <a:r>
              <a:rPr lang="en-US">
                <a:latin typeface="gatebase Medium" pitchFamily="2" charset="77"/>
              </a:rPr>
              <a:t>Title</a:t>
            </a:r>
            <a:endParaRPr lang="en-US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2D214595-CF2F-B34C-9633-B7013D7578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677" y="5017135"/>
            <a:ext cx="3270646" cy="810863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chemeClr val="tx2"/>
                </a:solidFill>
                <a:latin typeface="gatebase Medium" pitchFamily="2" charset="77"/>
              </a:defRPr>
            </a:lvl1pPr>
          </a:lstStyle>
          <a:p>
            <a:pPr lvl="0"/>
            <a:r>
              <a:rPr lang="en-US">
                <a:latin typeface="gatebase Medium" pitchFamily="2" charset="77"/>
              </a:rPr>
              <a:t>Title</a:t>
            </a:r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7A9A987C-4A7C-E740-A22A-52E4E6265F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7604" y="5017135"/>
            <a:ext cx="3270646" cy="810863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chemeClr val="tx2"/>
                </a:solidFill>
                <a:latin typeface="gatebase Medium" pitchFamily="2" charset="77"/>
              </a:defRPr>
            </a:lvl1pPr>
          </a:lstStyle>
          <a:p>
            <a:pPr lvl="0"/>
            <a:r>
              <a:rPr lang="en-US">
                <a:latin typeface="gatebase Medium" pitchFamily="2" charset="77"/>
              </a:rPr>
              <a:t>Title</a:t>
            </a:r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E3EF29-4762-9131-FD0A-7C754DF7180F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6" name="Freeform 1">
              <a:extLst>
                <a:ext uri="{FF2B5EF4-FFF2-40B4-BE49-F238E27FC236}">
                  <a16:creationId xmlns:a16="http://schemas.microsoft.com/office/drawing/2014/main" id="{BF39E329-2986-7503-6178-43657FCDA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Freeform 2">
              <a:extLst>
                <a:ext uri="{FF2B5EF4-FFF2-40B4-BE49-F238E27FC236}">
                  <a16:creationId xmlns:a16="http://schemas.microsoft.com/office/drawing/2014/main" id="{E1A8EAC5-F413-1215-03AE-D939AE912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1229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age"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181100" y="596900"/>
            <a:ext cx="9753600" cy="4965699"/>
          </a:xfrm>
        </p:spPr>
        <p:txBody>
          <a:bodyPr anchor="ctr"/>
          <a:lstStyle>
            <a:lvl1pPr algn="ctr">
              <a:lnSpc>
                <a:spcPct val="120000"/>
              </a:lnSpc>
              <a:defRPr sz="6000">
                <a:solidFill>
                  <a:schemeClr val="bg1"/>
                </a:solidFill>
                <a:latin typeface="gatebase Medium" pitchFamily="2" charset="77"/>
              </a:defRPr>
            </a:lvl1pPr>
          </a:lstStyle>
          <a:p>
            <a:r>
              <a:rPr lang="en-US"/>
              <a:t>This is a breaker page, it can be used to split topics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1DB08E-EE08-373F-CBBA-82E46234917D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5" name="Freeform 1">
              <a:extLst>
                <a:ext uri="{FF2B5EF4-FFF2-40B4-BE49-F238E27FC236}">
                  <a16:creationId xmlns:a16="http://schemas.microsoft.com/office/drawing/2014/main" id="{9A3DB978-72ED-52DF-18B6-590955FAD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Freeform 2">
              <a:extLst>
                <a:ext uri="{FF2B5EF4-FFF2-40B4-BE49-F238E27FC236}">
                  <a16:creationId xmlns:a16="http://schemas.microsoft.com/office/drawing/2014/main" id="{EDE35A14-DD81-8861-6560-C309A1A11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4466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reaker page sub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3417082"/>
            <a:ext cx="10020300" cy="1325563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accent2"/>
                </a:solidFill>
                <a:latin typeface="gatebase Medium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200" y="4735079"/>
            <a:ext cx="10515600" cy="1214458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/>
                </a:solidFill>
              </a:defRPr>
            </a:lvl2pPr>
            <a:lvl3pPr marL="914400" indent="0">
              <a:buNone/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F5111F5-9702-A7E7-132C-5EA76CE247BE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7" name="Freeform 1">
              <a:extLst>
                <a:ext uri="{FF2B5EF4-FFF2-40B4-BE49-F238E27FC236}">
                  <a16:creationId xmlns:a16="http://schemas.microsoft.com/office/drawing/2014/main" id="{4B6F5F92-25B0-879C-62A1-E7A53F698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Freeform 2">
              <a:extLst>
                <a:ext uri="{FF2B5EF4-FFF2-40B4-BE49-F238E27FC236}">
                  <a16:creationId xmlns:a16="http://schemas.microsoft.com/office/drawing/2014/main" id="{9A46653F-9BD5-6021-0346-261B012C1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39900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4CA8969-55EF-5C4F-B489-FE161DB9B338}"/>
              </a:ext>
            </a:extLst>
          </p:cNvPr>
          <p:cNvSpPr>
            <a:spLocks noGrp="1"/>
          </p:cNvSpPr>
          <p:nvPr>
            <p:ph type="ctrTitle" idx="4294967295" hasCustomPrompt="1"/>
          </p:nvPr>
        </p:nvSpPr>
        <p:spPr>
          <a:xfrm>
            <a:off x="1515762" y="1227052"/>
            <a:ext cx="9442450" cy="3703637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000" b="0" i="0" baseline="0">
                <a:solidFill>
                  <a:schemeClr val="tx2"/>
                </a:solidFill>
                <a:latin typeface="gatebase Medium" pitchFamily="2" charset="77"/>
                <a:cs typeface="gatebase Medium" pitchFamily="2" charset="77"/>
              </a:defRPr>
            </a:lvl1pPr>
          </a:lstStyle>
          <a:p>
            <a:r>
              <a:rPr lang="en-US" sz="4800"/>
              <a:t>“A very wise and interesting quote from someone great can go in this text box.”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0CE5376-92BC-A148-80C1-38A04D9566FD}"/>
              </a:ext>
            </a:extLst>
          </p:cNvPr>
          <p:cNvSpPr>
            <a:spLocks noGrp="1"/>
          </p:cNvSpPr>
          <p:nvPr>
            <p:ph type="subTitle" idx="4294967295" hasCustomPrompt="1"/>
          </p:nvPr>
        </p:nvSpPr>
        <p:spPr>
          <a:xfrm>
            <a:off x="1515762" y="4930689"/>
            <a:ext cx="9442450" cy="881063"/>
          </a:xfrm>
        </p:spPr>
        <p:txBody>
          <a:bodyPr/>
          <a:lstStyle>
            <a:lvl1pPr marL="0" indent="0" algn="ctr">
              <a:buNone/>
              <a:defRPr sz="3200" b="0" i="0" baseline="0">
                <a:solidFill>
                  <a:schemeClr val="tx1"/>
                </a:solidFill>
                <a:latin typeface="Roboto Bold"/>
                <a:cs typeface="Roboto Bold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solidFill>
                  <a:schemeClr val="tx1"/>
                </a:solidFill>
              </a:rPr>
              <a:t>Person or Company Logo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F9080EF-9552-C1D4-C383-84F611663903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5" name="Freeform 1">
              <a:extLst>
                <a:ext uri="{FF2B5EF4-FFF2-40B4-BE49-F238E27FC236}">
                  <a16:creationId xmlns:a16="http://schemas.microsoft.com/office/drawing/2014/main" id="{D1B42965-A0A4-A351-DDC0-7DF9E6CED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Freeform 2">
              <a:extLst>
                <a:ext uri="{FF2B5EF4-FFF2-40B4-BE49-F238E27FC236}">
                  <a16:creationId xmlns:a16="http://schemas.microsoft.com/office/drawing/2014/main" id="{CD8FE5E2-E36D-7B1B-1905-566A2753E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84668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3165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87268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68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735F1B-48B9-951A-F39C-9647EBA7BC69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8" name="Freeform 1">
              <a:extLst>
                <a:ext uri="{FF2B5EF4-FFF2-40B4-BE49-F238E27FC236}">
                  <a16:creationId xmlns:a16="http://schemas.microsoft.com/office/drawing/2014/main" id="{0ACC3C9B-C0B9-B2C3-A6A4-3229B0F9D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Freeform 2">
              <a:extLst>
                <a:ext uri="{FF2B5EF4-FFF2-40B4-BE49-F238E27FC236}">
                  <a16:creationId xmlns:a16="http://schemas.microsoft.com/office/drawing/2014/main" id="{909926A4-81F1-79F1-9B3B-5DFEA58B0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5286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37B3D0D-BE4D-DF81-C35E-9C9DDB12023C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8" name="Freeform 1">
              <a:extLst>
                <a:ext uri="{FF2B5EF4-FFF2-40B4-BE49-F238E27FC236}">
                  <a16:creationId xmlns:a16="http://schemas.microsoft.com/office/drawing/2014/main" id="{5B93664D-6D3A-EC53-652D-92C08E5D7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Freeform 2">
              <a:extLst>
                <a:ext uri="{FF2B5EF4-FFF2-40B4-BE49-F238E27FC236}">
                  <a16:creationId xmlns:a16="http://schemas.microsoft.com/office/drawing/2014/main" id="{4F103265-2EA1-5611-374F-2DC27ACCB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65479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8434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827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734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321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0645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2696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0695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0307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4504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content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F1E5A0-D425-C347-B9BD-EB00F8D14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4200" y="1825625"/>
            <a:ext cx="6210300" cy="4351338"/>
          </a:xfrm>
        </p:spPr>
        <p:txBody>
          <a:bodyPr/>
          <a:lstStyle/>
          <a:p>
            <a:pPr lvl="0"/>
            <a:r>
              <a:rPr lang="en-GB"/>
              <a:t>Click to edit Master text styles 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B2CC6-CE85-DA43-8D4F-7A9B810C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365125"/>
            <a:ext cx="6210300" cy="1325563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30DD0B5-7F5A-6E41-9195-D528F18E2D7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auto">
          <a:xfrm>
            <a:off x="6721195" y="0"/>
            <a:ext cx="5470805" cy="6858000"/>
          </a:xfrm>
          <a:custGeom>
            <a:avLst/>
            <a:gdLst>
              <a:gd name="connsiteX0" fmla="*/ 2273191 w 5470805"/>
              <a:gd name="connsiteY0" fmla="*/ 0 h 6858000"/>
              <a:gd name="connsiteX1" fmla="*/ 3552358 w 5470805"/>
              <a:gd name="connsiteY1" fmla="*/ 0 h 6858000"/>
              <a:gd name="connsiteX2" fmla="*/ 5419407 w 5470805"/>
              <a:gd name="connsiteY2" fmla="*/ 0 h 6858000"/>
              <a:gd name="connsiteX3" fmla="*/ 5470805 w 5470805"/>
              <a:gd name="connsiteY3" fmla="*/ 0 h 6858000"/>
              <a:gd name="connsiteX4" fmla="*/ 5470805 w 5470805"/>
              <a:gd name="connsiteY4" fmla="*/ 14733 h 6858000"/>
              <a:gd name="connsiteX5" fmla="*/ 5470805 w 5470805"/>
              <a:gd name="connsiteY5" fmla="*/ 1846729 h 6858000"/>
              <a:gd name="connsiteX6" fmla="*/ 5470805 w 5470805"/>
              <a:gd name="connsiteY6" fmla="*/ 6858000 h 6858000"/>
              <a:gd name="connsiteX7" fmla="*/ 1166884 w 5470805"/>
              <a:gd name="connsiteY7" fmla="*/ 6858000 h 6858000"/>
              <a:gd name="connsiteX8" fmla="*/ 0 w 5470805"/>
              <a:gd name="connsiteY8" fmla="*/ 1181100 h 6858000"/>
              <a:gd name="connsiteX9" fmla="*/ 2067599 w 5470805"/>
              <a:gd name="connsiteY9" fmla="*/ 582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470805" h="6858000">
                <a:moveTo>
                  <a:pt x="2273191" y="0"/>
                </a:moveTo>
                <a:lnTo>
                  <a:pt x="3552358" y="0"/>
                </a:lnTo>
                <a:lnTo>
                  <a:pt x="5419407" y="0"/>
                </a:lnTo>
                <a:lnTo>
                  <a:pt x="5470805" y="0"/>
                </a:lnTo>
                <a:lnTo>
                  <a:pt x="5470805" y="14733"/>
                </a:lnTo>
                <a:lnTo>
                  <a:pt x="5470805" y="1846729"/>
                </a:lnTo>
                <a:lnTo>
                  <a:pt x="5470805" y="6858000"/>
                </a:lnTo>
                <a:lnTo>
                  <a:pt x="1166884" y="6858000"/>
                </a:lnTo>
                <a:lnTo>
                  <a:pt x="0" y="1181100"/>
                </a:lnTo>
                <a:cubicBezTo>
                  <a:pt x="565117" y="722336"/>
                  <a:pt x="1263460" y="313206"/>
                  <a:pt x="2067599" y="5828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Clr>
                <a:srgbClr val="CC0000"/>
              </a:buClr>
              <a:buSzPct val="100000"/>
              <a:buFont typeface="Arial"/>
              <a:buNone/>
              <a:tabLst/>
              <a:defRPr>
                <a:highlight>
                  <a:srgbClr val="FFFF00"/>
                </a:highlight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Clr>
                <a:srgbClr val="CC0000"/>
              </a:buClr>
              <a:buSzPct val="100000"/>
              <a:buFont typeface="Arial"/>
              <a:buNone/>
              <a:tabLst/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692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and spac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F1E5A0-D425-C347-B9BD-EB00F8D14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0" y="1825625"/>
            <a:ext cx="62103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B2CC6-CE85-DA43-8D4F-7A9B810CD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241A790-033B-D467-FD4A-11A1B4DFFD66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D3CADA76-5EF8-C44E-5DB5-5FA91C5BE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2">
              <a:extLst>
                <a:ext uri="{FF2B5EF4-FFF2-40B4-BE49-F238E27FC236}">
                  <a16:creationId xmlns:a16="http://schemas.microsoft.com/office/drawing/2014/main" id="{CD683297-412E-3B67-70C8-C76AA9B35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79450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content and ima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F1E5A0-D425-C347-B9BD-EB00F8D14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4199" y="1825625"/>
            <a:ext cx="6282765" cy="4351338"/>
          </a:xfrm>
        </p:spPr>
        <p:txBody>
          <a:bodyPr/>
          <a:lstStyle/>
          <a:p>
            <a:pPr lvl="0"/>
            <a:r>
              <a:rPr lang="en-GB"/>
              <a:t>Click to edit Master text styles 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B2CC6-CE85-DA43-8D4F-7A9B810CD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C5FE7D6-0FBE-0E44-B05C-BE4982AF24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auto">
          <a:xfrm>
            <a:off x="8004511" y="1361904"/>
            <a:ext cx="2868931" cy="3811464"/>
          </a:xfrm>
          <a:custGeom>
            <a:avLst/>
            <a:gdLst>
              <a:gd name="connsiteX0" fmla="*/ 1637650 w 3275301"/>
              <a:gd name="connsiteY0" fmla="*/ 0 h 4351339"/>
              <a:gd name="connsiteX1" fmla="*/ 3258526 w 3275301"/>
              <a:gd name="connsiteY1" fmla="*/ 351841 h 4351339"/>
              <a:gd name="connsiteX2" fmla="*/ 3275301 w 3275301"/>
              <a:gd name="connsiteY2" fmla="*/ 363113 h 4351339"/>
              <a:gd name="connsiteX3" fmla="*/ 3275301 w 3275301"/>
              <a:gd name="connsiteY3" fmla="*/ 1232932 h 4351339"/>
              <a:gd name="connsiteX4" fmla="*/ 3270751 w 3275301"/>
              <a:gd name="connsiteY4" fmla="*/ 1235989 h 4351339"/>
              <a:gd name="connsiteX5" fmla="*/ 3270751 w 3275301"/>
              <a:gd name="connsiteY5" fmla="*/ 3115351 h 4351339"/>
              <a:gd name="connsiteX6" fmla="*/ 3275301 w 3275301"/>
              <a:gd name="connsiteY6" fmla="*/ 3118409 h 4351339"/>
              <a:gd name="connsiteX7" fmla="*/ 3275301 w 3275301"/>
              <a:gd name="connsiteY7" fmla="*/ 3988226 h 4351339"/>
              <a:gd name="connsiteX8" fmla="*/ 3258526 w 3275301"/>
              <a:gd name="connsiteY8" fmla="*/ 3999499 h 4351339"/>
              <a:gd name="connsiteX9" fmla="*/ 1637650 w 3275301"/>
              <a:gd name="connsiteY9" fmla="*/ 4351339 h 4351339"/>
              <a:gd name="connsiteX10" fmla="*/ 16774 w 3275301"/>
              <a:gd name="connsiteY10" fmla="*/ 3999499 h 4351339"/>
              <a:gd name="connsiteX11" fmla="*/ 0 w 3275301"/>
              <a:gd name="connsiteY11" fmla="*/ 3988227 h 4351339"/>
              <a:gd name="connsiteX12" fmla="*/ 0 w 3275301"/>
              <a:gd name="connsiteY12" fmla="*/ 3118408 h 4351339"/>
              <a:gd name="connsiteX13" fmla="*/ 4547 w 3275301"/>
              <a:gd name="connsiteY13" fmla="*/ 3115352 h 4351339"/>
              <a:gd name="connsiteX14" fmla="*/ 4547 w 3275301"/>
              <a:gd name="connsiteY14" fmla="*/ 1235987 h 4351339"/>
              <a:gd name="connsiteX15" fmla="*/ 0 w 3275301"/>
              <a:gd name="connsiteY15" fmla="*/ 1232932 h 4351339"/>
              <a:gd name="connsiteX16" fmla="*/ 0 w 3275301"/>
              <a:gd name="connsiteY16" fmla="*/ 363113 h 4351339"/>
              <a:gd name="connsiteX17" fmla="*/ 16774 w 3275301"/>
              <a:gd name="connsiteY17" fmla="*/ 351841 h 4351339"/>
              <a:gd name="connsiteX18" fmla="*/ 1637650 w 3275301"/>
              <a:gd name="connsiteY18" fmla="*/ 0 h 435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275301" h="4351339">
                <a:moveTo>
                  <a:pt x="1637650" y="0"/>
                </a:moveTo>
                <a:cubicBezTo>
                  <a:pt x="2312373" y="0"/>
                  <a:pt x="2907251" y="139565"/>
                  <a:pt x="3258526" y="351841"/>
                </a:cubicBezTo>
                <a:lnTo>
                  <a:pt x="3275301" y="363113"/>
                </a:lnTo>
                <a:lnTo>
                  <a:pt x="3275301" y="1232932"/>
                </a:lnTo>
                <a:lnTo>
                  <a:pt x="3270751" y="1235989"/>
                </a:lnTo>
                <a:lnTo>
                  <a:pt x="3270751" y="3115351"/>
                </a:lnTo>
                <a:lnTo>
                  <a:pt x="3275301" y="3118409"/>
                </a:lnTo>
                <a:lnTo>
                  <a:pt x="3275301" y="3988226"/>
                </a:lnTo>
                <a:lnTo>
                  <a:pt x="3258526" y="3999499"/>
                </a:lnTo>
                <a:cubicBezTo>
                  <a:pt x="2907251" y="4211774"/>
                  <a:pt x="2312373" y="4351339"/>
                  <a:pt x="1637650" y="4351339"/>
                </a:cubicBezTo>
                <a:cubicBezTo>
                  <a:pt x="962927" y="4351339"/>
                  <a:pt x="368049" y="4211774"/>
                  <a:pt x="16774" y="3999499"/>
                </a:cubicBezTo>
                <a:lnTo>
                  <a:pt x="0" y="3988227"/>
                </a:lnTo>
                <a:lnTo>
                  <a:pt x="0" y="3118408"/>
                </a:lnTo>
                <a:lnTo>
                  <a:pt x="4547" y="3115352"/>
                </a:lnTo>
                <a:lnTo>
                  <a:pt x="4547" y="1235987"/>
                </a:lnTo>
                <a:lnTo>
                  <a:pt x="0" y="1232932"/>
                </a:lnTo>
                <a:lnTo>
                  <a:pt x="0" y="363113"/>
                </a:lnTo>
                <a:lnTo>
                  <a:pt x="16774" y="351841"/>
                </a:lnTo>
                <a:cubicBezTo>
                  <a:pt x="368049" y="139565"/>
                  <a:pt x="962927" y="0"/>
                  <a:pt x="1637650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9B49DD9-6283-DCF3-7D17-704D39F466A3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EDAFB240-79D0-4620-5543-BF9F9984E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2">
              <a:extLst>
                <a:ext uri="{FF2B5EF4-FFF2-40B4-BE49-F238E27FC236}">
                  <a16:creationId xmlns:a16="http://schemas.microsoft.com/office/drawing/2014/main" id="{FBFB5B40-17CE-783C-500C-7B881374F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397170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er page"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181100" y="596900"/>
            <a:ext cx="9753600" cy="4965699"/>
          </a:xfrm>
        </p:spPr>
        <p:txBody>
          <a:bodyPr anchor="ctr"/>
          <a:lstStyle>
            <a:lvl1pPr algn="ctr">
              <a:lnSpc>
                <a:spcPct val="120000"/>
              </a:lnSpc>
              <a:defRPr sz="6000">
                <a:solidFill>
                  <a:schemeClr val="bg1"/>
                </a:solidFill>
                <a:latin typeface="gatebase Medium" pitchFamily="2" charset="77"/>
              </a:defRPr>
            </a:lvl1pPr>
          </a:lstStyle>
          <a:p>
            <a:r>
              <a:rPr lang="en-US"/>
              <a:t>This is a breaker page, it can be used to split topics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1DB08E-EE08-373F-CBBA-82E46234917D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5" name="Freeform 1">
              <a:extLst>
                <a:ext uri="{FF2B5EF4-FFF2-40B4-BE49-F238E27FC236}">
                  <a16:creationId xmlns:a16="http://schemas.microsoft.com/office/drawing/2014/main" id="{9A3DB978-72ED-52DF-18B6-590955FAD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Freeform 2">
              <a:extLst>
                <a:ext uri="{FF2B5EF4-FFF2-40B4-BE49-F238E27FC236}">
                  <a16:creationId xmlns:a16="http://schemas.microsoft.com/office/drawing/2014/main" id="{EDE35A14-DD81-8861-6560-C309A1A11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149468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content and 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F1E5A0-D425-C347-B9BD-EB00F8D14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0" y="1825625"/>
            <a:ext cx="62103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B2CC6-CE85-DA43-8D4F-7A9B810CD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5F3B090-2211-5A4C-AC0F-8A940E3DA7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auto">
          <a:xfrm>
            <a:off x="-6725" y="1844515"/>
            <a:ext cx="4733365" cy="5013483"/>
          </a:xfrm>
          <a:custGeom>
            <a:avLst/>
            <a:gdLst>
              <a:gd name="connsiteX0" fmla="*/ 0 w 4726641"/>
              <a:gd name="connsiteY0" fmla="*/ 0 h 4370294"/>
              <a:gd name="connsiteX1" fmla="*/ 4726641 w 4726641"/>
              <a:gd name="connsiteY1" fmla="*/ 0 h 4370294"/>
              <a:gd name="connsiteX2" fmla="*/ 4726641 w 4726641"/>
              <a:gd name="connsiteY2" fmla="*/ 4370294 h 4370294"/>
              <a:gd name="connsiteX3" fmla="*/ 0 w 4726641"/>
              <a:gd name="connsiteY3" fmla="*/ 4370294 h 4370294"/>
              <a:gd name="connsiteX4" fmla="*/ 0 w 4726641"/>
              <a:gd name="connsiteY4" fmla="*/ 0 h 4370294"/>
              <a:gd name="connsiteX0" fmla="*/ 0 w 4733365"/>
              <a:gd name="connsiteY0" fmla="*/ 0 h 4820771"/>
              <a:gd name="connsiteX1" fmla="*/ 4733365 w 4733365"/>
              <a:gd name="connsiteY1" fmla="*/ 450477 h 4820771"/>
              <a:gd name="connsiteX2" fmla="*/ 4733365 w 4733365"/>
              <a:gd name="connsiteY2" fmla="*/ 4820771 h 4820771"/>
              <a:gd name="connsiteX3" fmla="*/ 6724 w 4733365"/>
              <a:gd name="connsiteY3" fmla="*/ 4820771 h 4820771"/>
              <a:gd name="connsiteX4" fmla="*/ 0 w 4733365"/>
              <a:gd name="connsiteY4" fmla="*/ 0 h 4820771"/>
              <a:gd name="connsiteX0" fmla="*/ 0 w 4733365"/>
              <a:gd name="connsiteY0" fmla="*/ 149451 h 4970222"/>
              <a:gd name="connsiteX1" fmla="*/ 4733365 w 4733365"/>
              <a:gd name="connsiteY1" fmla="*/ 599928 h 4970222"/>
              <a:gd name="connsiteX2" fmla="*/ 4733365 w 4733365"/>
              <a:gd name="connsiteY2" fmla="*/ 4970222 h 4970222"/>
              <a:gd name="connsiteX3" fmla="*/ 6724 w 4733365"/>
              <a:gd name="connsiteY3" fmla="*/ 4970222 h 4970222"/>
              <a:gd name="connsiteX4" fmla="*/ 0 w 4733365"/>
              <a:gd name="connsiteY4" fmla="*/ 149451 h 4970222"/>
              <a:gd name="connsiteX0" fmla="*/ 0 w 4733365"/>
              <a:gd name="connsiteY0" fmla="*/ 198640 h 5019411"/>
              <a:gd name="connsiteX1" fmla="*/ 4733365 w 4733365"/>
              <a:gd name="connsiteY1" fmla="*/ 649117 h 5019411"/>
              <a:gd name="connsiteX2" fmla="*/ 4733365 w 4733365"/>
              <a:gd name="connsiteY2" fmla="*/ 5019411 h 5019411"/>
              <a:gd name="connsiteX3" fmla="*/ 6724 w 4733365"/>
              <a:gd name="connsiteY3" fmla="*/ 5019411 h 5019411"/>
              <a:gd name="connsiteX4" fmla="*/ 0 w 4733365"/>
              <a:gd name="connsiteY4" fmla="*/ 198640 h 5019411"/>
              <a:gd name="connsiteX0" fmla="*/ 0 w 4733365"/>
              <a:gd name="connsiteY0" fmla="*/ 192712 h 5013483"/>
              <a:gd name="connsiteX1" fmla="*/ 4733365 w 4733365"/>
              <a:gd name="connsiteY1" fmla="*/ 643189 h 5013483"/>
              <a:gd name="connsiteX2" fmla="*/ 4733365 w 4733365"/>
              <a:gd name="connsiteY2" fmla="*/ 5013483 h 5013483"/>
              <a:gd name="connsiteX3" fmla="*/ 6724 w 4733365"/>
              <a:gd name="connsiteY3" fmla="*/ 5013483 h 5013483"/>
              <a:gd name="connsiteX4" fmla="*/ 0 w 4733365"/>
              <a:gd name="connsiteY4" fmla="*/ 192712 h 5013483"/>
              <a:gd name="connsiteX0" fmla="*/ 0 w 4733365"/>
              <a:gd name="connsiteY0" fmla="*/ 192712 h 5013483"/>
              <a:gd name="connsiteX1" fmla="*/ 4733365 w 4733365"/>
              <a:gd name="connsiteY1" fmla="*/ 643189 h 5013483"/>
              <a:gd name="connsiteX2" fmla="*/ 4733365 w 4733365"/>
              <a:gd name="connsiteY2" fmla="*/ 5013483 h 5013483"/>
              <a:gd name="connsiteX3" fmla="*/ 6724 w 4733365"/>
              <a:gd name="connsiteY3" fmla="*/ 5013483 h 5013483"/>
              <a:gd name="connsiteX4" fmla="*/ 0 w 4733365"/>
              <a:gd name="connsiteY4" fmla="*/ 192712 h 501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33365" h="5013483">
                <a:moveTo>
                  <a:pt x="0" y="192712"/>
                </a:moveTo>
                <a:cubicBezTo>
                  <a:pt x="2149288" y="-262247"/>
                  <a:pt x="4029636" y="170300"/>
                  <a:pt x="4733365" y="643189"/>
                </a:cubicBezTo>
                <a:lnTo>
                  <a:pt x="4733365" y="5013483"/>
                </a:lnTo>
                <a:lnTo>
                  <a:pt x="6724" y="5013483"/>
                </a:lnTo>
                <a:cubicBezTo>
                  <a:pt x="4483" y="3406559"/>
                  <a:pt x="2241" y="1799636"/>
                  <a:pt x="0" y="19271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C1DDFED-9AD9-AF1A-658A-FA1BE64D62B5}"/>
              </a:ext>
            </a:extLst>
          </p:cNvPr>
          <p:cNvGrpSpPr/>
          <p:nvPr userDrawn="1"/>
        </p:nvGrpSpPr>
        <p:grpSpPr>
          <a:xfrm>
            <a:off x="10061333" y="6101613"/>
            <a:ext cx="1783531" cy="426186"/>
            <a:chOff x="676275" y="1096963"/>
            <a:chExt cx="5354638" cy="1279525"/>
          </a:xfrm>
        </p:grpSpPr>
        <p:sp>
          <p:nvSpPr>
            <p:cNvPr id="10" name="Freeform 1">
              <a:extLst>
                <a:ext uri="{FF2B5EF4-FFF2-40B4-BE49-F238E27FC236}">
                  <a16:creationId xmlns:a16="http://schemas.microsoft.com/office/drawing/2014/main" id="{1FED604C-2D81-2CF3-BBAC-FE61B151F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75" y="1096963"/>
              <a:ext cx="960438" cy="1279525"/>
            </a:xfrm>
            <a:custGeom>
              <a:avLst/>
              <a:gdLst>
                <a:gd name="T0" fmla="*/ 2027 w 2667"/>
                <a:gd name="T1" fmla="*/ 1613 h 3553"/>
                <a:gd name="T2" fmla="*/ 1030 w 2667"/>
                <a:gd name="T3" fmla="*/ 1588 h 3553"/>
                <a:gd name="T4" fmla="*/ 1376 w 2667"/>
                <a:gd name="T5" fmla="*/ 1956 h 3553"/>
                <a:gd name="T6" fmla="*/ 2027 w 2667"/>
                <a:gd name="T7" fmla="*/ 1938 h 3553"/>
                <a:gd name="T8" fmla="*/ 2027 w 2667"/>
                <a:gd name="T9" fmla="*/ 1613 h 3553"/>
                <a:gd name="T10" fmla="*/ 1877 w 2667"/>
                <a:gd name="T11" fmla="*/ 2483 h 3553"/>
                <a:gd name="T12" fmla="*/ 2027 w 2667"/>
                <a:gd name="T13" fmla="*/ 2466 h 3553"/>
                <a:gd name="T14" fmla="*/ 2027 w 2667"/>
                <a:gd name="T15" fmla="*/ 2154 h 3553"/>
                <a:gd name="T16" fmla="*/ 1590 w 2667"/>
                <a:gd name="T17" fmla="*/ 2179 h 3553"/>
                <a:gd name="T18" fmla="*/ 1877 w 2667"/>
                <a:gd name="T19" fmla="*/ 2483 h 3553"/>
                <a:gd name="T20" fmla="*/ 0 w 2667"/>
                <a:gd name="T21" fmla="*/ 2679 h 3553"/>
                <a:gd name="T22" fmla="*/ 1615 w 2667"/>
                <a:gd name="T23" fmla="*/ 2510 h 3553"/>
                <a:gd name="T24" fmla="*/ 1305 w 2667"/>
                <a:gd name="T25" fmla="*/ 2196 h 3553"/>
                <a:gd name="T26" fmla="*/ 0 w 2667"/>
                <a:gd name="T27" fmla="*/ 2271 h 3553"/>
                <a:gd name="T28" fmla="*/ 0 w 2667"/>
                <a:gd name="T29" fmla="*/ 2679 h 3553"/>
                <a:gd name="T30" fmla="*/ 699 w 2667"/>
                <a:gd name="T31" fmla="*/ 1580 h 3553"/>
                <a:gd name="T32" fmla="*/ 0 w 2667"/>
                <a:gd name="T33" fmla="*/ 1563 h 3553"/>
                <a:gd name="T34" fmla="*/ 0 w 2667"/>
                <a:gd name="T35" fmla="*/ 1988 h 3553"/>
                <a:gd name="T36" fmla="*/ 1076 w 2667"/>
                <a:gd name="T37" fmla="*/ 1963 h 3553"/>
                <a:gd name="T38" fmla="*/ 699 w 2667"/>
                <a:gd name="T39" fmla="*/ 1580 h 3553"/>
                <a:gd name="T40" fmla="*/ 781 w 2667"/>
                <a:gd name="T41" fmla="*/ 1326 h 3553"/>
                <a:gd name="T42" fmla="*/ 2027 w 2667"/>
                <a:gd name="T43" fmla="*/ 1397 h 3553"/>
                <a:gd name="T44" fmla="*/ 2027 w 2667"/>
                <a:gd name="T45" fmla="*/ 1086 h 3553"/>
                <a:gd name="T46" fmla="*/ 393 w 2667"/>
                <a:gd name="T47" fmla="*/ 914 h 3553"/>
                <a:gd name="T48" fmla="*/ 781 w 2667"/>
                <a:gd name="T49" fmla="*/ 1326 h 3553"/>
                <a:gd name="T50" fmla="*/ 0 w 2667"/>
                <a:gd name="T51" fmla="*/ 874 h 3553"/>
                <a:gd name="T52" fmla="*/ 0 w 2667"/>
                <a:gd name="T53" fmla="*/ 1282 h 3553"/>
                <a:gd name="T54" fmla="*/ 427 w 2667"/>
                <a:gd name="T55" fmla="*/ 1307 h 3553"/>
                <a:gd name="T56" fmla="*/ 0 w 2667"/>
                <a:gd name="T57" fmla="*/ 874 h 3553"/>
                <a:gd name="T58" fmla="*/ 2115 w 2667"/>
                <a:gd name="T59" fmla="*/ 2697 h 3553"/>
                <a:gd name="T60" fmla="*/ 2115 w 2667"/>
                <a:gd name="T61" fmla="*/ 2697 h 3553"/>
                <a:gd name="T62" fmla="*/ 2200 w 2667"/>
                <a:gd name="T63" fmla="*/ 2566 h 3553"/>
                <a:gd name="T64" fmla="*/ 2200 w 2667"/>
                <a:gd name="T65" fmla="*/ 986 h 3553"/>
                <a:gd name="T66" fmla="*/ 2115 w 2667"/>
                <a:gd name="T67" fmla="*/ 855 h 3553"/>
                <a:gd name="T68" fmla="*/ 0 w 2667"/>
                <a:gd name="T69" fmla="*/ 556 h 3553"/>
                <a:gd name="T70" fmla="*/ 0 w 2667"/>
                <a:gd name="T71" fmla="*/ 289 h 3553"/>
                <a:gd name="T72" fmla="*/ 1334 w 2667"/>
                <a:gd name="T73" fmla="*/ 0 h 3553"/>
                <a:gd name="T74" fmla="*/ 2666 w 2667"/>
                <a:gd name="T75" fmla="*/ 289 h 3553"/>
                <a:gd name="T76" fmla="*/ 2666 w 2667"/>
                <a:gd name="T77" fmla="*/ 3261 h 3553"/>
                <a:gd name="T78" fmla="*/ 1334 w 2667"/>
                <a:gd name="T79" fmla="*/ 3552 h 3553"/>
                <a:gd name="T80" fmla="*/ 0 w 2667"/>
                <a:gd name="T81" fmla="*/ 3261 h 3553"/>
                <a:gd name="T82" fmla="*/ 0 w 2667"/>
                <a:gd name="T83" fmla="*/ 2996 h 3553"/>
                <a:gd name="T84" fmla="*/ 2115 w 2667"/>
                <a:gd name="T85" fmla="*/ 2697 h 3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67" h="3553">
                  <a:moveTo>
                    <a:pt x="2027" y="1613"/>
                  </a:moveTo>
                  <a:lnTo>
                    <a:pt x="1030" y="1588"/>
                  </a:lnTo>
                  <a:lnTo>
                    <a:pt x="1376" y="1956"/>
                  </a:lnTo>
                  <a:lnTo>
                    <a:pt x="2027" y="1938"/>
                  </a:lnTo>
                  <a:lnTo>
                    <a:pt x="2027" y="1613"/>
                  </a:lnTo>
                  <a:close/>
                  <a:moveTo>
                    <a:pt x="1877" y="2483"/>
                  </a:moveTo>
                  <a:lnTo>
                    <a:pt x="2027" y="2466"/>
                  </a:lnTo>
                  <a:lnTo>
                    <a:pt x="2027" y="2154"/>
                  </a:lnTo>
                  <a:lnTo>
                    <a:pt x="1590" y="2179"/>
                  </a:lnTo>
                  <a:lnTo>
                    <a:pt x="1877" y="2483"/>
                  </a:lnTo>
                  <a:close/>
                  <a:moveTo>
                    <a:pt x="0" y="2679"/>
                  </a:moveTo>
                  <a:lnTo>
                    <a:pt x="1615" y="2510"/>
                  </a:lnTo>
                  <a:lnTo>
                    <a:pt x="1305" y="2196"/>
                  </a:lnTo>
                  <a:lnTo>
                    <a:pt x="0" y="2271"/>
                  </a:lnTo>
                  <a:lnTo>
                    <a:pt x="0" y="2679"/>
                  </a:lnTo>
                  <a:close/>
                  <a:moveTo>
                    <a:pt x="699" y="1580"/>
                  </a:moveTo>
                  <a:lnTo>
                    <a:pt x="0" y="1563"/>
                  </a:lnTo>
                  <a:lnTo>
                    <a:pt x="0" y="1988"/>
                  </a:lnTo>
                  <a:lnTo>
                    <a:pt x="1076" y="1963"/>
                  </a:lnTo>
                  <a:lnTo>
                    <a:pt x="699" y="1580"/>
                  </a:lnTo>
                  <a:close/>
                  <a:moveTo>
                    <a:pt x="781" y="1326"/>
                  </a:moveTo>
                  <a:lnTo>
                    <a:pt x="2027" y="1397"/>
                  </a:lnTo>
                  <a:lnTo>
                    <a:pt x="2027" y="1086"/>
                  </a:lnTo>
                  <a:lnTo>
                    <a:pt x="393" y="914"/>
                  </a:lnTo>
                  <a:lnTo>
                    <a:pt x="781" y="1326"/>
                  </a:lnTo>
                  <a:close/>
                  <a:moveTo>
                    <a:pt x="0" y="874"/>
                  </a:moveTo>
                  <a:lnTo>
                    <a:pt x="0" y="1282"/>
                  </a:lnTo>
                  <a:lnTo>
                    <a:pt x="427" y="1307"/>
                  </a:lnTo>
                  <a:lnTo>
                    <a:pt x="0" y="874"/>
                  </a:lnTo>
                  <a:close/>
                  <a:moveTo>
                    <a:pt x="2115" y="2697"/>
                  </a:moveTo>
                  <a:lnTo>
                    <a:pt x="2115" y="2697"/>
                  </a:lnTo>
                  <a:cubicBezTo>
                    <a:pt x="2154" y="2691"/>
                    <a:pt x="2200" y="2643"/>
                    <a:pt x="2200" y="2566"/>
                  </a:cubicBezTo>
                  <a:lnTo>
                    <a:pt x="2200" y="986"/>
                  </a:lnTo>
                  <a:cubicBezTo>
                    <a:pt x="2200" y="911"/>
                    <a:pt x="2156" y="861"/>
                    <a:pt x="2115" y="855"/>
                  </a:cubicBezTo>
                  <a:lnTo>
                    <a:pt x="0" y="556"/>
                  </a:lnTo>
                  <a:lnTo>
                    <a:pt x="0" y="289"/>
                  </a:lnTo>
                  <a:cubicBezTo>
                    <a:pt x="239" y="118"/>
                    <a:pt x="745" y="0"/>
                    <a:pt x="1334" y="0"/>
                  </a:cubicBezTo>
                  <a:cubicBezTo>
                    <a:pt x="1921" y="0"/>
                    <a:pt x="2427" y="118"/>
                    <a:pt x="2666" y="289"/>
                  </a:cubicBezTo>
                  <a:lnTo>
                    <a:pt x="2666" y="3261"/>
                  </a:lnTo>
                  <a:cubicBezTo>
                    <a:pt x="2427" y="3433"/>
                    <a:pt x="1921" y="3552"/>
                    <a:pt x="1334" y="3552"/>
                  </a:cubicBezTo>
                  <a:cubicBezTo>
                    <a:pt x="745" y="3552"/>
                    <a:pt x="239" y="3433"/>
                    <a:pt x="0" y="3261"/>
                  </a:cubicBezTo>
                  <a:lnTo>
                    <a:pt x="0" y="2996"/>
                  </a:lnTo>
                  <a:lnTo>
                    <a:pt x="2115" y="269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2">
              <a:extLst>
                <a:ext uri="{FF2B5EF4-FFF2-40B4-BE49-F238E27FC236}">
                  <a16:creationId xmlns:a16="http://schemas.microsoft.com/office/drawing/2014/main" id="{E59E918C-EF8E-1CC2-D288-E655A60B0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1123950"/>
              <a:ext cx="4032250" cy="1222375"/>
            </a:xfrm>
            <a:custGeom>
              <a:avLst/>
              <a:gdLst>
                <a:gd name="T0" fmla="*/ 0 w 11202"/>
                <a:gd name="T1" fmla="*/ 1911 h 3397"/>
                <a:gd name="T2" fmla="*/ 984 w 11202"/>
                <a:gd name="T3" fmla="*/ 1130 h 3397"/>
                <a:gd name="T4" fmla="*/ 401 w 11202"/>
                <a:gd name="T5" fmla="*/ 2610 h 3397"/>
                <a:gd name="T6" fmla="*/ 2071 w 11202"/>
                <a:gd name="T7" fmla="*/ 1929 h 3397"/>
                <a:gd name="T8" fmla="*/ 1515 w 11202"/>
                <a:gd name="T9" fmla="*/ 2044 h 3397"/>
                <a:gd name="T10" fmla="*/ 2635 w 11202"/>
                <a:gd name="T11" fmla="*/ 2495 h 3397"/>
                <a:gd name="T12" fmla="*/ 1117 w 11202"/>
                <a:gd name="T13" fmla="*/ 1815 h 3397"/>
                <a:gd name="T14" fmla="*/ 2720 w 11202"/>
                <a:gd name="T15" fmla="*/ 1386 h 3397"/>
                <a:gd name="T16" fmla="*/ 1935 w 11202"/>
                <a:gd name="T17" fmla="*/ 1113 h 3397"/>
                <a:gd name="T18" fmla="*/ 1523 w 11202"/>
                <a:gd name="T19" fmla="*/ 1586 h 3397"/>
                <a:gd name="T20" fmla="*/ 2335 w 11202"/>
                <a:gd name="T21" fmla="*/ 1396 h 3397"/>
                <a:gd name="T22" fmla="*/ 10554 w 11202"/>
                <a:gd name="T23" fmla="*/ 1929 h 3397"/>
                <a:gd name="T24" fmla="*/ 10487 w 11202"/>
                <a:gd name="T25" fmla="*/ 2331 h 3397"/>
                <a:gd name="T26" fmla="*/ 10417 w 11202"/>
                <a:gd name="T27" fmla="*/ 2670 h 3397"/>
                <a:gd name="T28" fmla="*/ 9751 w 11202"/>
                <a:gd name="T29" fmla="*/ 959 h 3397"/>
                <a:gd name="T30" fmla="*/ 11118 w 11202"/>
                <a:gd name="T31" fmla="*/ 1886 h 3397"/>
                <a:gd name="T32" fmla="*/ 10417 w 11202"/>
                <a:gd name="T33" fmla="*/ 1113 h 3397"/>
                <a:gd name="T34" fmla="*/ 10425 w 11202"/>
                <a:gd name="T35" fmla="*/ 1627 h 3397"/>
                <a:gd name="T36" fmla="*/ 10417 w 11202"/>
                <a:gd name="T37" fmla="*/ 1113 h 3397"/>
                <a:gd name="T38" fmla="*/ 9323 w 11202"/>
                <a:gd name="T39" fmla="*/ 2366 h 3397"/>
                <a:gd name="T40" fmla="*/ 9366 w 11202"/>
                <a:gd name="T41" fmla="*/ 1190 h 3397"/>
                <a:gd name="T42" fmla="*/ 8910 w 11202"/>
                <a:gd name="T43" fmla="*/ 403 h 3397"/>
                <a:gd name="T44" fmla="*/ 8515 w 11202"/>
                <a:gd name="T45" fmla="*/ 2092 h 3397"/>
                <a:gd name="T46" fmla="*/ 9498 w 11202"/>
                <a:gd name="T47" fmla="*/ 2464 h 3397"/>
                <a:gd name="T48" fmla="*/ 5603 w 11202"/>
                <a:gd name="T49" fmla="*/ 770 h 3397"/>
                <a:gd name="T50" fmla="*/ 4793 w 11202"/>
                <a:gd name="T51" fmla="*/ 2054 h 3397"/>
                <a:gd name="T52" fmla="*/ 5957 w 11202"/>
                <a:gd name="T53" fmla="*/ 2981 h 3397"/>
                <a:gd name="T54" fmla="*/ 4854 w 11202"/>
                <a:gd name="T55" fmla="*/ 3250 h 3397"/>
                <a:gd name="T56" fmla="*/ 6411 w 11202"/>
                <a:gd name="T57" fmla="*/ 2341 h 3397"/>
                <a:gd name="T58" fmla="*/ 6017 w 11202"/>
                <a:gd name="T59" fmla="*/ 2227 h 3397"/>
                <a:gd name="T60" fmla="*/ 5193 w 11202"/>
                <a:gd name="T61" fmla="*/ 2227 h 3397"/>
                <a:gd name="T62" fmla="*/ 6017 w 11202"/>
                <a:gd name="T63" fmla="*/ 1209 h 3397"/>
                <a:gd name="T64" fmla="*/ 7464 w 11202"/>
                <a:gd name="T65" fmla="*/ 770 h 3397"/>
                <a:gd name="T66" fmla="*/ 6652 w 11202"/>
                <a:gd name="T67" fmla="*/ 2040 h 3397"/>
                <a:gd name="T68" fmla="*/ 7926 w 11202"/>
                <a:gd name="T69" fmla="*/ 2610 h 3397"/>
                <a:gd name="T70" fmla="*/ 8272 w 11202"/>
                <a:gd name="T71" fmla="*/ 1386 h 3397"/>
                <a:gd name="T72" fmla="*/ 7874 w 11202"/>
                <a:gd name="T73" fmla="*/ 2142 h 3397"/>
                <a:gd name="T74" fmla="*/ 7050 w 11202"/>
                <a:gd name="T75" fmla="*/ 1209 h 3397"/>
                <a:gd name="T76" fmla="*/ 7874 w 11202"/>
                <a:gd name="T77" fmla="*/ 2142 h 3397"/>
                <a:gd name="T78" fmla="*/ 4152 w 11202"/>
                <a:gd name="T79" fmla="*/ 29 h 3397"/>
                <a:gd name="T80" fmla="*/ 3057 w 11202"/>
                <a:gd name="T81" fmla="*/ 953 h 3397"/>
                <a:gd name="T82" fmla="*/ 3744 w 11202"/>
                <a:gd name="T83" fmla="*/ 2670 h 3397"/>
                <a:gd name="T84" fmla="*/ 4550 w 11202"/>
                <a:gd name="T85" fmla="*/ 428 h 3397"/>
                <a:gd name="T86" fmla="*/ 4161 w 11202"/>
                <a:gd name="T87" fmla="*/ 2227 h 3397"/>
                <a:gd name="T88" fmla="*/ 3340 w 11202"/>
                <a:gd name="T89" fmla="*/ 1209 h 3397"/>
                <a:gd name="T90" fmla="*/ 4161 w 11202"/>
                <a:gd name="T91" fmla="*/ 2227 h 3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202" h="3397">
                  <a:moveTo>
                    <a:pt x="0" y="2271"/>
                  </a:moveTo>
                  <a:lnTo>
                    <a:pt x="0" y="2271"/>
                  </a:lnTo>
                  <a:lnTo>
                    <a:pt x="0" y="1911"/>
                  </a:lnTo>
                  <a:cubicBezTo>
                    <a:pt x="0" y="1644"/>
                    <a:pt x="8" y="1221"/>
                    <a:pt x="123" y="955"/>
                  </a:cubicBezTo>
                  <a:cubicBezTo>
                    <a:pt x="406" y="816"/>
                    <a:pt x="710" y="749"/>
                    <a:pt x="1047" y="791"/>
                  </a:cubicBezTo>
                  <a:cubicBezTo>
                    <a:pt x="1065" y="916"/>
                    <a:pt x="1047" y="1030"/>
                    <a:pt x="984" y="1130"/>
                  </a:cubicBezTo>
                  <a:cubicBezTo>
                    <a:pt x="812" y="1103"/>
                    <a:pt x="641" y="1124"/>
                    <a:pt x="470" y="1198"/>
                  </a:cubicBezTo>
                  <a:cubicBezTo>
                    <a:pt x="406" y="1394"/>
                    <a:pt x="401" y="1700"/>
                    <a:pt x="401" y="1873"/>
                  </a:cubicBezTo>
                  <a:lnTo>
                    <a:pt x="401" y="2610"/>
                  </a:lnTo>
                  <a:cubicBezTo>
                    <a:pt x="270" y="2631"/>
                    <a:pt x="191" y="2631"/>
                    <a:pt x="39" y="2610"/>
                  </a:cubicBezTo>
                  <a:cubicBezTo>
                    <a:pt x="0" y="2499"/>
                    <a:pt x="0" y="2387"/>
                    <a:pt x="0" y="2271"/>
                  </a:cubicBezTo>
                  <a:close/>
                  <a:moveTo>
                    <a:pt x="2071" y="1929"/>
                  </a:moveTo>
                  <a:lnTo>
                    <a:pt x="2071" y="1929"/>
                  </a:lnTo>
                  <a:cubicBezTo>
                    <a:pt x="1925" y="1929"/>
                    <a:pt x="1686" y="1921"/>
                    <a:pt x="1515" y="1890"/>
                  </a:cubicBezTo>
                  <a:lnTo>
                    <a:pt x="1515" y="2044"/>
                  </a:lnTo>
                  <a:cubicBezTo>
                    <a:pt x="1515" y="2316"/>
                    <a:pt x="1783" y="2331"/>
                    <a:pt x="2006" y="2331"/>
                  </a:cubicBezTo>
                  <a:cubicBezTo>
                    <a:pt x="2164" y="2331"/>
                    <a:pt x="2391" y="2302"/>
                    <a:pt x="2568" y="2239"/>
                  </a:cubicBezTo>
                  <a:cubicBezTo>
                    <a:pt x="2627" y="2319"/>
                    <a:pt x="2649" y="2400"/>
                    <a:pt x="2635" y="2495"/>
                  </a:cubicBezTo>
                  <a:cubicBezTo>
                    <a:pt x="2435" y="2606"/>
                    <a:pt x="2202" y="2670"/>
                    <a:pt x="1935" y="2670"/>
                  </a:cubicBezTo>
                  <a:cubicBezTo>
                    <a:pt x="1502" y="2670"/>
                    <a:pt x="1117" y="2564"/>
                    <a:pt x="1117" y="2054"/>
                  </a:cubicBezTo>
                  <a:lnTo>
                    <a:pt x="1117" y="1815"/>
                  </a:lnTo>
                  <a:cubicBezTo>
                    <a:pt x="1117" y="1565"/>
                    <a:pt x="1167" y="1198"/>
                    <a:pt x="1267" y="959"/>
                  </a:cubicBezTo>
                  <a:cubicBezTo>
                    <a:pt x="1502" y="834"/>
                    <a:pt x="1729" y="770"/>
                    <a:pt x="1938" y="770"/>
                  </a:cubicBezTo>
                  <a:cubicBezTo>
                    <a:pt x="2395" y="770"/>
                    <a:pt x="2720" y="911"/>
                    <a:pt x="2720" y="1386"/>
                  </a:cubicBezTo>
                  <a:cubicBezTo>
                    <a:pt x="2720" y="1509"/>
                    <a:pt x="2687" y="1758"/>
                    <a:pt x="2635" y="1886"/>
                  </a:cubicBezTo>
                  <a:cubicBezTo>
                    <a:pt x="2481" y="1904"/>
                    <a:pt x="2271" y="1929"/>
                    <a:pt x="2071" y="1929"/>
                  </a:cubicBezTo>
                  <a:close/>
                  <a:moveTo>
                    <a:pt x="1935" y="1113"/>
                  </a:moveTo>
                  <a:lnTo>
                    <a:pt x="1935" y="1113"/>
                  </a:lnTo>
                  <a:cubicBezTo>
                    <a:pt x="1817" y="1113"/>
                    <a:pt x="1706" y="1144"/>
                    <a:pt x="1590" y="1203"/>
                  </a:cubicBezTo>
                  <a:cubicBezTo>
                    <a:pt x="1553" y="1309"/>
                    <a:pt x="1530" y="1455"/>
                    <a:pt x="1523" y="1586"/>
                  </a:cubicBezTo>
                  <a:cubicBezTo>
                    <a:pt x="1681" y="1627"/>
                    <a:pt x="1809" y="1627"/>
                    <a:pt x="1942" y="1627"/>
                  </a:cubicBezTo>
                  <a:cubicBezTo>
                    <a:pt x="2096" y="1627"/>
                    <a:pt x="2208" y="1617"/>
                    <a:pt x="2306" y="1596"/>
                  </a:cubicBezTo>
                  <a:cubicBezTo>
                    <a:pt x="2327" y="1529"/>
                    <a:pt x="2335" y="1463"/>
                    <a:pt x="2335" y="1396"/>
                  </a:cubicBezTo>
                  <a:cubicBezTo>
                    <a:pt x="2335" y="1159"/>
                    <a:pt x="2139" y="1113"/>
                    <a:pt x="1935" y="1113"/>
                  </a:cubicBezTo>
                  <a:close/>
                  <a:moveTo>
                    <a:pt x="10554" y="1929"/>
                  </a:moveTo>
                  <a:lnTo>
                    <a:pt x="10554" y="1929"/>
                  </a:lnTo>
                  <a:cubicBezTo>
                    <a:pt x="10408" y="1929"/>
                    <a:pt x="10170" y="1921"/>
                    <a:pt x="9999" y="1890"/>
                  </a:cubicBezTo>
                  <a:lnTo>
                    <a:pt x="9999" y="2044"/>
                  </a:lnTo>
                  <a:cubicBezTo>
                    <a:pt x="9999" y="2316"/>
                    <a:pt x="10264" y="2331"/>
                    <a:pt x="10487" y="2331"/>
                  </a:cubicBezTo>
                  <a:cubicBezTo>
                    <a:pt x="10645" y="2331"/>
                    <a:pt x="10872" y="2302"/>
                    <a:pt x="11051" y="2239"/>
                  </a:cubicBezTo>
                  <a:cubicBezTo>
                    <a:pt x="11110" y="2319"/>
                    <a:pt x="11132" y="2400"/>
                    <a:pt x="11118" y="2495"/>
                  </a:cubicBezTo>
                  <a:cubicBezTo>
                    <a:pt x="10918" y="2606"/>
                    <a:pt x="10683" y="2670"/>
                    <a:pt x="10417" y="2670"/>
                  </a:cubicBezTo>
                  <a:cubicBezTo>
                    <a:pt x="9985" y="2670"/>
                    <a:pt x="9600" y="2564"/>
                    <a:pt x="9600" y="2054"/>
                  </a:cubicBezTo>
                  <a:lnTo>
                    <a:pt x="9600" y="1815"/>
                  </a:lnTo>
                  <a:cubicBezTo>
                    <a:pt x="9600" y="1565"/>
                    <a:pt x="9649" y="1198"/>
                    <a:pt x="9751" y="959"/>
                  </a:cubicBezTo>
                  <a:cubicBezTo>
                    <a:pt x="9985" y="834"/>
                    <a:pt x="10212" y="770"/>
                    <a:pt x="10421" y="770"/>
                  </a:cubicBezTo>
                  <a:cubicBezTo>
                    <a:pt x="10875" y="770"/>
                    <a:pt x="11201" y="911"/>
                    <a:pt x="11201" y="1386"/>
                  </a:cubicBezTo>
                  <a:cubicBezTo>
                    <a:pt x="11201" y="1509"/>
                    <a:pt x="11170" y="1758"/>
                    <a:pt x="11118" y="1886"/>
                  </a:cubicBezTo>
                  <a:cubicBezTo>
                    <a:pt x="10962" y="1904"/>
                    <a:pt x="10752" y="1929"/>
                    <a:pt x="10554" y="1929"/>
                  </a:cubicBezTo>
                  <a:close/>
                  <a:moveTo>
                    <a:pt x="10417" y="1113"/>
                  </a:moveTo>
                  <a:lnTo>
                    <a:pt x="10417" y="1113"/>
                  </a:lnTo>
                  <a:cubicBezTo>
                    <a:pt x="10299" y="1113"/>
                    <a:pt x="10187" y="1144"/>
                    <a:pt x="10072" y="1203"/>
                  </a:cubicBezTo>
                  <a:cubicBezTo>
                    <a:pt x="10037" y="1309"/>
                    <a:pt x="10012" y="1455"/>
                    <a:pt x="10007" y="1586"/>
                  </a:cubicBezTo>
                  <a:cubicBezTo>
                    <a:pt x="10162" y="1627"/>
                    <a:pt x="10293" y="1627"/>
                    <a:pt x="10425" y="1627"/>
                  </a:cubicBezTo>
                  <a:cubicBezTo>
                    <a:pt x="10579" y="1627"/>
                    <a:pt x="10691" y="1617"/>
                    <a:pt x="10789" y="1596"/>
                  </a:cubicBezTo>
                  <a:cubicBezTo>
                    <a:pt x="10810" y="1529"/>
                    <a:pt x="10816" y="1463"/>
                    <a:pt x="10816" y="1396"/>
                  </a:cubicBezTo>
                  <a:cubicBezTo>
                    <a:pt x="10816" y="1159"/>
                    <a:pt x="10620" y="1113"/>
                    <a:pt x="10417" y="1113"/>
                  </a:cubicBezTo>
                  <a:close/>
                  <a:moveTo>
                    <a:pt x="9447" y="2356"/>
                  </a:moveTo>
                  <a:lnTo>
                    <a:pt x="9447" y="2356"/>
                  </a:lnTo>
                  <a:cubicBezTo>
                    <a:pt x="9371" y="2364"/>
                    <a:pt x="9348" y="2366"/>
                    <a:pt x="9323" y="2366"/>
                  </a:cubicBezTo>
                  <a:cubicBezTo>
                    <a:pt x="9119" y="2366"/>
                    <a:pt x="8910" y="2352"/>
                    <a:pt x="8910" y="2071"/>
                  </a:cubicBezTo>
                  <a:lnTo>
                    <a:pt x="8910" y="1190"/>
                  </a:lnTo>
                  <a:lnTo>
                    <a:pt x="9366" y="1190"/>
                  </a:lnTo>
                  <a:cubicBezTo>
                    <a:pt x="9400" y="1078"/>
                    <a:pt x="9400" y="963"/>
                    <a:pt x="9366" y="851"/>
                  </a:cubicBezTo>
                  <a:lnTo>
                    <a:pt x="8910" y="851"/>
                  </a:lnTo>
                  <a:lnTo>
                    <a:pt x="8910" y="403"/>
                  </a:lnTo>
                  <a:cubicBezTo>
                    <a:pt x="8784" y="372"/>
                    <a:pt x="8665" y="372"/>
                    <a:pt x="8553" y="406"/>
                  </a:cubicBezTo>
                  <a:cubicBezTo>
                    <a:pt x="8515" y="574"/>
                    <a:pt x="8515" y="761"/>
                    <a:pt x="8515" y="924"/>
                  </a:cubicBezTo>
                  <a:lnTo>
                    <a:pt x="8515" y="2092"/>
                  </a:lnTo>
                  <a:cubicBezTo>
                    <a:pt x="8515" y="2556"/>
                    <a:pt x="8861" y="2660"/>
                    <a:pt x="9060" y="2664"/>
                  </a:cubicBezTo>
                  <a:cubicBezTo>
                    <a:pt x="9306" y="2670"/>
                    <a:pt x="9439" y="2618"/>
                    <a:pt x="9497" y="2589"/>
                  </a:cubicBezTo>
                  <a:cubicBezTo>
                    <a:pt x="9497" y="2547"/>
                    <a:pt x="9512" y="2543"/>
                    <a:pt x="9498" y="2464"/>
                  </a:cubicBezTo>
                  <a:cubicBezTo>
                    <a:pt x="9485" y="2383"/>
                    <a:pt x="9464" y="2392"/>
                    <a:pt x="9447" y="2356"/>
                  </a:cubicBezTo>
                  <a:close/>
                  <a:moveTo>
                    <a:pt x="5603" y="770"/>
                  </a:moveTo>
                  <a:lnTo>
                    <a:pt x="5603" y="770"/>
                  </a:lnTo>
                  <a:cubicBezTo>
                    <a:pt x="5393" y="770"/>
                    <a:pt x="5174" y="826"/>
                    <a:pt x="4914" y="953"/>
                  </a:cubicBezTo>
                  <a:cubicBezTo>
                    <a:pt x="4802" y="1219"/>
                    <a:pt x="4793" y="1638"/>
                    <a:pt x="4793" y="1904"/>
                  </a:cubicBezTo>
                  <a:lnTo>
                    <a:pt x="4793" y="2054"/>
                  </a:lnTo>
                  <a:cubicBezTo>
                    <a:pt x="4793" y="2564"/>
                    <a:pt x="5166" y="2670"/>
                    <a:pt x="5586" y="2670"/>
                  </a:cubicBezTo>
                  <a:cubicBezTo>
                    <a:pt x="5740" y="2670"/>
                    <a:pt x="5880" y="2631"/>
                    <a:pt x="6009" y="2568"/>
                  </a:cubicBezTo>
                  <a:cubicBezTo>
                    <a:pt x="6005" y="2712"/>
                    <a:pt x="5988" y="2900"/>
                    <a:pt x="5957" y="2981"/>
                  </a:cubicBezTo>
                  <a:cubicBezTo>
                    <a:pt x="5845" y="3033"/>
                    <a:pt x="5709" y="3058"/>
                    <a:pt x="5576" y="3058"/>
                  </a:cubicBezTo>
                  <a:cubicBezTo>
                    <a:pt x="5407" y="3058"/>
                    <a:pt x="5216" y="3042"/>
                    <a:pt x="4981" y="2948"/>
                  </a:cubicBezTo>
                  <a:cubicBezTo>
                    <a:pt x="4914" y="3029"/>
                    <a:pt x="4872" y="3136"/>
                    <a:pt x="4854" y="3250"/>
                  </a:cubicBezTo>
                  <a:cubicBezTo>
                    <a:pt x="5122" y="3365"/>
                    <a:pt x="5310" y="3396"/>
                    <a:pt x="5580" y="3396"/>
                  </a:cubicBezTo>
                  <a:cubicBezTo>
                    <a:pt x="5915" y="3396"/>
                    <a:pt x="6125" y="3310"/>
                    <a:pt x="6300" y="3208"/>
                  </a:cubicBezTo>
                  <a:cubicBezTo>
                    <a:pt x="6377" y="2965"/>
                    <a:pt x="6404" y="2652"/>
                    <a:pt x="6411" y="2341"/>
                  </a:cubicBezTo>
                  <a:lnTo>
                    <a:pt x="6411" y="1386"/>
                  </a:lnTo>
                  <a:cubicBezTo>
                    <a:pt x="6411" y="890"/>
                    <a:pt x="6055" y="770"/>
                    <a:pt x="5603" y="770"/>
                  </a:cubicBezTo>
                  <a:close/>
                  <a:moveTo>
                    <a:pt x="6017" y="2227"/>
                  </a:moveTo>
                  <a:lnTo>
                    <a:pt x="6017" y="2227"/>
                  </a:lnTo>
                  <a:cubicBezTo>
                    <a:pt x="5942" y="2287"/>
                    <a:pt x="5786" y="2327"/>
                    <a:pt x="5605" y="2327"/>
                  </a:cubicBezTo>
                  <a:cubicBezTo>
                    <a:pt x="5424" y="2327"/>
                    <a:pt x="5268" y="2287"/>
                    <a:pt x="5193" y="2227"/>
                  </a:cubicBezTo>
                  <a:lnTo>
                    <a:pt x="5193" y="1209"/>
                  </a:lnTo>
                  <a:cubicBezTo>
                    <a:pt x="5268" y="1149"/>
                    <a:pt x="5424" y="1109"/>
                    <a:pt x="5605" y="1109"/>
                  </a:cubicBezTo>
                  <a:cubicBezTo>
                    <a:pt x="5786" y="1109"/>
                    <a:pt x="5942" y="1149"/>
                    <a:pt x="6017" y="1209"/>
                  </a:cubicBezTo>
                  <a:lnTo>
                    <a:pt x="6017" y="2227"/>
                  </a:lnTo>
                  <a:close/>
                  <a:moveTo>
                    <a:pt x="7464" y="770"/>
                  </a:moveTo>
                  <a:lnTo>
                    <a:pt x="7464" y="770"/>
                  </a:lnTo>
                  <a:cubicBezTo>
                    <a:pt x="7254" y="770"/>
                    <a:pt x="7033" y="826"/>
                    <a:pt x="6775" y="953"/>
                  </a:cubicBezTo>
                  <a:cubicBezTo>
                    <a:pt x="6663" y="1219"/>
                    <a:pt x="6652" y="1638"/>
                    <a:pt x="6652" y="1904"/>
                  </a:cubicBezTo>
                  <a:lnTo>
                    <a:pt x="6652" y="2040"/>
                  </a:lnTo>
                  <a:cubicBezTo>
                    <a:pt x="6652" y="2547"/>
                    <a:pt x="7083" y="2649"/>
                    <a:pt x="7310" y="2649"/>
                  </a:cubicBezTo>
                  <a:cubicBezTo>
                    <a:pt x="7545" y="2649"/>
                    <a:pt x="7768" y="2568"/>
                    <a:pt x="7895" y="2439"/>
                  </a:cubicBezTo>
                  <a:lnTo>
                    <a:pt x="7926" y="2610"/>
                  </a:lnTo>
                  <a:cubicBezTo>
                    <a:pt x="8051" y="2635"/>
                    <a:pt x="8136" y="2639"/>
                    <a:pt x="8244" y="2610"/>
                  </a:cubicBezTo>
                  <a:cubicBezTo>
                    <a:pt x="8259" y="2499"/>
                    <a:pt x="8272" y="2316"/>
                    <a:pt x="8272" y="2123"/>
                  </a:cubicBezTo>
                  <a:lnTo>
                    <a:pt x="8272" y="1386"/>
                  </a:lnTo>
                  <a:cubicBezTo>
                    <a:pt x="8272" y="890"/>
                    <a:pt x="7916" y="770"/>
                    <a:pt x="7464" y="770"/>
                  </a:cubicBezTo>
                  <a:close/>
                  <a:moveTo>
                    <a:pt x="7874" y="2142"/>
                  </a:moveTo>
                  <a:lnTo>
                    <a:pt x="7874" y="2142"/>
                  </a:lnTo>
                  <a:cubicBezTo>
                    <a:pt x="7801" y="2200"/>
                    <a:pt x="7643" y="2294"/>
                    <a:pt x="7462" y="2294"/>
                  </a:cubicBezTo>
                  <a:cubicBezTo>
                    <a:pt x="7281" y="2294"/>
                    <a:pt x="7125" y="2254"/>
                    <a:pt x="7050" y="2196"/>
                  </a:cubicBezTo>
                  <a:lnTo>
                    <a:pt x="7050" y="1209"/>
                  </a:lnTo>
                  <a:cubicBezTo>
                    <a:pt x="7125" y="1149"/>
                    <a:pt x="7281" y="1109"/>
                    <a:pt x="7462" y="1109"/>
                  </a:cubicBezTo>
                  <a:cubicBezTo>
                    <a:pt x="7643" y="1109"/>
                    <a:pt x="7801" y="1149"/>
                    <a:pt x="7874" y="1209"/>
                  </a:cubicBezTo>
                  <a:lnTo>
                    <a:pt x="7874" y="2142"/>
                  </a:lnTo>
                  <a:close/>
                  <a:moveTo>
                    <a:pt x="4512" y="29"/>
                  </a:moveTo>
                  <a:lnTo>
                    <a:pt x="4512" y="29"/>
                  </a:lnTo>
                  <a:cubicBezTo>
                    <a:pt x="4375" y="0"/>
                    <a:pt x="4281" y="4"/>
                    <a:pt x="4152" y="29"/>
                  </a:cubicBezTo>
                  <a:lnTo>
                    <a:pt x="4152" y="868"/>
                  </a:lnTo>
                  <a:cubicBezTo>
                    <a:pt x="4054" y="795"/>
                    <a:pt x="3907" y="770"/>
                    <a:pt x="3744" y="770"/>
                  </a:cubicBezTo>
                  <a:cubicBezTo>
                    <a:pt x="3532" y="770"/>
                    <a:pt x="3313" y="826"/>
                    <a:pt x="3057" y="953"/>
                  </a:cubicBezTo>
                  <a:cubicBezTo>
                    <a:pt x="2958" y="1182"/>
                    <a:pt x="2939" y="1548"/>
                    <a:pt x="2935" y="1796"/>
                  </a:cubicBezTo>
                  <a:lnTo>
                    <a:pt x="2935" y="2054"/>
                  </a:lnTo>
                  <a:cubicBezTo>
                    <a:pt x="2935" y="2564"/>
                    <a:pt x="3309" y="2670"/>
                    <a:pt x="3744" y="2670"/>
                  </a:cubicBezTo>
                  <a:cubicBezTo>
                    <a:pt x="4009" y="2670"/>
                    <a:pt x="4240" y="2602"/>
                    <a:pt x="4435" y="2481"/>
                  </a:cubicBezTo>
                  <a:cubicBezTo>
                    <a:pt x="4548" y="2200"/>
                    <a:pt x="4550" y="1669"/>
                    <a:pt x="4550" y="1557"/>
                  </a:cubicBezTo>
                  <a:lnTo>
                    <a:pt x="4550" y="428"/>
                  </a:lnTo>
                  <a:cubicBezTo>
                    <a:pt x="4550" y="295"/>
                    <a:pt x="4550" y="162"/>
                    <a:pt x="4512" y="29"/>
                  </a:cubicBezTo>
                  <a:close/>
                  <a:moveTo>
                    <a:pt x="4161" y="2227"/>
                  </a:moveTo>
                  <a:lnTo>
                    <a:pt x="4161" y="2227"/>
                  </a:lnTo>
                  <a:cubicBezTo>
                    <a:pt x="4088" y="2287"/>
                    <a:pt x="3932" y="2327"/>
                    <a:pt x="3751" y="2327"/>
                  </a:cubicBezTo>
                  <a:cubicBezTo>
                    <a:pt x="3569" y="2327"/>
                    <a:pt x="3413" y="2287"/>
                    <a:pt x="3340" y="2227"/>
                  </a:cubicBezTo>
                  <a:lnTo>
                    <a:pt x="3340" y="1209"/>
                  </a:lnTo>
                  <a:cubicBezTo>
                    <a:pt x="3413" y="1149"/>
                    <a:pt x="3569" y="1109"/>
                    <a:pt x="3751" y="1109"/>
                  </a:cubicBezTo>
                  <a:cubicBezTo>
                    <a:pt x="3932" y="1109"/>
                    <a:pt x="4088" y="1149"/>
                    <a:pt x="4161" y="1209"/>
                  </a:cubicBezTo>
                  <a:lnTo>
                    <a:pt x="4161" y="22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22897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769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Placeholder 1"/>
          <p:cNvSpPr>
            <a:spLocks noGrp="1"/>
          </p:cNvSpPr>
          <p:nvPr>
            <p:ph type="title"/>
          </p:nvPr>
        </p:nvSpPr>
        <p:spPr bwMode="auto">
          <a:xfrm>
            <a:off x="584200" y="365125"/>
            <a:ext cx="100203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460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84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25297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50" r:id="rId6"/>
    <p:sldLayoutId id="2147483751" r:id="rId7"/>
    <p:sldLayoutId id="2147483749" r:id="rId8"/>
    <p:sldLayoutId id="2147483745" r:id="rId9"/>
    <p:sldLayoutId id="2147483753" r:id="rId10"/>
    <p:sldLayoutId id="2147483746" r:id="rId11"/>
    <p:sldLayoutId id="2147483747" r:id="rId12"/>
    <p:sldLayoutId id="2147483748" r:id="rId13"/>
    <p:sldLayoutId id="2147483752" r:id="rId14"/>
    <p:sldLayoutId id="2147483754" r:id="rId15"/>
    <p:sldLayoutId id="2147483755" r:id="rId16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0" i="0" kern="1200">
          <a:solidFill>
            <a:schemeClr val="accent2"/>
          </a:solidFill>
          <a:latin typeface="gatebase Medium" pitchFamily="2" charset="77"/>
          <a:ea typeface="+mj-ea"/>
          <a:cs typeface="gatebase Medium" pitchFamily="2" charset="77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457200" indent="-457200" algn="l" rtl="0" eaLnBrk="1" fontAlgn="base" hangingPunct="1">
        <a:lnSpc>
          <a:spcPct val="130000"/>
        </a:lnSpc>
        <a:spcBef>
          <a:spcPts val="1000"/>
        </a:spcBef>
        <a:spcAft>
          <a:spcPct val="0"/>
        </a:spcAft>
        <a:buClr>
          <a:srgbClr val="CC0000"/>
        </a:buClr>
        <a:buSzPct val="100000"/>
        <a:buFont typeface="Arial"/>
        <a:buChar char="•"/>
        <a:defRPr sz="3400" b="0" i="0" kern="1200">
          <a:solidFill>
            <a:schemeClr val="tx1"/>
          </a:solidFill>
          <a:latin typeface="Roboto Regular"/>
          <a:ea typeface="+mn-ea"/>
          <a:cs typeface="Roboto Regular"/>
        </a:defRPr>
      </a:lvl1pPr>
      <a:lvl2pPr marL="914400" indent="-457200" algn="l" rtl="0" eaLnBrk="1" fontAlgn="base" hangingPunct="1">
        <a:lnSpc>
          <a:spcPct val="130000"/>
        </a:lnSpc>
        <a:spcBef>
          <a:spcPts val="500"/>
        </a:spcBef>
        <a:spcAft>
          <a:spcPct val="0"/>
        </a:spcAft>
        <a:buClr>
          <a:srgbClr val="CC0000"/>
        </a:buClr>
        <a:buSzPct val="100000"/>
        <a:buFont typeface="Arial"/>
        <a:buChar char="•"/>
        <a:defRPr sz="2800" b="0" i="0" kern="1200">
          <a:solidFill>
            <a:schemeClr val="tx1"/>
          </a:solidFill>
          <a:latin typeface="Roboto Regular"/>
          <a:ea typeface="+mn-ea"/>
          <a:cs typeface="Roboto Regular"/>
        </a:defRPr>
      </a:lvl2pPr>
      <a:lvl3pPr marL="1257300" indent="-342900" algn="l" rtl="0" eaLnBrk="1" fontAlgn="base" hangingPunct="1">
        <a:lnSpc>
          <a:spcPct val="130000"/>
        </a:lnSpc>
        <a:spcBef>
          <a:spcPts val="500"/>
        </a:spcBef>
        <a:spcAft>
          <a:spcPct val="0"/>
        </a:spcAft>
        <a:buClr>
          <a:srgbClr val="CC0000"/>
        </a:buClr>
        <a:buSzPct val="100000"/>
        <a:buFont typeface="Arial"/>
        <a:buChar char="•"/>
        <a:defRPr sz="2400" b="0" i="0" kern="1200">
          <a:solidFill>
            <a:schemeClr val="tx1"/>
          </a:solidFill>
          <a:latin typeface="Roboto Regular"/>
          <a:ea typeface="+mn-ea"/>
          <a:cs typeface="Roboto Regular"/>
        </a:defRPr>
      </a:lvl3pPr>
      <a:lvl4pPr marL="1600200" indent="-228600" algn="l" rtl="0" eaLnBrk="1" fontAlgn="base" hangingPunct="1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b="0" i="0" kern="1200">
          <a:solidFill>
            <a:srgbClr val="191919"/>
          </a:solidFill>
          <a:latin typeface="Roboto Regular"/>
          <a:ea typeface="+mn-ea"/>
          <a:cs typeface="Roboto Regular"/>
        </a:defRPr>
      </a:lvl4pPr>
      <a:lvl5pPr marL="2057400" indent="-228600" algn="l" rtl="0" eaLnBrk="1" fontAlgn="base" hangingPunct="1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b="0" i="0" kern="1200">
          <a:solidFill>
            <a:srgbClr val="191919"/>
          </a:solidFill>
          <a:latin typeface="Roboto Regular"/>
          <a:ea typeface="+mn-ea"/>
          <a:cs typeface="Roboto Regular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71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edin.in.kellyngorman" TargetMode="External"/><Relationship Id="rId7" Type="http://schemas.openxmlformats.org/officeDocument/2006/relationships/image" Target="../media/image8.png"/><Relationship Id="rId2" Type="http://schemas.openxmlformats.org/officeDocument/2006/relationships/hyperlink" Target="https://dbakevlar.com" TargetMode="Externa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7.jpe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9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42.jp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0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diagramLayout" Target="../diagrams/layout18.xml"/><Relationship Id="rId7" Type="http://schemas.openxmlformats.org/officeDocument/2006/relationships/image" Target="../media/image60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3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9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7" Type="http://schemas.openxmlformats.org/officeDocument/2006/relationships/image" Target="../media/image74.jpeg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30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7" Type="http://schemas.openxmlformats.org/officeDocument/2006/relationships/image" Target="../media/image75.jpeg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3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7" Type="http://schemas.openxmlformats.org/officeDocument/2006/relationships/image" Target="../media/image76.jpeg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30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9AF622-1609-0A5C-9642-D551B94A7012}"/>
              </a:ext>
            </a:extLst>
          </p:cNvPr>
          <p:cNvSpPr txBox="1"/>
          <p:nvPr/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6000" kern="1200">
                <a:latin typeface="+mj-lt"/>
                <a:ea typeface="+mj-ea"/>
                <a:cs typeface="+mj-cs"/>
              </a:rPr>
              <a:t>Mastering Cloud Infrastructure in Google Cloud, Azure, and AWS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3D356A-E2C9-D8AA-880F-BFF083E864C5}"/>
              </a:ext>
            </a:extLst>
          </p:cNvPr>
          <p:cNvSpPr txBox="1"/>
          <p:nvPr/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rPr>
              <a:t>Kellyn Gorman, Engineer and Advocate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rPr>
              <a:t>Redgate Software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400" b="0" kern="1200">
              <a:solidFill>
                <a:schemeClr val="tx1">
                  <a:tint val="82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9365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724AF6-DE11-5EA3-2D4F-D9510708826C}"/>
              </a:ext>
            </a:extLst>
          </p:cNvPr>
          <p:cNvSpPr txBox="1"/>
          <p:nvPr/>
        </p:nvSpPr>
        <p:spPr>
          <a:xfrm>
            <a:off x="572140" y="1923553"/>
            <a:ext cx="6194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atebase Medium" panose="00000500000000000000" pitchFamily="50" charset="0"/>
                <a:ea typeface="Roboto" charset="0"/>
                <a:cs typeface="Roboto" charset="0"/>
              </a:rPr>
              <a:t>Kellyn Gorman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17B4AE-E3C4-D9DC-E73F-743C51F3485D}"/>
              </a:ext>
            </a:extLst>
          </p:cNvPr>
          <p:cNvSpPr txBox="1"/>
          <p:nvPr/>
        </p:nvSpPr>
        <p:spPr>
          <a:xfrm>
            <a:off x="572140" y="2866996"/>
            <a:ext cx="4790220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Roboto Medium"/>
                <a:ea typeface="Roboto Medium"/>
                <a:cs typeface="Arial"/>
              </a:rPr>
              <a:t>Multiplatform and AI Advocate/Engineer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43CC61-B2F5-EFEA-395E-038D09D5E29E}"/>
              </a:ext>
            </a:extLst>
          </p:cNvPr>
          <p:cNvSpPr/>
          <p:nvPr/>
        </p:nvSpPr>
        <p:spPr>
          <a:xfrm>
            <a:off x="512181" y="4067325"/>
            <a:ext cx="6815841" cy="1823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7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Roboto" charset="0"/>
                <a:ea typeface="Roboto" charset="0"/>
                <a:cs typeface="Roboto" charset="0"/>
                <a:hlinkClick r:id="rId2"/>
              </a:rPr>
              <a:t>https://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Roboto" charset="0"/>
                <a:ea typeface="Roboto" charset="0"/>
                <a:cs typeface="Roboto" charset="0"/>
                <a:hlinkClick r:id="rId2"/>
              </a:rPr>
              <a:t>dbakevlar.com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Roboto" charset="0"/>
                <a:ea typeface="Roboto" charset="0"/>
                <a:cs typeface="Roboto" charset="0"/>
              </a:rPr>
              <a:t>        </a:t>
            </a:r>
            <a:r>
              <a:rPr lang="en-US" b="0" dirty="0">
                <a:solidFill>
                  <a:srgbClr val="373737"/>
                </a:solidFill>
                <a:latin typeface="Roboto" charset="0"/>
                <a:ea typeface="Roboto" charset="0"/>
                <a:cs typeface="Roboto" charset="0"/>
              </a:rPr>
              <a:t> </a:t>
            </a:r>
            <a:r>
              <a:rPr lang="en-US" b="0" dirty="0">
                <a:solidFill>
                  <a:srgbClr val="373737"/>
                </a:solidFill>
                <a:latin typeface="Roboto" charset="0"/>
                <a:ea typeface="Roboto" charset="0"/>
                <a:cs typeface="Roboto" charset="0"/>
                <a:hlinkClick r:id="rId3"/>
              </a:rPr>
              <a:t>https://</a:t>
            </a:r>
            <a:r>
              <a:rPr lang="en-US" b="0" dirty="0" err="1">
                <a:solidFill>
                  <a:srgbClr val="373737"/>
                </a:solidFill>
                <a:latin typeface="Roboto" charset="0"/>
                <a:ea typeface="Roboto" charset="0"/>
                <a:cs typeface="Roboto" charset="0"/>
                <a:hlinkClick r:id="rId3"/>
              </a:rPr>
              <a:t>linkedin.in.kellyngorman</a:t>
            </a:r>
            <a:endParaRPr lang="en-US" b="0" dirty="0">
              <a:solidFill>
                <a:srgbClr val="373737"/>
              </a:solidFill>
              <a:latin typeface="Roboto" charset="0"/>
              <a:ea typeface="Roboto" charset="0"/>
              <a:cs typeface="Roboto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373737"/>
                </a:solidFill>
                <a:latin typeface="Roboto" charset="0"/>
                <a:ea typeface="Roboto" charset="0"/>
                <a:cs typeface="Roboto" charset="0"/>
              </a:rPr>
              <a:t>30 years experience in relational data, including Oracle, SQL Server and Postgres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373737"/>
                </a:solidFill>
                <a:latin typeface="Roboto" charset="0"/>
                <a:ea typeface="Roboto" charset="0"/>
                <a:cs typeface="Roboto" charset="0"/>
              </a:rPr>
              <a:t>DevOps with AI specialist around data protection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Roboto" charset="0"/>
                <a:ea typeface="Roboto" charset="0"/>
                <a:cs typeface="Roboto" charset="0"/>
              </a:rPr>
              <a:t>Former Oracle ACE Director and Microsoft Champion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AE0977-F539-45B4-9C25-3CB62220BA40}"/>
              </a:ext>
            </a:extLst>
          </p:cNvPr>
          <p:cNvSpPr txBox="1"/>
          <p:nvPr/>
        </p:nvSpPr>
        <p:spPr>
          <a:xfrm>
            <a:off x="2342792" y="478935"/>
            <a:ext cx="84970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5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gatebase Medium" panose="00000500000000000000" pitchFamily="50" charset="0"/>
                <a:ea typeface="Roboto Medium" pitchFamily="2" charset="0"/>
                <a:cs typeface="Arial" panose="020B0604020202020204" pitchFamily="34" charset="0"/>
              </a:rPr>
              <a:t>About me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4C8ECFB-9EF0-E0F9-E1CE-1B02975FFC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2140" y="548397"/>
            <a:ext cx="1693732" cy="361584"/>
          </a:xfrm>
          <a:prstGeom prst="rect">
            <a:avLst/>
          </a:prstGeom>
        </p:spPr>
      </p:pic>
      <p:pic>
        <p:nvPicPr>
          <p:cNvPr id="2" name="Picture Placeholder 9">
            <a:extLst>
              <a:ext uri="{FF2B5EF4-FFF2-40B4-BE49-F238E27FC236}">
                <a16:creationId xmlns:a16="http://schemas.microsoft.com/office/drawing/2014/main" id="{F7CD3CCD-7D93-C934-EA29-C4FB92C3AE2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6"/>
          <a:srcRect l="10116" r="10116"/>
          <a:stretch/>
        </p:blipFill>
        <p:spPr/>
      </p:pic>
      <p:pic>
        <p:nvPicPr>
          <p:cNvPr id="3" name="Picture 2" descr="A qr code with a dinosaur&#10;&#10;AI-generated content may be incorrect.">
            <a:extLst>
              <a:ext uri="{FF2B5EF4-FFF2-40B4-BE49-F238E27FC236}">
                <a16:creationId xmlns:a16="http://schemas.microsoft.com/office/drawing/2014/main" id="{FAC735DA-257D-1C28-3408-61BE8A0133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760" y="0"/>
            <a:ext cx="2191541" cy="219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925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6BE8CC-6EE5-CCDB-1AAD-953523237E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9336233"/>
              </p:ext>
            </p:extLst>
          </p:nvPr>
        </p:nvGraphicFramePr>
        <p:xfrm>
          <a:off x="5143500" y="1825625"/>
          <a:ext cx="62103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t>Session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52CCD1-1F4F-5108-CDDA-EBA650066C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1158087"/>
              </p:ext>
            </p:extLst>
          </p:nvPr>
        </p:nvGraphicFramePr>
        <p:xfrm>
          <a:off x="584200" y="1825625"/>
          <a:ext cx="62833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t>The Multi-Cloud Landscape</a:t>
            </a:r>
          </a:p>
        </p:txBody>
      </p:sp>
      <p:pic>
        <p:nvPicPr>
          <p:cNvPr id="4" name="Picture Placeholder 3" descr="White cloud painting">
            <a:extLst>
              <a:ext uri="{FF2B5EF4-FFF2-40B4-BE49-F238E27FC236}">
                <a16:creationId xmlns:a16="http://schemas.microsoft.com/office/drawing/2014/main" id="{823D442F-B007-ADDC-335F-741E9E37B58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86" r="24886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VM Compute: Core Concepts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DCB90E-4AD7-14E0-6A7F-1A5D15737B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2106097"/>
              </p:ext>
            </p:extLst>
          </p:nvPr>
        </p:nvGraphicFramePr>
        <p:xfrm>
          <a:off x="491733" y="1548222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Storage Models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BE11A0-F131-226F-051F-E1051DA08A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6259914"/>
              </p:ext>
            </p:extLst>
          </p:nvPr>
        </p:nvGraphicFramePr>
        <p:xfrm>
          <a:off x="584200" y="1825625"/>
          <a:ext cx="10515600" cy="4016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1B36E-D5D4-D090-83FA-7A5C323CE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2C5C64-DC27-187D-233A-8476ED8C738C}"/>
              </a:ext>
            </a:extLst>
          </p:cNvPr>
          <p:cNvSpPr txBox="1"/>
          <p:nvPr/>
        </p:nvSpPr>
        <p:spPr bwMode="auto">
          <a:xfrm>
            <a:off x="831850" y="1709738"/>
            <a:ext cx="10515600" cy="28527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6000" b="0" i="0" kern="1200">
                <a:latin typeface="+mj-lt"/>
                <a:ea typeface="+mj-ea"/>
                <a:cs typeface="+mj-cs"/>
              </a:rPr>
              <a:t>AWS</a:t>
            </a:r>
          </a:p>
        </p:txBody>
      </p:sp>
    </p:spTree>
    <p:extLst>
      <p:ext uri="{BB962C8B-B14F-4D97-AF65-F5344CB8AC3E}">
        <p14:creationId xmlns:p14="http://schemas.microsoft.com/office/powerpoint/2010/main" val="3175378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AWS Compute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3A07AC-6CA8-B87F-E03B-E4380F5D58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4203306"/>
              </p:ext>
            </p:extLst>
          </p:nvPr>
        </p:nvGraphicFramePr>
        <p:xfrm>
          <a:off x="584200" y="1825625"/>
          <a:ext cx="10515600" cy="4215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DEA4-04BB-7765-6E2C-8A9E682DA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AWS VM Instance Families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9C5F17-61EE-246F-1E80-E9208C7EEC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46976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7531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2B9341-CFD5-3C56-623A-89EF2CA7A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00" dirty="0"/>
              <a:t>R Family (R6i, R7i)</a:t>
            </a:r>
          </a:p>
          <a:p>
            <a:pPr lvl="1">
              <a:lnSpc>
                <a:spcPct val="120000"/>
              </a:lnSpc>
            </a:pPr>
            <a:r>
              <a:rPr lang="en-US" sz="1400" dirty="0"/>
              <a:t>High memory, balanced for general DB workloads</a:t>
            </a:r>
          </a:p>
          <a:p>
            <a:pPr lvl="1">
              <a:lnSpc>
                <a:spcPct val="120000"/>
              </a:lnSpc>
            </a:pPr>
            <a:r>
              <a:rPr lang="en-US" sz="1400" dirty="0"/>
              <a:t>Ideal for PostgreSQL and Oracle with large buffer pools or SQL Server OLTP with big caches.</a:t>
            </a:r>
          </a:p>
          <a:p>
            <a:pPr>
              <a:lnSpc>
                <a:spcPct val="120000"/>
              </a:lnSpc>
            </a:pPr>
            <a:r>
              <a:rPr lang="en-US" sz="1400" dirty="0"/>
              <a:t>X Family (</a:t>
            </a:r>
            <a:r>
              <a:rPr lang="en-US" sz="1400" dirty="0" err="1"/>
              <a:t>X2idn</a:t>
            </a:r>
            <a:r>
              <a:rPr lang="en-US" sz="1400" dirty="0"/>
              <a:t>, </a:t>
            </a:r>
            <a:r>
              <a:rPr lang="en-US" sz="1400" dirty="0" err="1"/>
              <a:t>X2iedn</a:t>
            </a:r>
            <a:r>
              <a:rPr lang="en-US" sz="1400" dirty="0"/>
              <a:t>, </a:t>
            </a:r>
            <a:r>
              <a:rPr lang="en-US" sz="1400" dirty="0" err="1"/>
              <a:t>X2iedn</a:t>
            </a:r>
            <a:r>
              <a:rPr lang="en-US" sz="1400" dirty="0"/>
              <a:t>, </a:t>
            </a:r>
            <a:r>
              <a:rPr lang="en-US" sz="1400" dirty="0" err="1"/>
              <a:t>X2iezn</a:t>
            </a:r>
            <a:r>
              <a:rPr lang="en-US" sz="1400" dirty="0"/>
              <a:t>, X7g)</a:t>
            </a:r>
          </a:p>
          <a:p>
            <a:pPr lvl="1">
              <a:lnSpc>
                <a:spcPct val="120000"/>
              </a:lnSpc>
            </a:pPr>
            <a:r>
              <a:rPr lang="en-US" sz="1400" dirty="0"/>
              <a:t>Extra high memory(100’s of GiB up to 3+ TiB)</a:t>
            </a:r>
          </a:p>
          <a:p>
            <a:pPr lvl="1">
              <a:lnSpc>
                <a:spcPct val="120000"/>
              </a:lnSpc>
            </a:pPr>
            <a:r>
              <a:rPr lang="en-US" sz="1400" dirty="0"/>
              <a:t>Design for in-memory </a:t>
            </a:r>
            <a:r>
              <a:rPr lang="en-US" sz="1400" dirty="0" err="1"/>
              <a:t>DBs</a:t>
            </a:r>
            <a:r>
              <a:rPr lang="en-US" sz="1400" dirty="0"/>
              <a:t>, including Oracle Times Ten, PostgreSQL TimescaleDB, SAP HANA)</a:t>
            </a:r>
          </a:p>
          <a:p>
            <a:pPr lvl="1">
              <a:lnSpc>
                <a:spcPct val="120000"/>
              </a:lnSpc>
            </a:pPr>
            <a:r>
              <a:rPr lang="en-US" sz="1400" dirty="0"/>
              <a:t>May be too expensive for SQL Server licensing to use in AWS.</a:t>
            </a:r>
          </a:p>
          <a:p>
            <a:pPr>
              <a:lnSpc>
                <a:spcPct val="120000"/>
              </a:lnSpc>
            </a:pPr>
            <a:r>
              <a:rPr lang="en-US" sz="1400" dirty="0"/>
              <a:t>Z Family (z1d)</a:t>
            </a:r>
          </a:p>
          <a:p>
            <a:pPr lvl="1">
              <a:lnSpc>
                <a:spcPct val="120000"/>
              </a:lnSpc>
            </a:pPr>
            <a:r>
              <a:rPr lang="en-US" sz="1400" dirty="0"/>
              <a:t>High, single-thread performance with high GHz CPUs</a:t>
            </a:r>
          </a:p>
          <a:p>
            <a:pPr lvl="1">
              <a:lnSpc>
                <a:spcPct val="120000"/>
              </a:lnSpc>
            </a:pPr>
            <a:r>
              <a:rPr lang="en-US" sz="1400" dirty="0"/>
              <a:t>Good for </a:t>
            </a:r>
            <a:r>
              <a:rPr lang="en-US" sz="1400" dirty="0" err="1"/>
              <a:t>DBs</a:t>
            </a:r>
            <a:r>
              <a:rPr lang="en-US" sz="1400" dirty="0"/>
              <a:t> with sensitive to per-core performance.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D04C9-2D52-7F63-EA75-99D7D1957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AWS Memory Optimized VM Family Instances</a:t>
            </a:r>
          </a:p>
        </p:txBody>
      </p:sp>
      <p:pic>
        <p:nvPicPr>
          <p:cNvPr id="6" name="Picture Placeholder 5" descr="Cloud shaped hard drive with cables">
            <a:extLst>
              <a:ext uri="{FF2B5EF4-FFF2-40B4-BE49-F238E27FC236}">
                <a16:creationId xmlns:a16="http://schemas.microsoft.com/office/drawing/2014/main" id="{D12102F4-3B4E-0428-8733-BDD693429684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13" r="2721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3565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59816-AC80-BC73-8B32-0764F6AC3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and D VM Instance Families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EF278-0615-2777-863E-CA668A93C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Designed for high IOPS and low Latency Storage</a:t>
            </a:r>
          </a:p>
          <a:p>
            <a:r>
              <a:rPr lang="en-US" dirty="0"/>
              <a:t>OLTP with massive transaction rates or workloads need large local </a:t>
            </a:r>
            <a:r>
              <a:rPr lang="en-US" dirty="0" err="1"/>
              <a:t>NVMe</a:t>
            </a:r>
            <a:r>
              <a:rPr lang="en-US" dirty="0"/>
              <a:t> SSDs</a:t>
            </a:r>
          </a:p>
          <a:p>
            <a:r>
              <a:rPr lang="en-US" dirty="0"/>
              <a:t>I Family (I4i, I3en)</a:t>
            </a:r>
          </a:p>
          <a:p>
            <a:pPr lvl="1"/>
            <a:r>
              <a:rPr lang="en-US" dirty="0" err="1"/>
              <a:t>NVMe</a:t>
            </a:r>
            <a:r>
              <a:rPr lang="en-US" dirty="0"/>
              <a:t> SSDs with very high IOPS and throughput</a:t>
            </a:r>
          </a:p>
          <a:p>
            <a:pPr lvl="1"/>
            <a:r>
              <a:rPr lang="en-US" dirty="0"/>
              <a:t>Excellent for write-heavy workloads(WAL intensive Postgres, Oracle Temp </a:t>
            </a:r>
            <a:r>
              <a:rPr lang="en-US" dirty="0" err="1"/>
              <a:t>Tablespace</a:t>
            </a:r>
            <a:r>
              <a:rPr lang="en-US" dirty="0"/>
              <a:t>, SQL Server </a:t>
            </a:r>
            <a:r>
              <a:rPr lang="en-US" dirty="0" err="1"/>
              <a:t>Tempdb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Local SSDs are ephemeral – so pair with EBS for persistence!</a:t>
            </a:r>
          </a:p>
          <a:p>
            <a:r>
              <a:rPr lang="en-US" dirty="0"/>
              <a:t>D Family (D3, D3en)</a:t>
            </a:r>
          </a:p>
          <a:p>
            <a:pPr lvl="1"/>
            <a:r>
              <a:rPr lang="en-US" dirty="0"/>
              <a:t>Dense HDD storage, optimize for throughput, not IOPS</a:t>
            </a:r>
          </a:p>
          <a:p>
            <a:pPr lvl="1"/>
            <a:r>
              <a:rPr lang="en-US" dirty="0"/>
              <a:t>Best for Data warehouses or log storage, not OLTP.</a:t>
            </a:r>
          </a:p>
        </p:txBody>
      </p:sp>
    </p:spTree>
    <p:extLst>
      <p:ext uri="{BB962C8B-B14F-4D97-AF65-F5344CB8AC3E}">
        <p14:creationId xmlns:p14="http://schemas.microsoft.com/office/powerpoint/2010/main" val="4260675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5F8B-95BD-8D2F-9936-E3516214A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Instance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14C866-5B86-39AD-51B3-F1BF9CF26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2873955"/>
              </p:ext>
            </p:extLst>
          </p:nvPr>
        </p:nvGraphicFramePr>
        <p:xfrm>
          <a:off x="449018" y="1799491"/>
          <a:ext cx="10057846" cy="3861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8923">
                  <a:extLst>
                    <a:ext uri="{9D8B030D-6E8A-4147-A177-3AD203B41FA5}">
                      <a16:colId xmlns:a16="http://schemas.microsoft.com/office/drawing/2014/main" val="2681745105"/>
                    </a:ext>
                  </a:extLst>
                </a:gridCol>
                <a:gridCol w="5028923">
                  <a:extLst>
                    <a:ext uri="{9D8B030D-6E8A-4147-A177-3AD203B41FA5}">
                      <a16:colId xmlns:a16="http://schemas.microsoft.com/office/drawing/2014/main" val="1529932305"/>
                    </a:ext>
                  </a:extLst>
                </a:gridCol>
              </a:tblGrid>
              <a:tr h="482748">
                <a:tc>
                  <a:txBody>
                    <a:bodyPr/>
                    <a:lstStyle/>
                    <a:p>
                      <a:r>
                        <a:rPr lang="en-US" dirty="0"/>
                        <a:t>Instance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Known For: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496140"/>
                  </a:ext>
                </a:extLst>
              </a:tr>
              <a:tr h="482748"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Balanced workloads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252332"/>
                  </a:ext>
                </a:extLst>
              </a:tr>
              <a:tr h="482748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CPU-bound workloads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131569"/>
                  </a:ext>
                </a:extLst>
              </a:tr>
              <a:tr h="482748">
                <a:tc>
                  <a:txBody>
                    <a:bodyPr/>
                    <a:lstStyle/>
                    <a:p>
                      <a:r>
                        <a:rPr lang="en-US" dirty="0"/>
                        <a:t>R/X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Memory-bound workloads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64108"/>
                  </a:ext>
                </a:extLst>
              </a:tr>
              <a:tr h="482748"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Storage-bound, (high IOPs) workloads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964587"/>
                  </a:ext>
                </a:extLst>
              </a:tr>
              <a:tr h="482748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Storage-throughput needs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23192"/>
                  </a:ext>
                </a:extLst>
              </a:tr>
              <a:tr h="482748"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GHz workloads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936410"/>
                  </a:ext>
                </a:extLst>
              </a:tr>
              <a:tr h="482748">
                <a:tc>
                  <a:txBody>
                    <a:bodyPr/>
                    <a:lstStyle/>
                    <a:p>
                      <a:r>
                        <a:rPr lang="en-US" dirty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Cost-optimized and Postgres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791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3502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AWS Storage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22BB50-2B67-9237-DBA7-B3A7489103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0124485"/>
              </p:ext>
            </p:extLst>
          </p:nvPr>
        </p:nvGraphicFramePr>
        <p:xfrm>
          <a:off x="584200" y="1825625"/>
          <a:ext cx="10515600" cy="4215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2F22B-15E1-6DE3-9773-FF0D63C11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600" dirty="0"/>
              <a:t>EBS (Elastic Block Store)</a:t>
            </a:r>
          </a:p>
          <a:p>
            <a:pPr lvl="1">
              <a:lnSpc>
                <a:spcPct val="120000"/>
              </a:lnSpc>
            </a:pPr>
            <a:r>
              <a:rPr lang="en-US" sz="1600" dirty="0"/>
              <a:t>Common for SQL Server and Postgres data files, logs and backups.</a:t>
            </a:r>
          </a:p>
          <a:p>
            <a:pPr lvl="1">
              <a:lnSpc>
                <a:spcPct val="120000"/>
              </a:lnSpc>
            </a:pPr>
            <a:r>
              <a:rPr lang="en-US" sz="1600" dirty="0"/>
              <a:t>Gp3 SSD: balanced and adjustable IOPS.</a:t>
            </a:r>
          </a:p>
          <a:p>
            <a:pPr lvl="1">
              <a:lnSpc>
                <a:spcPct val="120000"/>
              </a:lnSpc>
            </a:pPr>
            <a:r>
              <a:rPr lang="en-US" sz="1600" dirty="0"/>
              <a:t>Io2/io2 Block Express: high-endurance, very high IOPS/throughput.</a:t>
            </a:r>
          </a:p>
          <a:p>
            <a:pPr lvl="1">
              <a:lnSpc>
                <a:spcPct val="120000"/>
              </a:lnSpc>
            </a:pPr>
            <a:r>
              <a:rPr lang="en-US" sz="1600" dirty="0"/>
              <a:t>St1/</a:t>
            </a:r>
            <a:r>
              <a:rPr lang="en-US" sz="1600" dirty="0" err="1"/>
              <a:t>sc1</a:t>
            </a:r>
            <a:r>
              <a:rPr lang="en-US" sz="1600" dirty="0"/>
              <a:t>: HDD, only for archival/logging, not OLTP though.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Instance Store (local NVMe)</a:t>
            </a:r>
          </a:p>
          <a:p>
            <a:pPr lvl="1">
              <a:lnSpc>
                <a:spcPct val="120000"/>
              </a:lnSpc>
            </a:pPr>
            <a:r>
              <a:rPr lang="en-US" sz="1600" dirty="0"/>
              <a:t>Blazing fast, but remember-  ephemeral!  Best for Postgres WAL, SQL Server TempDB, Oracle temp </a:t>
            </a:r>
            <a:r>
              <a:rPr lang="en-US" sz="1600" dirty="0" err="1"/>
              <a:t>tablespace</a:t>
            </a:r>
            <a:r>
              <a:rPr lang="en-US" sz="1600" dirty="0"/>
              <a:t>, etc.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BB6A9-D92C-9955-D5B9-B8703A795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Storage</a:t>
            </a:r>
          </a:p>
        </p:txBody>
      </p:sp>
      <p:pic>
        <p:nvPicPr>
          <p:cNvPr id="19" name="Picture 18" descr="Illuminated server room panel">
            <a:extLst>
              <a:ext uri="{FF2B5EF4-FFF2-40B4-BE49-F238E27FC236}">
                <a16:creationId xmlns:a16="http://schemas.microsoft.com/office/drawing/2014/main" id="{26C96611-E3F4-8DF1-432E-C0142D7F54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16" r="28940" b="-1"/>
          <a:stretch>
            <a:fillRect/>
          </a:stretch>
        </p:blipFill>
        <p:spPr>
          <a:xfrm>
            <a:off x="8004511" y="1361904"/>
            <a:ext cx="2868931" cy="3811464"/>
          </a:xfrm>
          <a:custGeom>
            <a:avLst/>
            <a:gdLst>
              <a:gd name="connsiteX0" fmla="*/ 1637650 w 3275301"/>
              <a:gd name="connsiteY0" fmla="*/ 0 h 4351339"/>
              <a:gd name="connsiteX1" fmla="*/ 3258526 w 3275301"/>
              <a:gd name="connsiteY1" fmla="*/ 351841 h 4351339"/>
              <a:gd name="connsiteX2" fmla="*/ 3275301 w 3275301"/>
              <a:gd name="connsiteY2" fmla="*/ 363113 h 4351339"/>
              <a:gd name="connsiteX3" fmla="*/ 3275301 w 3275301"/>
              <a:gd name="connsiteY3" fmla="*/ 1232932 h 4351339"/>
              <a:gd name="connsiteX4" fmla="*/ 3270751 w 3275301"/>
              <a:gd name="connsiteY4" fmla="*/ 1235989 h 4351339"/>
              <a:gd name="connsiteX5" fmla="*/ 3270751 w 3275301"/>
              <a:gd name="connsiteY5" fmla="*/ 3115351 h 4351339"/>
              <a:gd name="connsiteX6" fmla="*/ 3275301 w 3275301"/>
              <a:gd name="connsiteY6" fmla="*/ 3118409 h 4351339"/>
              <a:gd name="connsiteX7" fmla="*/ 3275301 w 3275301"/>
              <a:gd name="connsiteY7" fmla="*/ 3988226 h 4351339"/>
              <a:gd name="connsiteX8" fmla="*/ 3258526 w 3275301"/>
              <a:gd name="connsiteY8" fmla="*/ 3999499 h 4351339"/>
              <a:gd name="connsiteX9" fmla="*/ 1637650 w 3275301"/>
              <a:gd name="connsiteY9" fmla="*/ 4351339 h 4351339"/>
              <a:gd name="connsiteX10" fmla="*/ 16774 w 3275301"/>
              <a:gd name="connsiteY10" fmla="*/ 3999499 h 4351339"/>
              <a:gd name="connsiteX11" fmla="*/ 0 w 3275301"/>
              <a:gd name="connsiteY11" fmla="*/ 3988227 h 4351339"/>
              <a:gd name="connsiteX12" fmla="*/ 0 w 3275301"/>
              <a:gd name="connsiteY12" fmla="*/ 3118408 h 4351339"/>
              <a:gd name="connsiteX13" fmla="*/ 4547 w 3275301"/>
              <a:gd name="connsiteY13" fmla="*/ 3115352 h 4351339"/>
              <a:gd name="connsiteX14" fmla="*/ 4547 w 3275301"/>
              <a:gd name="connsiteY14" fmla="*/ 1235987 h 4351339"/>
              <a:gd name="connsiteX15" fmla="*/ 0 w 3275301"/>
              <a:gd name="connsiteY15" fmla="*/ 1232932 h 4351339"/>
              <a:gd name="connsiteX16" fmla="*/ 0 w 3275301"/>
              <a:gd name="connsiteY16" fmla="*/ 363113 h 4351339"/>
              <a:gd name="connsiteX17" fmla="*/ 16774 w 3275301"/>
              <a:gd name="connsiteY17" fmla="*/ 351841 h 4351339"/>
              <a:gd name="connsiteX18" fmla="*/ 1637650 w 3275301"/>
              <a:gd name="connsiteY18" fmla="*/ 0 h 435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275301" h="4351339">
                <a:moveTo>
                  <a:pt x="1637650" y="0"/>
                </a:moveTo>
                <a:cubicBezTo>
                  <a:pt x="2312373" y="0"/>
                  <a:pt x="2907251" y="139565"/>
                  <a:pt x="3258526" y="351841"/>
                </a:cubicBezTo>
                <a:lnTo>
                  <a:pt x="3275301" y="363113"/>
                </a:lnTo>
                <a:lnTo>
                  <a:pt x="3275301" y="1232932"/>
                </a:lnTo>
                <a:lnTo>
                  <a:pt x="3270751" y="1235989"/>
                </a:lnTo>
                <a:lnTo>
                  <a:pt x="3270751" y="3115351"/>
                </a:lnTo>
                <a:lnTo>
                  <a:pt x="3275301" y="3118409"/>
                </a:lnTo>
                <a:lnTo>
                  <a:pt x="3275301" y="3988226"/>
                </a:lnTo>
                <a:lnTo>
                  <a:pt x="3258526" y="3999499"/>
                </a:lnTo>
                <a:cubicBezTo>
                  <a:pt x="2907251" y="4211774"/>
                  <a:pt x="2312373" y="4351339"/>
                  <a:pt x="1637650" y="4351339"/>
                </a:cubicBezTo>
                <a:cubicBezTo>
                  <a:pt x="962927" y="4351339"/>
                  <a:pt x="368049" y="4211774"/>
                  <a:pt x="16774" y="3999499"/>
                </a:cubicBezTo>
                <a:lnTo>
                  <a:pt x="0" y="3988227"/>
                </a:lnTo>
                <a:lnTo>
                  <a:pt x="0" y="3118408"/>
                </a:lnTo>
                <a:lnTo>
                  <a:pt x="4547" y="3115352"/>
                </a:lnTo>
                <a:lnTo>
                  <a:pt x="4547" y="1235987"/>
                </a:lnTo>
                <a:lnTo>
                  <a:pt x="0" y="1232932"/>
                </a:lnTo>
                <a:lnTo>
                  <a:pt x="0" y="363113"/>
                </a:lnTo>
                <a:lnTo>
                  <a:pt x="16774" y="351841"/>
                </a:lnTo>
                <a:cubicBezTo>
                  <a:pt x="368049" y="139565"/>
                  <a:pt x="962927" y="0"/>
                  <a:pt x="1637650" y="0"/>
                </a:cubicBezTo>
                <a:close/>
              </a:path>
            </a:pathLst>
          </a:cu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03488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479D2-DAC4-7501-94F5-AE1874DB4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Practical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0A27F0-D424-8121-7E78-A64960E08C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5907528"/>
              </p:ext>
            </p:extLst>
          </p:nvPr>
        </p:nvGraphicFramePr>
        <p:xfrm>
          <a:off x="584200" y="1825625"/>
          <a:ext cx="10515600" cy="41615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7293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693026-3764-A0E1-C637-C19FED5ED93A}"/>
              </a:ext>
            </a:extLst>
          </p:cNvPr>
          <p:cNvSpPr txBox="1"/>
          <p:nvPr/>
        </p:nvSpPr>
        <p:spPr bwMode="auto">
          <a:xfrm>
            <a:off x="831850" y="1709738"/>
            <a:ext cx="10515600" cy="28527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6000" b="0" i="0" kern="1200">
                <a:latin typeface="+mj-lt"/>
                <a:ea typeface="+mj-ea"/>
                <a:cs typeface="+mj-cs"/>
              </a:rPr>
              <a:t>Azure</a:t>
            </a:r>
          </a:p>
        </p:txBody>
      </p:sp>
    </p:spTree>
    <p:extLst>
      <p:ext uri="{BB962C8B-B14F-4D97-AF65-F5344CB8AC3E}">
        <p14:creationId xmlns:p14="http://schemas.microsoft.com/office/powerpoint/2010/main" val="920534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Azure Compute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AF27C4-7A83-BAD8-23AE-3C2AEF4A7D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0143963"/>
              </p:ext>
            </p:extLst>
          </p:nvPr>
        </p:nvGraphicFramePr>
        <p:xfrm>
          <a:off x="584200" y="1825625"/>
          <a:ext cx="10515600" cy="41615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9066D-B0B9-6D82-ACD0-9C7CDD263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Azure VM Families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5C18FC-0204-A7FA-FFB9-C279CAAFB8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7469832"/>
              </p:ext>
            </p:extLst>
          </p:nvPr>
        </p:nvGraphicFramePr>
        <p:xfrm>
          <a:off x="584200" y="1825625"/>
          <a:ext cx="10515600" cy="4179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5881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17EF20-AB62-A6B2-065E-704318E452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8495134"/>
              </p:ext>
            </p:extLst>
          </p:nvPr>
        </p:nvGraphicFramePr>
        <p:xfrm>
          <a:off x="584200" y="1825625"/>
          <a:ext cx="62833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30E0ADA-DABD-8A03-5014-67EBEDCD5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Memory Optimized VM Family</a:t>
            </a:r>
          </a:p>
        </p:txBody>
      </p:sp>
      <p:pic>
        <p:nvPicPr>
          <p:cNvPr id="13" name="Picture Placeholder 12" descr="Natural gas fired electrical power plant">
            <a:extLst>
              <a:ext uri="{FF2B5EF4-FFF2-40B4-BE49-F238E27FC236}">
                <a16:creationId xmlns:a16="http://schemas.microsoft.com/office/drawing/2014/main" id="{64B50AC2-4B93-164A-1A1F-F80563805D3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19" r="2491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95010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1577E-9E18-0326-7536-BF2D75528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A801EB-4658-A274-9B42-6DFBBE3586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9534682"/>
              </p:ext>
            </p:extLst>
          </p:nvPr>
        </p:nvGraphicFramePr>
        <p:xfrm>
          <a:off x="681038" y="2208944"/>
          <a:ext cx="9613900" cy="2974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6950">
                  <a:extLst>
                    <a:ext uri="{9D8B030D-6E8A-4147-A177-3AD203B41FA5}">
                      <a16:colId xmlns:a16="http://schemas.microsoft.com/office/drawing/2014/main" val="3531017487"/>
                    </a:ext>
                  </a:extLst>
                </a:gridCol>
                <a:gridCol w="4806950">
                  <a:extLst>
                    <a:ext uri="{9D8B030D-6E8A-4147-A177-3AD203B41FA5}">
                      <a16:colId xmlns:a16="http://schemas.microsoft.com/office/drawing/2014/main" val="256210159"/>
                    </a:ext>
                  </a:extLst>
                </a:gridCol>
              </a:tblGrid>
              <a:tr h="519437">
                <a:tc>
                  <a:txBody>
                    <a:bodyPr/>
                    <a:lstStyle/>
                    <a:p>
                      <a:r>
                        <a:rPr lang="en-US" sz="2000" dirty="0"/>
                        <a:t>VM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022020"/>
                  </a:ext>
                </a:extLst>
              </a:tr>
              <a:tr h="519437">
                <a:tc>
                  <a:txBody>
                    <a:bodyPr/>
                    <a:lstStyle/>
                    <a:p>
                      <a:r>
                        <a:rPr lang="en-US" sz="2000" dirty="0"/>
                        <a:t>D, Smaller E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General OLTP Dev/Test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734781"/>
                  </a:ext>
                </a:extLst>
              </a:tr>
              <a:tr h="519437">
                <a:tc>
                  <a:txBody>
                    <a:bodyPr/>
                    <a:lstStyle/>
                    <a:p>
                      <a:r>
                        <a:rPr lang="en-US" sz="2000" dirty="0"/>
                        <a:t>Esv5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Enterprise, Heavy OLTP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961491"/>
                  </a:ext>
                </a:extLst>
              </a:tr>
              <a:tr h="519437">
                <a:tc>
                  <a:txBody>
                    <a:bodyPr/>
                    <a:lstStyle/>
                    <a:p>
                      <a:r>
                        <a:rPr lang="en-US" sz="2000" dirty="0"/>
                        <a:t>M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Data Warehouse/BI Workloads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260113"/>
                  </a:ext>
                </a:extLst>
              </a:tr>
              <a:tr h="896562">
                <a:tc>
                  <a:txBody>
                    <a:bodyPr/>
                    <a:lstStyle/>
                    <a:p>
                      <a:r>
                        <a:rPr lang="en-US" sz="2000" dirty="0"/>
                        <a:t>L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Some Analytics Workloads, but storage is ephemeral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728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7733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Azure Storage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F56DE0-5C5E-E21E-F46D-1DC1E0B80F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1183170"/>
              </p:ext>
            </p:extLst>
          </p:nvPr>
        </p:nvGraphicFramePr>
        <p:xfrm>
          <a:off x="584200" y="1825625"/>
          <a:ext cx="10515600" cy="40345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605F6-F691-E688-A416-4BA42A904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Storage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D37142-33C4-3138-4CA0-57D46A4321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589120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1768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D89C2-B12C-AB72-4309-60560AF9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 dirty="0"/>
              <a:t>Not for Database Workloads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056E55-D070-64C5-12E2-763B5D20B0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2467210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0012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56F05-07F8-5780-D6C4-FA86C3705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Only Limited by the NIC, not the VM Attached Storage Limit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Traditionally much higher IOPs and throughput.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Azure NetApp Files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Silk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Elastic SAN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Pure Storage for Cloud</a:t>
            </a:r>
          </a:p>
          <a:p>
            <a:pPr>
              <a:lnSpc>
                <a:spcPct val="120000"/>
              </a:lnSpc>
            </a:pPr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F7B1F-138C-9173-3FA8-B9BDED413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Network Attached Storage</a:t>
            </a:r>
            <a:endParaRPr lang="en-US" dirty="0"/>
          </a:p>
        </p:txBody>
      </p:sp>
      <p:pic>
        <p:nvPicPr>
          <p:cNvPr id="5" name="Picture Placeholder 4" descr="Close-up of a server network panel with lights and cables">
            <a:extLst>
              <a:ext uri="{FF2B5EF4-FFF2-40B4-BE49-F238E27FC236}">
                <a16:creationId xmlns:a16="http://schemas.microsoft.com/office/drawing/2014/main" id="{048DEEB6-14B9-D5F7-5AC6-C5491358DFE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19" r="2491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8023369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A58FD-5979-0F8C-E07A-A9E49461F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Recommended Storage Practices</a:t>
            </a:r>
            <a:endParaRPr lang="en-US" dirty="0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7BD0D696-43B5-CF14-03C2-C4F85FB2F4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4722516"/>
              </p:ext>
            </p:extLst>
          </p:nvPr>
        </p:nvGraphicFramePr>
        <p:xfrm>
          <a:off x="584200" y="1825625"/>
          <a:ext cx="10515600" cy="41436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49921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96D25-2139-DD2E-8831-21191DAEF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189090-5F31-C33A-3A58-AF68A81017A0}"/>
              </a:ext>
            </a:extLst>
          </p:cNvPr>
          <p:cNvSpPr txBox="1"/>
          <p:nvPr/>
        </p:nvSpPr>
        <p:spPr bwMode="auto">
          <a:xfrm>
            <a:off x="831850" y="1709738"/>
            <a:ext cx="10515600" cy="28527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6000" b="0" i="0" kern="1200">
                <a:latin typeface="+mj-lt"/>
                <a:ea typeface="+mj-ea"/>
                <a:cs typeface="+mj-cs"/>
              </a:rPr>
              <a:t>Google Cloud</a:t>
            </a:r>
          </a:p>
        </p:txBody>
      </p:sp>
    </p:spTree>
    <p:extLst>
      <p:ext uri="{BB962C8B-B14F-4D97-AF65-F5344CB8AC3E}">
        <p14:creationId xmlns:p14="http://schemas.microsoft.com/office/powerpoint/2010/main" val="3339007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Google Cloud Compute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9F8F07-826A-80EB-8578-4372835890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7184948"/>
              </p:ext>
            </p:extLst>
          </p:nvPr>
        </p:nvGraphicFramePr>
        <p:xfrm>
          <a:off x="584200" y="1825625"/>
          <a:ext cx="10515600" cy="4164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E670C-D279-EC0A-2F89-31C5AA46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Cloud Compute Instance Family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77AB5-A0AA-47D2-8C91-921142A1E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 Purpose (N2, N2D, E2 C3) Standard</a:t>
            </a:r>
          </a:p>
          <a:p>
            <a:pPr lvl="1"/>
            <a:r>
              <a:rPr lang="en-US" dirty="0"/>
              <a:t>N2 is Intel(Cascade/Ice Lake) Good for OLTP and mid-size Postgres</a:t>
            </a:r>
          </a:p>
          <a:p>
            <a:pPr lvl="1"/>
            <a:r>
              <a:rPr lang="en-US" dirty="0"/>
              <a:t>N2D is AMD EPYC, more cost effective, (about 20% cheaper per core) Great for Postgres dev/prod where licensing isn’t core-bound.</a:t>
            </a:r>
          </a:p>
          <a:p>
            <a:pPr lvl="1"/>
            <a:r>
              <a:rPr lang="en-US" dirty="0"/>
              <a:t>E2 is a great budget option and has lower performance consistency.  Good for dev/test.</a:t>
            </a:r>
          </a:p>
          <a:p>
            <a:pPr lvl="1"/>
            <a:r>
              <a:rPr lang="en-US" dirty="0"/>
              <a:t>C3 Standard:  Latest generation with Intel Sapphire Rapids chip.  Balance but with newer networking and storage bandwidth.</a:t>
            </a:r>
          </a:p>
        </p:txBody>
      </p:sp>
    </p:spTree>
    <p:extLst>
      <p:ext uri="{BB962C8B-B14F-4D97-AF65-F5344CB8AC3E}">
        <p14:creationId xmlns:p14="http://schemas.microsoft.com/office/powerpoint/2010/main" val="13352909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ABC5B-0358-7B40-EDCA-BCF238C3D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Compute-Optimized (C2, C3)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7B468D-E71D-D729-BC74-750ED4F4AD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7822941"/>
              </p:ext>
            </p:extLst>
          </p:nvPr>
        </p:nvGraphicFramePr>
        <p:xfrm>
          <a:off x="584200" y="1825625"/>
          <a:ext cx="10515600" cy="42053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58985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006D6-67BD-984B-D80E-72F0913FB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Memory-Optimized (M1, M2, M3)	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4B4CC6-F7B6-5DDC-C2F9-2A30189E95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8122960"/>
              </p:ext>
            </p:extLst>
          </p:nvPr>
        </p:nvGraphicFramePr>
        <p:xfrm>
          <a:off x="584200" y="1825625"/>
          <a:ext cx="10515600" cy="41333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Graphic 2" descr="Brain with solid fill">
            <a:extLst>
              <a:ext uri="{FF2B5EF4-FFF2-40B4-BE49-F238E27FC236}">
                <a16:creationId xmlns:a16="http://schemas.microsoft.com/office/drawing/2014/main" id="{E3257716-71AC-8720-DA0C-DC2779208A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732691" y="7300299"/>
            <a:ext cx="346249" cy="34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0818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4D8DC-5F68-D1D9-F8D0-7B245AF90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Specialty VMs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8F0381-6A57-4192-D7E8-591A09DD58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5128417"/>
              </p:ext>
            </p:extLst>
          </p:nvPr>
        </p:nvGraphicFramePr>
        <p:xfrm>
          <a:off x="584200" y="1825625"/>
          <a:ext cx="10515600" cy="41539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70534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4158B-9133-5A03-C0ED-D9329A78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62A5A0-6D22-51D2-F6B7-2D94D931480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1038" y="2336800"/>
          <a:ext cx="96139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6950">
                  <a:extLst>
                    <a:ext uri="{9D8B030D-6E8A-4147-A177-3AD203B41FA5}">
                      <a16:colId xmlns:a16="http://schemas.microsoft.com/office/drawing/2014/main" val="453491255"/>
                    </a:ext>
                  </a:extLst>
                </a:gridCol>
                <a:gridCol w="4806950">
                  <a:extLst>
                    <a:ext uri="{9D8B030D-6E8A-4147-A177-3AD203B41FA5}">
                      <a16:colId xmlns:a16="http://schemas.microsoft.com/office/drawing/2014/main" val="4022829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VM Instance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722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N2/N2D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Small- medium OLTP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455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M2/M3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Enterprise OLTP medium- large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809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Licensing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Sole-tenant nodes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714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Extreme OLTP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027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M-series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Analytics or Time-series workloads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507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E2 with pd-standard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Cost-sensitive dev/test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640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74844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Google Cloud Storage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4A1FCE-0BB7-33DA-64B8-7C0C6EF008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1202841"/>
              </p:ext>
            </p:extLst>
          </p:nvPr>
        </p:nvGraphicFramePr>
        <p:xfrm>
          <a:off x="584200" y="1825625"/>
          <a:ext cx="10515600" cy="41744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8B28F-67CC-3931-81E4-E6F87EC38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Persistent Disks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0CD1EC-0580-FCD8-DA79-1F141EFEC9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223310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70115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4FDE5BD-E4A7-C36F-5FCB-B4A3A7357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100"/>
              <a:t>Attached physically to VM host.</a:t>
            </a:r>
          </a:p>
          <a:p>
            <a:pPr>
              <a:lnSpc>
                <a:spcPct val="120000"/>
              </a:lnSpc>
            </a:pPr>
            <a:r>
              <a:rPr lang="en-US" sz="2100"/>
              <a:t>Ultra-low latency, high IOPS (~2M per VM)</a:t>
            </a:r>
          </a:p>
          <a:p>
            <a:pPr>
              <a:lnSpc>
                <a:spcPct val="120000"/>
              </a:lnSpc>
            </a:pPr>
            <a:r>
              <a:rPr lang="en-US" sz="2100"/>
              <a:t>Data is EPHEMERAL, secondary storage solution is important.</a:t>
            </a:r>
          </a:p>
          <a:p>
            <a:pPr>
              <a:lnSpc>
                <a:spcPct val="120000"/>
              </a:lnSpc>
            </a:pPr>
            <a:r>
              <a:rPr lang="en-US" sz="2100"/>
              <a:t>Great for:</a:t>
            </a:r>
          </a:p>
          <a:p>
            <a:pPr lvl="1">
              <a:lnSpc>
                <a:spcPct val="120000"/>
              </a:lnSpc>
            </a:pPr>
            <a:r>
              <a:rPr lang="en-US" sz="2100"/>
              <a:t>SQL Server TempDB</a:t>
            </a:r>
          </a:p>
          <a:p>
            <a:pPr lvl="1">
              <a:lnSpc>
                <a:spcPct val="120000"/>
              </a:lnSpc>
            </a:pPr>
            <a:r>
              <a:rPr lang="en-US" sz="2100"/>
              <a:t>Oracle Temp Tablespace</a:t>
            </a:r>
          </a:p>
          <a:p>
            <a:pPr lvl="1">
              <a:lnSpc>
                <a:spcPct val="120000"/>
              </a:lnSpc>
            </a:pPr>
            <a:r>
              <a:rPr lang="en-US" sz="2100"/>
              <a:t>Postgres WAL logs or temp space.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BCA984-D8ED-AE86-6B9C-6F976C90D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Local SSD</a:t>
            </a:r>
          </a:p>
        </p:txBody>
      </p:sp>
      <p:pic>
        <p:nvPicPr>
          <p:cNvPr id="6" name="Picture Placeholder 5" descr="Interior of warehouse">
            <a:extLst>
              <a:ext uri="{FF2B5EF4-FFF2-40B4-BE49-F238E27FC236}">
                <a16:creationId xmlns:a16="http://schemas.microsoft.com/office/drawing/2014/main" id="{3BFC63EE-1B97-3CC2-A703-1358469AE35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78" r="2337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58412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64A28-58A0-AEAC-73AB-B792771D7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Filestore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77238D-DDE8-A48A-4DA8-21C56F2048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9936210"/>
              </p:ext>
            </p:extLst>
          </p:nvPr>
        </p:nvGraphicFramePr>
        <p:xfrm>
          <a:off x="584200" y="1825625"/>
          <a:ext cx="10515600" cy="4123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99421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772E2-9062-6830-1216-B2E503261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900"/>
              <a:t>Yes, it’s a thing in GCP, too!</a:t>
            </a:r>
          </a:p>
          <a:p>
            <a:pPr>
              <a:lnSpc>
                <a:spcPct val="120000"/>
              </a:lnSpc>
            </a:pPr>
            <a:r>
              <a:rPr lang="en-US" sz="2900"/>
              <a:t>Only limited by the NIC, not the VM attached storage limit.</a:t>
            </a:r>
          </a:p>
          <a:p>
            <a:pPr>
              <a:lnSpc>
                <a:spcPct val="120000"/>
              </a:lnSpc>
            </a:pPr>
            <a:r>
              <a:rPr lang="en-US" sz="2900"/>
              <a:t>Numerous Solutions</a:t>
            </a:r>
          </a:p>
          <a:p>
            <a:pPr lvl="1">
              <a:lnSpc>
                <a:spcPct val="120000"/>
              </a:lnSpc>
            </a:pPr>
            <a:r>
              <a:rPr lang="en-US" sz="2900"/>
              <a:t>Google NetApp Files</a:t>
            </a:r>
          </a:p>
          <a:p>
            <a:pPr lvl="1">
              <a:lnSpc>
                <a:spcPct val="120000"/>
              </a:lnSpc>
            </a:pPr>
            <a:r>
              <a:rPr lang="en-US" sz="2900"/>
              <a:t>Silk</a:t>
            </a:r>
          </a:p>
          <a:p>
            <a:pPr lvl="1">
              <a:lnSpc>
                <a:spcPct val="120000"/>
              </a:lnSpc>
            </a:pPr>
            <a:r>
              <a:rPr lang="en-US" sz="2900"/>
              <a:t>Pure Storage</a:t>
            </a:r>
          </a:p>
          <a:p>
            <a:pPr>
              <a:lnSpc>
                <a:spcPct val="120000"/>
              </a:lnSpc>
            </a:pPr>
            <a:endParaRPr lang="en-US" sz="29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85707-1818-119C-A306-B0B579DF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Network Attached Storage</a:t>
            </a:r>
          </a:p>
        </p:txBody>
      </p:sp>
      <p:pic>
        <p:nvPicPr>
          <p:cNvPr id="6" name="Picture Placeholder 5" descr="Interior of warehouse">
            <a:extLst>
              <a:ext uri="{FF2B5EF4-FFF2-40B4-BE49-F238E27FC236}">
                <a16:creationId xmlns:a16="http://schemas.microsoft.com/office/drawing/2014/main" id="{898FA1D8-EFE8-9948-34FE-B3202DAB213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68" r="2486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0459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FAB3B-E683-A8E9-0693-C5FED59E2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 dirty="0"/>
              <a:t>Recommended Practices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DDCDF4-F9E0-620A-B382-14C55C9AEB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3629168"/>
              </p:ext>
            </p:extLst>
          </p:nvPr>
        </p:nvGraphicFramePr>
        <p:xfrm>
          <a:off x="680679" y="203885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12285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F92AC-BC12-B3E0-C1AE-9C4912FC4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 dirty="0"/>
              <a:t>AWS vs. Azure vs. GCP Recap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76BACC-87B3-EA15-449F-75BCC3FD54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6358873"/>
              </p:ext>
            </p:extLst>
          </p:nvPr>
        </p:nvGraphicFramePr>
        <p:xfrm>
          <a:off x="452328" y="1693389"/>
          <a:ext cx="10745375" cy="425639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55747">
                  <a:extLst>
                    <a:ext uri="{9D8B030D-6E8A-4147-A177-3AD203B41FA5}">
                      <a16:colId xmlns:a16="http://schemas.microsoft.com/office/drawing/2014/main" val="3689637082"/>
                    </a:ext>
                  </a:extLst>
                </a:gridCol>
                <a:gridCol w="2655747">
                  <a:extLst>
                    <a:ext uri="{9D8B030D-6E8A-4147-A177-3AD203B41FA5}">
                      <a16:colId xmlns:a16="http://schemas.microsoft.com/office/drawing/2014/main" val="131384957"/>
                    </a:ext>
                  </a:extLst>
                </a:gridCol>
                <a:gridCol w="2689494">
                  <a:extLst>
                    <a:ext uri="{9D8B030D-6E8A-4147-A177-3AD203B41FA5}">
                      <a16:colId xmlns:a16="http://schemas.microsoft.com/office/drawing/2014/main" val="3729345686"/>
                    </a:ext>
                  </a:extLst>
                </a:gridCol>
                <a:gridCol w="2744387">
                  <a:extLst>
                    <a:ext uri="{9D8B030D-6E8A-4147-A177-3AD203B41FA5}">
                      <a16:colId xmlns:a16="http://schemas.microsoft.com/office/drawing/2014/main" val="2949499861"/>
                    </a:ext>
                  </a:extLst>
                </a:gridCol>
              </a:tblGrid>
              <a:tr h="393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Workload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AWS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Azure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GCP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630547"/>
                  </a:ext>
                </a:extLst>
              </a:tr>
              <a:tr h="393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Balanced OLTP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M6i/M7i + gp3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Dv5/Dsv5 + Premium SSD v2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N2/N2D + pd-balanced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176784"/>
                  </a:ext>
                </a:extLst>
              </a:tr>
              <a:tr h="393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CPU-bound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C6i/C7i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Fsv2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C2/C3 High-CPU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00829"/>
                  </a:ext>
                </a:extLst>
              </a:tr>
              <a:tr h="393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Memory-heavy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R6i/X2idn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Ev5/M-series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M2/M3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589516"/>
                  </a:ext>
                </a:extLst>
              </a:tr>
              <a:tr h="393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Storage-heavy (tempdb/WAL)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I4i (NVMe)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Lsv3 (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NVMe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Local SSD(NVMe)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14888"/>
                  </a:ext>
                </a:extLst>
              </a:tr>
              <a:tr h="393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Extreme IOPS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io2 Block Express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Network Attached Storage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pd-extreme or Network Attached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266380"/>
                  </a:ext>
                </a:extLst>
              </a:tr>
              <a:tr h="5886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Cost-optimized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Graviton (R7g/M7g)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Dasv5 (AMD)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T2D (AMD), T2A (ARM for Postgres only)</a:t>
                      </a:r>
                    </a:p>
                  </a:txBody>
                  <a:tcPr marL="170175" marR="88491" marT="88491" marB="884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alpha val="3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589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99316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26357A-3892-AB8E-7C92-F00C2EF754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9058712"/>
              </p:ext>
            </p:extLst>
          </p:nvPr>
        </p:nvGraphicFramePr>
        <p:xfrm>
          <a:off x="5143500" y="1825625"/>
          <a:ext cx="62103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t>Networking Fundamentals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US" sz="4400"/>
              <a:t>AWS Networking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3CF8A9-4375-287A-9A51-5812FCA1A5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37509" y="777860"/>
          <a:ext cx="5955658" cy="538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US" sz="4400"/>
              <a:t>Azure Networking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CBD390-3ED8-3767-B005-C240F79D81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34148"/>
              </p:ext>
            </p:extLst>
          </p:nvPr>
        </p:nvGraphicFramePr>
        <p:xfrm>
          <a:off x="5437509" y="777860"/>
          <a:ext cx="5955658" cy="538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34445A-8D81-26BF-5670-7D80168B5C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9600564"/>
              </p:ext>
            </p:extLst>
          </p:nvPr>
        </p:nvGraphicFramePr>
        <p:xfrm>
          <a:off x="584200" y="1825625"/>
          <a:ext cx="62833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Google Cloud Networking</a:t>
            </a:r>
          </a:p>
        </p:txBody>
      </p:sp>
      <p:pic>
        <p:nvPicPr>
          <p:cNvPr id="4" name="Picture Placeholder 3" descr="Connecting lines and dots illustration">
            <a:extLst>
              <a:ext uri="{FF2B5EF4-FFF2-40B4-BE49-F238E27FC236}">
                <a16:creationId xmlns:a16="http://schemas.microsoft.com/office/drawing/2014/main" id="{6DE5242E-BEC1-6CBF-9DE3-C8AD40B6B6B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32" r="27432"/>
          <a:stretch>
            <a:fillRect/>
          </a:stretch>
        </p:blipFill>
        <p:spPr/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96290C-A245-40BE-54DA-5762B4331D59}"/>
              </a:ext>
            </a:extLst>
          </p:cNvPr>
          <p:cNvSpPr txBox="1"/>
          <p:nvPr/>
        </p:nvSpPr>
        <p:spPr bwMode="auto">
          <a:xfrm>
            <a:off x="831850" y="1709738"/>
            <a:ext cx="10515600" cy="28527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6000" b="0" kern="1200">
                <a:latin typeface="+mj-lt"/>
                <a:ea typeface="+mj-ea"/>
                <a:cs typeface="+mj-cs"/>
              </a:rPr>
              <a:t>Data</a:t>
            </a:r>
            <a:r>
              <a:rPr lang="en-US" sz="6000" b="0" i="0" kern="1200">
                <a:latin typeface="+mj-lt"/>
                <a:ea typeface="+mj-ea"/>
                <a:cs typeface="+mj-cs"/>
              </a:rPr>
              <a:t> Services</a:t>
            </a:r>
          </a:p>
        </p:txBody>
      </p:sp>
    </p:spTree>
    <p:extLst>
      <p:ext uri="{BB962C8B-B14F-4D97-AF65-F5344CB8AC3E}">
        <p14:creationId xmlns:p14="http://schemas.microsoft.com/office/powerpoint/2010/main" val="27509273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96290C-A245-40BE-54DA-5762B4331D59}"/>
              </a:ext>
            </a:extLst>
          </p:cNvPr>
          <p:cNvSpPr txBox="1"/>
          <p:nvPr/>
        </p:nvSpPr>
        <p:spPr bwMode="auto">
          <a:xfrm>
            <a:off x="831850" y="1709738"/>
            <a:ext cx="10515600" cy="2852737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6000" b="0" i="0" kern="1200">
                <a:latin typeface="+mj-lt"/>
                <a:ea typeface="+mj-ea"/>
                <a:cs typeface="+mj-cs"/>
              </a:rPr>
              <a:t>AWS Cloud Services</a:t>
            </a:r>
          </a:p>
        </p:txBody>
      </p:sp>
    </p:spTree>
    <p:extLst>
      <p:ext uri="{BB962C8B-B14F-4D97-AF65-F5344CB8AC3E}">
        <p14:creationId xmlns:p14="http://schemas.microsoft.com/office/powerpoint/2010/main" val="20243972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B2B08397-D78C-52E7-4128-A7EEBEE76C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3357752"/>
              </p:ext>
            </p:extLst>
          </p:nvPr>
        </p:nvGraphicFramePr>
        <p:xfrm>
          <a:off x="5143500" y="1163638"/>
          <a:ext cx="6210300" cy="4660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D4C8F219-56CC-6EDA-404C-5BD9EC5E8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Data Services</a:t>
            </a:r>
          </a:p>
        </p:txBody>
      </p:sp>
      <p:pic>
        <p:nvPicPr>
          <p:cNvPr id="4" name="Picture Placeholder 3" descr="Hand and arrows pointing up">
            <a:extLst>
              <a:ext uri="{FF2B5EF4-FFF2-40B4-BE49-F238E27FC236}">
                <a16:creationId xmlns:a16="http://schemas.microsoft.com/office/drawing/2014/main" id="{5FD4F97A-6000-E9A0-D8E4-C069468E44A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06" r="2410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399671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17194-FFBB-F813-32D8-B855B00A4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Data Migration and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26FCA-ABE9-190D-0106-EE1186A792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Migration Service (DMS)</a:t>
            </a:r>
          </a:p>
          <a:p>
            <a:pPr lvl="1"/>
            <a:r>
              <a:rPr lang="en-US" dirty="0"/>
              <a:t>Move data in and out of EC2-hosted databases.</a:t>
            </a:r>
          </a:p>
          <a:p>
            <a:pPr lvl="1"/>
            <a:r>
              <a:rPr lang="en-US" dirty="0"/>
              <a:t>Supports homogenous and heterogenous migrations.</a:t>
            </a:r>
          </a:p>
          <a:p>
            <a:r>
              <a:rPr lang="en-US" dirty="0"/>
              <a:t>AWS Data Sync</a:t>
            </a:r>
          </a:p>
          <a:p>
            <a:pPr lvl="1"/>
            <a:r>
              <a:rPr lang="en-US" dirty="0"/>
              <a:t>Move files into a staging area for bulk loads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6B753-AC5E-9C40-7E5D-A6B7E4FE04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AWS Schema Conversion Tool (SCT)</a:t>
            </a:r>
          </a:p>
          <a:p>
            <a:pPr lvl="1"/>
            <a:r>
              <a:rPr lang="en-US" dirty="0"/>
              <a:t>Converts schemas from one platform to another.</a:t>
            </a:r>
          </a:p>
          <a:p>
            <a:pPr lvl="1"/>
            <a:r>
              <a:rPr lang="en-US" dirty="0"/>
              <a:t>Handles most common migration scenarios.</a:t>
            </a:r>
          </a:p>
          <a:p>
            <a:pPr lvl="1"/>
            <a:r>
              <a:rPr lang="en-US" dirty="0"/>
              <a:t>Migrates 60% of code, not just objects.</a:t>
            </a:r>
          </a:p>
        </p:txBody>
      </p:sp>
    </p:spTree>
    <p:extLst>
      <p:ext uri="{BB962C8B-B14F-4D97-AF65-F5344CB8AC3E}">
        <p14:creationId xmlns:p14="http://schemas.microsoft.com/office/powerpoint/2010/main" val="2538416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344AC-E494-AE32-9C3E-60869FF8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and Analytics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3154B-0993-FD3C-12DF-FDFE654FEA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AWS Lambda</a:t>
            </a:r>
          </a:p>
          <a:p>
            <a:pPr lvl="1"/>
            <a:r>
              <a:rPr lang="en-US" dirty="0"/>
              <a:t>Connect using RDS proxy, Secrets Manager or directly via VPC.</a:t>
            </a:r>
          </a:p>
          <a:p>
            <a:r>
              <a:rPr lang="en-US" dirty="0"/>
              <a:t>Amazon API Gateway</a:t>
            </a:r>
          </a:p>
          <a:p>
            <a:pPr lvl="1"/>
            <a:r>
              <a:rPr lang="en-US" dirty="0"/>
              <a:t>Front-end API integration with backend database solution.</a:t>
            </a:r>
          </a:p>
          <a:p>
            <a:r>
              <a:rPr lang="en-US" dirty="0"/>
              <a:t>Amazon </a:t>
            </a:r>
            <a:r>
              <a:rPr lang="en-US" dirty="0" err="1"/>
              <a:t>AppFlow</a:t>
            </a:r>
            <a:endParaRPr lang="en-US" dirty="0"/>
          </a:p>
          <a:p>
            <a:pPr lvl="1"/>
            <a:r>
              <a:rPr lang="en-US" dirty="0"/>
              <a:t>SaaS integrations that can push data into databases.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4D6FF-FFBA-39A1-48A3-3A3DD0B106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Amazon Athena Federated Query</a:t>
            </a:r>
          </a:p>
          <a:p>
            <a:pPr lvl="1"/>
            <a:r>
              <a:rPr lang="en-US" dirty="0"/>
              <a:t>Query databases via connectors.</a:t>
            </a:r>
          </a:p>
          <a:p>
            <a:r>
              <a:rPr lang="en-US" dirty="0"/>
              <a:t>Redshift Spectrum</a:t>
            </a:r>
          </a:p>
          <a:p>
            <a:pPr lvl="1"/>
            <a:r>
              <a:rPr lang="en-US" dirty="0"/>
              <a:t>Can query databases as external data sources.</a:t>
            </a:r>
          </a:p>
          <a:p>
            <a:r>
              <a:rPr lang="en-US" dirty="0"/>
              <a:t>SageMaker</a:t>
            </a:r>
          </a:p>
          <a:p>
            <a:pPr lvl="1"/>
            <a:r>
              <a:rPr lang="en-US" dirty="0"/>
              <a:t>Pull data directly from a database.</a:t>
            </a:r>
          </a:p>
          <a:p>
            <a:r>
              <a:rPr lang="en-US" dirty="0"/>
              <a:t>AWS Glue</a:t>
            </a:r>
          </a:p>
          <a:p>
            <a:pPr lvl="1"/>
            <a:r>
              <a:rPr lang="en-US" dirty="0"/>
              <a:t>ETL engine that connects via JDBC/ODBC</a:t>
            </a:r>
          </a:p>
        </p:txBody>
      </p:sp>
    </p:spTree>
    <p:extLst>
      <p:ext uri="{BB962C8B-B14F-4D97-AF65-F5344CB8AC3E}">
        <p14:creationId xmlns:p14="http://schemas.microsoft.com/office/powerpoint/2010/main" val="11064265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49671-7831-C398-DB44-D62E3B9B1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Monitoring, Secrets and 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BEFAE-4A86-5BAA-4064-CE83AD3A53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Amazon CloudWatch/Logs</a:t>
            </a:r>
          </a:p>
          <a:p>
            <a:pPr lvl="1"/>
            <a:r>
              <a:rPr lang="en-US" dirty="0"/>
              <a:t>Monitor DB metrics, integrate with custom exporters</a:t>
            </a:r>
          </a:p>
          <a:p>
            <a:r>
              <a:rPr lang="en-US" dirty="0"/>
              <a:t>Systems Manager</a:t>
            </a:r>
          </a:p>
          <a:p>
            <a:pPr lvl="1"/>
            <a:r>
              <a:rPr lang="en-US" dirty="0"/>
              <a:t>Patching and automation for EC2 hosted DBs</a:t>
            </a:r>
          </a:p>
          <a:p>
            <a:r>
              <a:rPr lang="en-US" dirty="0"/>
              <a:t>AWS Backup</a:t>
            </a:r>
          </a:p>
          <a:p>
            <a:pPr lvl="1"/>
            <a:r>
              <a:rPr lang="en-US" dirty="0"/>
              <a:t>Centralized Backup for EBS volumes hosting a database.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8F463-A0C4-49CB-3751-44E0D62A26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Amazon VPC, Transit Gateway, Direct Connect</a:t>
            </a:r>
          </a:p>
          <a:p>
            <a:pPr lvl="1"/>
            <a:r>
              <a:rPr lang="en-US" dirty="0"/>
              <a:t>Secure networking for hybrid cloud database environments</a:t>
            </a:r>
          </a:p>
          <a:p>
            <a:r>
              <a:rPr lang="en-US" dirty="0"/>
              <a:t>AWS </a:t>
            </a:r>
            <a:r>
              <a:rPr lang="en-US" dirty="0" err="1"/>
              <a:t>PrivateLink</a:t>
            </a:r>
            <a:endParaRPr lang="en-US" dirty="0"/>
          </a:p>
          <a:p>
            <a:pPr lvl="1"/>
            <a:r>
              <a:rPr lang="en-US" dirty="0"/>
              <a:t>Private endpoint access</a:t>
            </a:r>
          </a:p>
          <a:p>
            <a:r>
              <a:rPr lang="en-US" dirty="0"/>
              <a:t>Secrets Manager</a:t>
            </a:r>
          </a:p>
          <a:p>
            <a:pPr lvl="1"/>
            <a:r>
              <a:rPr lang="en-US" dirty="0"/>
              <a:t>Manage database credentials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6407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05EEC-1A41-09FE-983D-DF80E6B16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PaaS Database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6385F-92A9-7609-F04A-2B545869DC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PostgreSQL</a:t>
            </a:r>
          </a:p>
          <a:p>
            <a:r>
              <a:rPr lang="en-US" sz="1600" dirty="0"/>
              <a:t>Amazon RDS for PostgreSQL</a:t>
            </a:r>
          </a:p>
          <a:p>
            <a:pPr lvl="1"/>
            <a:r>
              <a:rPr lang="en-US" sz="1600" dirty="0"/>
              <a:t>Vanilla Postgres (community)</a:t>
            </a:r>
          </a:p>
          <a:p>
            <a:pPr lvl="1"/>
            <a:r>
              <a:rPr lang="en-US" sz="1600" dirty="0"/>
              <a:t>Managed backups, patching and replication.</a:t>
            </a:r>
          </a:p>
          <a:p>
            <a:r>
              <a:rPr lang="en-US" sz="1600" dirty="0"/>
              <a:t>Amazon Aurora </a:t>
            </a:r>
          </a:p>
          <a:p>
            <a:pPr lvl="1"/>
            <a:r>
              <a:rPr lang="en-US" sz="1600" dirty="0"/>
              <a:t>AWS’s cloud-native Postgres compatible</a:t>
            </a:r>
          </a:p>
          <a:p>
            <a:pPr lvl="1"/>
            <a:r>
              <a:rPr lang="en-US" sz="1600" dirty="0"/>
              <a:t>Faster scaling, replication and distributed storage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3E3AD2-0B38-BB08-EE11-97FC2E460A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SQL Server</a:t>
            </a:r>
          </a:p>
          <a:p>
            <a:r>
              <a:rPr lang="en-US" dirty="0"/>
              <a:t>Amazon RDS for SQL Server</a:t>
            </a:r>
          </a:p>
          <a:p>
            <a:pPr lvl="1"/>
            <a:r>
              <a:rPr lang="en-US" dirty="0"/>
              <a:t>Managed SQL Server, Standard, Enterprise, Web and Express</a:t>
            </a:r>
          </a:p>
          <a:p>
            <a:pPr lvl="1"/>
            <a:r>
              <a:rPr lang="en-US" dirty="0"/>
              <a:t>Limited licensing rules</a:t>
            </a:r>
          </a:p>
          <a:p>
            <a:pPr lvl="1"/>
            <a:r>
              <a:rPr lang="en-US" dirty="0"/>
              <a:t>OS and patching managed by AWS</a:t>
            </a:r>
          </a:p>
          <a:p>
            <a:r>
              <a:rPr lang="en-US" dirty="0"/>
              <a:t>Amazon RDS for Oracle</a:t>
            </a:r>
          </a:p>
          <a:p>
            <a:r>
              <a:rPr lang="en-US" dirty="0"/>
              <a:t>Managed Oracle standard and enterprise edition.</a:t>
            </a:r>
          </a:p>
          <a:p>
            <a:r>
              <a:rPr lang="en-US" dirty="0"/>
              <a:t>Options for HA with RAC. May be at risk with </a:t>
            </a:r>
            <a:r>
              <a:rPr lang="en-US" dirty="0" err="1"/>
              <a:t>Exadata@cloud</a:t>
            </a:r>
            <a:r>
              <a:rPr lang="en-US" dirty="0"/>
              <a:t> integration.</a:t>
            </a:r>
          </a:p>
        </p:txBody>
      </p:sp>
    </p:spTree>
    <p:extLst>
      <p:ext uri="{BB962C8B-B14F-4D97-AF65-F5344CB8AC3E}">
        <p14:creationId xmlns:p14="http://schemas.microsoft.com/office/powerpoint/2010/main" val="5799231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20E79-6990-FCAD-90F6-22B9F431D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2F5701-9040-6EF0-908F-8485AE7C8C50}"/>
              </a:ext>
            </a:extLst>
          </p:cNvPr>
          <p:cNvSpPr txBox="1"/>
          <p:nvPr/>
        </p:nvSpPr>
        <p:spPr bwMode="auto">
          <a:xfrm>
            <a:off x="831850" y="1709738"/>
            <a:ext cx="10515600" cy="28527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6000" b="0" i="0" kern="1200">
                <a:latin typeface="+mj-lt"/>
                <a:ea typeface="+mj-ea"/>
                <a:cs typeface="+mj-cs"/>
              </a:rPr>
              <a:t>Azure Cloud Services</a:t>
            </a:r>
          </a:p>
        </p:txBody>
      </p:sp>
    </p:spTree>
    <p:extLst>
      <p:ext uri="{BB962C8B-B14F-4D97-AF65-F5344CB8AC3E}">
        <p14:creationId xmlns:p14="http://schemas.microsoft.com/office/powerpoint/2010/main" val="10170522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D5832A-9CD6-B13F-4DC1-4F9305047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 dirty="0"/>
              <a:t>Data Integration and Migration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62F92723-90C6-00C7-1F56-CECD2B540C7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1038" y="2427478"/>
          <a:ext cx="9433453" cy="3160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18750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F973-FD31-7351-4F70-C0A6040C4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Analytics and AI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DB1925-7D1C-EE9E-D756-65022D5FB4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35455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20435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F0370A-9E2A-9152-2D3B-07598387A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Monitoring, Secrets &amp; Ops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EFC692-96DD-D320-5E0E-81F5630E39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Monitor/Log Analytics</a:t>
            </a:r>
          </a:p>
          <a:p>
            <a:pPr lvl="1"/>
            <a:r>
              <a:rPr lang="en-US" dirty="0"/>
              <a:t>Collect custom DB metrics with agents or exporters</a:t>
            </a:r>
          </a:p>
          <a:p>
            <a:r>
              <a:rPr lang="en-US" dirty="0"/>
              <a:t>Azure Arc-enabled databases</a:t>
            </a:r>
          </a:p>
          <a:p>
            <a:pPr lvl="1"/>
            <a:r>
              <a:rPr lang="en-US" dirty="0"/>
              <a:t>Hybrid managed/monitoring of IaaS databases</a:t>
            </a:r>
          </a:p>
          <a:p>
            <a:r>
              <a:rPr lang="en-US" dirty="0"/>
              <a:t>Azure Automation/Update </a:t>
            </a:r>
            <a:r>
              <a:rPr lang="en-US" dirty="0" err="1"/>
              <a:t>Mgmt</a:t>
            </a:r>
            <a:endParaRPr lang="en-US" dirty="0"/>
          </a:p>
          <a:p>
            <a:pPr lvl="1"/>
            <a:r>
              <a:rPr lang="en-US" dirty="0"/>
              <a:t>OS and patch scheduling for VMs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122899-164A-F6A8-E50E-4FFEC871D5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Azure </a:t>
            </a:r>
            <a:r>
              <a:rPr lang="en-US" dirty="0" err="1"/>
              <a:t>VNet</a:t>
            </a:r>
            <a:r>
              <a:rPr lang="en-US" dirty="0"/>
              <a:t>, ExpressRoute, VPN Gateway</a:t>
            </a:r>
          </a:p>
          <a:p>
            <a:pPr lvl="1"/>
            <a:r>
              <a:rPr lang="en-US" dirty="0"/>
              <a:t>Secure connectivity for hybrid or cross-service DB access.</a:t>
            </a:r>
          </a:p>
          <a:p>
            <a:r>
              <a:rPr lang="en-US" dirty="0"/>
              <a:t>Private Link</a:t>
            </a:r>
          </a:p>
          <a:p>
            <a:pPr lvl="1"/>
            <a:r>
              <a:rPr lang="en-US" dirty="0"/>
              <a:t>Private endpoints for databases running on VMs.</a:t>
            </a:r>
          </a:p>
          <a:p>
            <a:r>
              <a:rPr lang="en-US" dirty="0"/>
              <a:t>Azure Key Vault</a:t>
            </a:r>
          </a:p>
          <a:p>
            <a:pPr lvl="1"/>
            <a:r>
              <a:rPr lang="en-US" dirty="0"/>
              <a:t>Store DB credentials, integrate with apps.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8060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5D3FE-A254-FBB1-4650-A3DB5EEE5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PaaS Database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AD156-26D5-A692-825F-A5DC9A2821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Azure SQL Database</a:t>
            </a:r>
          </a:p>
          <a:p>
            <a:pPr lvl="1"/>
            <a:r>
              <a:rPr lang="en-US" dirty="0"/>
              <a:t>Fully managed, single databases or elastic pools</a:t>
            </a:r>
          </a:p>
          <a:p>
            <a:pPr lvl="1"/>
            <a:r>
              <a:rPr lang="en-US" dirty="0"/>
              <a:t>Feature subset of SQL Server</a:t>
            </a:r>
          </a:p>
          <a:p>
            <a:r>
              <a:rPr lang="en-US" dirty="0"/>
              <a:t>SQL Managed Instance</a:t>
            </a:r>
          </a:p>
          <a:p>
            <a:pPr lvl="1"/>
            <a:r>
              <a:rPr lang="en-US" dirty="0"/>
              <a:t>PaaS, but with close-to full SQL compatibility.</a:t>
            </a:r>
          </a:p>
          <a:p>
            <a:pPr lvl="1"/>
            <a:r>
              <a:rPr lang="en-US" dirty="0"/>
              <a:t>Ideal for lift and shift options.</a:t>
            </a:r>
          </a:p>
          <a:p>
            <a:r>
              <a:rPr lang="en-US" dirty="0"/>
              <a:t>SQL Server on Azure VMs (images)</a:t>
            </a:r>
          </a:p>
          <a:p>
            <a:pPr lvl="1"/>
            <a:r>
              <a:rPr lang="en-US" dirty="0"/>
              <a:t>Not really PaaS, but….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EA7B7-4356-70DC-4B66-AC88738290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Azure Database for PostgreSQL</a:t>
            </a:r>
          </a:p>
          <a:p>
            <a:pPr lvl="1"/>
            <a:r>
              <a:rPr lang="en-US" dirty="0"/>
              <a:t>Managed Postgres service</a:t>
            </a:r>
          </a:p>
          <a:p>
            <a:pPr lvl="1"/>
            <a:r>
              <a:rPr lang="en-US" dirty="0"/>
              <a:t>Supports custom configs, HA and scaling.</a:t>
            </a:r>
          </a:p>
          <a:p>
            <a:r>
              <a:rPr lang="en-US" dirty="0"/>
              <a:t>Azure DB for PostgreSQL- Hyperscale </a:t>
            </a:r>
            <a:r>
              <a:rPr lang="en-US" dirty="0" err="1"/>
              <a:t>Citus</a:t>
            </a:r>
            <a:endParaRPr lang="en-US" dirty="0"/>
          </a:p>
          <a:p>
            <a:pPr lvl="1"/>
            <a:r>
              <a:rPr lang="en-US" dirty="0"/>
              <a:t>Sharded, horizontally scalable Postgres</a:t>
            </a:r>
          </a:p>
          <a:p>
            <a:pPr lvl="1"/>
            <a:r>
              <a:rPr lang="en-US" dirty="0"/>
              <a:t>Best for multi-tenant SaaS or large-scale.</a:t>
            </a:r>
          </a:p>
          <a:p>
            <a:pPr lvl="1"/>
            <a:r>
              <a:rPr lang="en-US" dirty="0"/>
              <a:t>Azure Arc-enabled PostgreSQL</a:t>
            </a:r>
          </a:p>
          <a:p>
            <a:pPr lvl="2"/>
            <a:r>
              <a:rPr lang="en-US" dirty="0"/>
              <a:t>Managed Postgres via Kubernetes</a:t>
            </a:r>
          </a:p>
          <a:p>
            <a:pPr lvl="2"/>
            <a:r>
              <a:rPr lang="en-US" dirty="0"/>
              <a:t>Can run on infra or hybrid cloud.</a:t>
            </a:r>
          </a:p>
        </p:txBody>
      </p:sp>
    </p:spTree>
    <p:extLst>
      <p:ext uri="{BB962C8B-B14F-4D97-AF65-F5344CB8AC3E}">
        <p14:creationId xmlns:p14="http://schemas.microsoft.com/office/powerpoint/2010/main" val="40546486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08D6A-BA08-6532-63A0-70523403E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6B7AF7-DA08-5C57-9B75-3F52D62C104E}"/>
              </a:ext>
            </a:extLst>
          </p:cNvPr>
          <p:cNvSpPr txBox="1"/>
          <p:nvPr/>
        </p:nvSpPr>
        <p:spPr bwMode="auto">
          <a:xfrm>
            <a:off x="831850" y="1709738"/>
            <a:ext cx="10515600" cy="28527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6000" b="0" i="0" kern="1200">
                <a:latin typeface="+mj-lt"/>
                <a:ea typeface="+mj-ea"/>
                <a:cs typeface="+mj-cs"/>
              </a:rPr>
              <a:t>Google Cloud Services</a:t>
            </a:r>
          </a:p>
        </p:txBody>
      </p:sp>
    </p:spTree>
    <p:extLst>
      <p:ext uri="{BB962C8B-B14F-4D97-AF65-F5344CB8AC3E}">
        <p14:creationId xmlns:p14="http://schemas.microsoft.com/office/powerpoint/2010/main" val="12370450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E9DF-42F3-97A1-440E-EC3282FC5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Integration &amp; Migration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37A1D-0C64-5030-129F-57E206CBC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Migration Service (DMS)</a:t>
            </a:r>
          </a:p>
          <a:p>
            <a:pPr lvl="1"/>
            <a:r>
              <a:rPr lang="en-US" dirty="0"/>
              <a:t>Fully managed service to migration databases into Cloud SQL.</a:t>
            </a:r>
          </a:p>
          <a:p>
            <a:pPr lvl="1"/>
            <a:r>
              <a:rPr lang="en-US" dirty="0"/>
              <a:t>May use partner tools like Striim, </a:t>
            </a:r>
            <a:r>
              <a:rPr lang="en-US" dirty="0" err="1"/>
              <a:t>Attunity</a:t>
            </a:r>
            <a:r>
              <a:rPr lang="en-US" dirty="0"/>
              <a:t>, etc.)</a:t>
            </a:r>
          </a:p>
          <a:p>
            <a:r>
              <a:rPr lang="en-US" dirty="0"/>
              <a:t>Dataflow</a:t>
            </a:r>
          </a:p>
          <a:p>
            <a:pPr lvl="1"/>
            <a:r>
              <a:rPr lang="en-US" dirty="0"/>
              <a:t>Streaming/batch ETL.  Uses JDBC/ODBC to connect to many databases.</a:t>
            </a:r>
          </a:p>
          <a:p>
            <a:r>
              <a:rPr lang="en-US" dirty="0" err="1"/>
              <a:t>Dataproc</a:t>
            </a:r>
            <a:r>
              <a:rPr lang="en-US" dirty="0"/>
              <a:t> (managed by Hadoop/Spark)</a:t>
            </a:r>
          </a:p>
          <a:p>
            <a:pPr lvl="1"/>
            <a:r>
              <a:rPr lang="en-US" dirty="0"/>
              <a:t>Pulls data from databases for big data processing.</a:t>
            </a:r>
          </a:p>
          <a:p>
            <a:r>
              <a:rPr lang="en-US" dirty="0" err="1"/>
              <a:t>BigQuery</a:t>
            </a:r>
            <a:r>
              <a:rPr lang="en-US" dirty="0"/>
              <a:t> Data Transfer Service</a:t>
            </a:r>
          </a:p>
          <a:p>
            <a:pPr lvl="1"/>
            <a:r>
              <a:rPr lang="en-US" dirty="0"/>
              <a:t>Partner connectors(</a:t>
            </a:r>
            <a:r>
              <a:rPr lang="en-US" dirty="0" err="1"/>
              <a:t>Fivetran</a:t>
            </a:r>
            <a:r>
              <a:rPr lang="en-US" dirty="0"/>
              <a:t>, Informatica) can move databases data into </a:t>
            </a:r>
            <a:r>
              <a:rPr lang="en-US" dirty="0" err="1"/>
              <a:t>BigQuery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5680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C4798-7D0D-C0C3-7E82-B87786D47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Analytics and AI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6008AC-9B16-1F5E-F53A-C94A7B7F33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0996000"/>
              </p:ext>
            </p:extLst>
          </p:nvPr>
        </p:nvGraphicFramePr>
        <p:xfrm>
          <a:off x="584200" y="1571946"/>
          <a:ext cx="10515600" cy="4253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08613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7935A-3568-B01C-45F8-736DE7483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Monitoring, Secrets and Ops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6B85-992B-2FEF-24A0-EB5D89AB13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Cloud Monitoring/Cloud Logging</a:t>
            </a:r>
          </a:p>
          <a:p>
            <a:pPr lvl="1"/>
            <a:r>
              <a:rPr lang="en-US" dirty="0"/>
              <a:t>Collect custom metrics/logs from databases</a:t>
            </a:r>
          </a:p>
          <a:p>
            <a:r>
              <a:rPr lang="en-US" dirty="0"/>
              <a:t>Config Connector &amp; Deployment </a:t>
            </a:r>
            <a:r>
              <a:rPr lang="en-US" dirty="0" err="1"/>
              <a:t>Mgr</a:t>
            </a:r>
            <a:endParaRPr lang="en-US" dirty="0"/>
          </a:p>
          <a:p>
            <a:pPr lvl="1"/>
            <a:r>
              <a:rPr lang="en-US" dirty="0" err="1"/>
              <a:t>IaC</a:t>
            </a:r>
            <a:r>
              <a:rPr lang="en-US" dirty="0"/>
              <a:t>, including DB VM provisioning.</a:t>
            </a:r>
          </a:p>
          <a:p>
            <a:r>
              <a:rPr lang="en-US" dirty="0"/>
              <a:t>Backup and DR Service</a:t>
            </a:r>
          </a:p>
          <a:p>
            <a:pPr lvl="1"/>
            <a:r>
              <a:rPr lang="en-US" dirty="0"/>
              <a:t>Backup policies can be applied to persistent disks for hosted DBs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5D96A9-1A50-5E25-6714-200E0F91422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VPC, Cloud VPN, Interconnect</a:t>
            </a:r>
          </a:p>
          <a:p>
            <a:pPr lvl="1"/>
            <a:r>
              <a:rPr lang="en-US" dirty="0"/>
              <a:t>Secure hybrid connectivity</a:t>
            </a:r>
          </a:p>
          <a:p>
            <a:r>
              <a:rPr lang="en-US" dirty="0"/>
              <a:t>Private Service Connect</a:t>
            </a:r>
          </a:p>
          <a:p>
            <a:pPr lvl="1"/>
            <a:r>
              <a:rPr lang="en-US" dirty="0"/>
              <a:t>Private endpoints into GCP-hosted databases on MVs.</a:t>
            </a:r>
          </a:p>
          <a:p>
            <a:r>
              <a:rPr lang="en-US" dirty="0"/>
              <a:t>Identity-Aware Proxy(IAP)</a:t>
            </a:r>
          </a:p>
          <a:p>
            <a:pPr lvl="1"/>
            <a:r>
              <a:rPr lang="en-US" dirty="0"/>
              <a:t>Secure DB Admin access without exposing public Ips.</a:t>
            </a:r>
          </a:p>
          <a:p>
            <a:r>
              <a:rPr lang="en-US" dirty="0"/>
              <a:t>Secret Manager</a:t>
            </a:r>
          </a:p>
          <a:p>
            <a:pPr lvl="1"/>
            <a:r>
              <a:rPr lang="en-US" dirty="0"/>
              <a:t>Store and rotate DB credentials</a:t>
            </a:r>
          </a:p>
        </p:txBody>
      </p:sp>
    </p:spTree>
    <p:extLst>
      <p:ext uri="{BB962C8B-B14F-4D97-AF65-F5344CB8AC3E}">
        <p14:creationId xmlns:p14="http://schemas.microsoft.com/office/powerpoint/2010/main" val="10004089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6275E-6626-D371-593A-A8A4AB0DB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PaaS Database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C9AAC-E49D-2416-3CCC-C6B8F4B391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2179" y="2341696"/>
            <a:ext cx="7170127" cy="35993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PostgreSQL</a:t>
            </a:r>
          </a:p>
          <a:p>
            <a:r>
              <a:rPr lang="en-US" sz="1800" dirty="0"/>
              <a:t>Cloud SQL for PostgreSQL</a:t>
            </a:r>
          </a:p>
          <a:p>
            <a:pPr lvl="1"/>
            <a:r>
              <a:rPr lang="en-US" sz="1800" dirty="0"/>
              <a:t>Managed PostgreSQL(patching, backups, HA)</a:t>
            </a:r>
          </a:p>
          <a:p>
            <a:pPr lvl="1"/>
            <a:r>
              <a:rPr lang="en-US" sz="1800" dirty="0"/>
              <a:t>Standard community version with limited extensions.)</a:t>
            </a:r>
          </a:p>
          <a:p>
            <a:r>
              <a:rPr lang="en-US" sz="1800" dirty="0" err="1"/>
              <a:t>AlloyDB</a:t>
            </a:r>
            <a:r>
              <a:rPr lang="en-US" sz="1800" dirty="0"/>
              <a:t>/</a:t>
            </a:r>
            <a:r>
              <a:rPr lang="en-US" sz="1800" dirty="0" err="1"/>
              <a:t>AlloyDB</a:t>
            </a:r>
            <a:r>
              <a:rPr lang="en-US" sz="1800" dirty="0"/>
              <a:t> Omni</a:t>
            </a:r>
          </a:p>
          <a:p>
            <a:pPr lvl="1"/>
            <a:r>
              <a:rPr lang="en-US" sz="1800" dirty="0"/>
              <a:t>Cloud native Postgres-compatible</a:t>
            </a:r>
          </a:p>
          <a:p>
            <a:pPr lvl="1"/>
            <a:r>
              <a:rPr lang="en-US" sz="1800" dirty="0"/>
              <a:t>4x faster compared to Cloud SQL</a:t>
            </a:r>
          </a:p>
          <a:p>
            <a:pPr lvl="1"/>
            <a:r>
              <a:rPr lang="en-US" sz="1800" dirty="0"/>
              <a:t>Competes with AWS Auroral and Azure Hyperscale</a:t>
            </a:r>
          </a:p>
          <a:p>
            <a:pPr lvl="1"/>
            <a:r>
              <a:rPr lang="en-US" sz="1800" dirty="0"/>
              <a:t>Omni can be decoupled from the cloud and run anywhere.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F708B5-51E0-B3BE-95E8-C218F80F5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22306" y="2478124"/>
            <a:ext cx="4420577" cy="4120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SQL Server</a:t>
            </a:r>
          </a:p>
          <a:p>
            <a:r>
              <a:rPr lang="en-US" sz="1800" dirty="0"/>
              <a:t>Cloud SQL for SQL Server</a:t>
            </a:r>
          </a:p>
          <a:p>
            <a:pPr lvl="1"/>
            <a:r>
              <a:rPr lang="en-US" sz="1800" dirty="0"/>
              <a:t>Managed SQL Server(Express, standard Enterprise)</a:t>
            </a:r>
          </a:p>
          <a:p>
            <a:pPr lvl="1"/>
            <a:r>
              <a:rPr lang="en-US" sz="1800" dirty="0"/>
              <a:t>Supports backups, HA, AD Authentication</a:t>
            </a:r>
          </a:p>
          <a:p>
            <a:pPr lvl="1"/>
            <a:r>
              <a:rPr lang="en-US" sz="1800" dirty="0"/>
              <a:t>Limited feature set.</a:t>
            </a:r>
          </a:p>
          <a:p>
            <a:pPr marL="0" indent="0">
              <a:buNone/>
            </a:pPr>
            <a:r>
              <a:rPr lang="en-US" sz="1800" dirty="0"/>
              <a:t>Oracle has </a:t>
            </a:r>
            <a:r>
              <a:rPr lang="en-US" sz="1800" dirty="0" err="1"/>
              <a:t>Exadata@Cloud</a:t>
            </a:r>
            <a:r>
              <a:rPr lang="en-US" sz="1800" dirty="0"/>
              <a:t>, too</a:t>
            </a:r>
            <a:r>
              <a:rPr lang="en-US" sz="1400" dirty="0"/>
              <a:t>!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640869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F22E5-E4B1-0C13-5BBC-CBE00BB9E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 dirty="0"/>
              <a:t>AWS vs. Azure vs. Google Cloud Services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7763FC-6DB7-538F-C0D7-9C0F8443ED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6454988"/>
              </p:ext>
            </p:extLst>
          </p:nvPr>
        </p:nvGraphicFramePr>
        <p:xfrm>
          <a:off x="780227" y="1992050"/>
          <a:ext cx="10631546" cy="368787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503380">
                  <a:extLst>
                    <a:ext uri="{9D8B030D-6E8A-4147-A177-3AD203B41FA5}">
                      <a16:colId xmlns:a16="http://schemas.microsoft.com/office/drawing/2014/main" val="1772195933"/>
                    </a:ext>
                  </a:extLst>
                </a:gridCol>
                <a:gridCol w="3624786">
                  <a:extLst>
                    <a:ext uri="{9D8B030D-6E8A-4147-A177-3AD203B41FA5}">
                      <a16:colId xmlns:a16="http://schemas.microsoft.com/office/drawing/2014/main" val="2104639886"/>
                    </a:ext>
                  </a:extLst>
                </a:gridCol>
                <a:gridCol w="3503380">
                  <a:extLst>
                    <a:ext uri="{9D8B030D-6E8A-4147-A177-3AD203B41FA5}">
                      <a16:colId xmlns:a16="http://schemas.microsoft.com/office/drawing/2014/main" val="1994697968"/>
                    </a:ext>
                  </a:extLst>
                </a:gridCol>
              </a:tblGrid>
              <a:tr h="397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Capability</a:t>
                      </a:r>
                    </a:p>
                  </a:txBody>
                  <a:tcPr marL="174141" marR="130606" marT="87071" marB="870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AWS</a:t>
                      </a:r>
                    </a:p>
                  </a:txBody>
                  <a:tcPr marL="174141" marR="130606" marT="87071" marB="870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Azure</a:t>
                      </a:r>
                    </a:p>
                  </a:txBody>
                  <a:tcPr marL="174141" marR="130606" marT="87071" marB="870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788424"/>
                  </a:ext>
                </a:extLst>
              </a:tr>
              <a:tr h="586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VM-hosted DB integration</a:t>
                      </a:r>
                    </a:p>
                  </a:txBody>
                  <a:tcPr marL="174141" marR="130606" marT="87071" marB="870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DMS, Glue, Athena Federated, Secrets Manager, CloudWatch</a:t>
                      </a:r>
                    </a:p>
                  </a:txBody>
                  <a:tcPr marL="174141" marR="130606" marT="87071" marB="870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Data Factory, DMS, Synapse, Key Vault, Monitor</a:t>
                      </a:r>
                    </a:p>
                  </a:txBody>
                  <a:tcPr marL="174141" marR="130606" marT="87071" marB="870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549695"/>
                  </a:ext>
                </a:extLst>
              </a:tr>
              <a:tr h="397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Managed SQL Server (subset)</a:t>
                      </a:r>
                    </a:p>
                  </a:txBody>
                  <a:tcPr marL="174141" marR="130606" marT="87071" marB="870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RDS for SQL Server</a:t>
                      </a:r>
                    </a:p>
                  </a:txBody>
                  <a:tcPr marL="174141" marR="130606" marT="87071" marB="870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Azure SQL Database</a:t>
                      </a:r>
                    </a:p>
                  </a:txBody>
                  <a:tcPr marL="174141" marR="130606" marT="87071" marB="870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245157"/>
                  </a:ext>
                </a:extLst>
              </a:tr>
              <a:tr h="586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Managed SQL Server (full compatibility)</a:t>
                      </a:r>
                    </a:p>
                  </a:txBody>
                  <a:tcPr marL="174141" marR="130606" marT="87071" marB="870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NONE</a:t>
                      </a:r>
                    </a:p>
                  </a:txBody>
                  <a:tcPr marL="174141" marR="130606" marT="87071" marB="870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SQL Managed Instance</a:t>
                      </a:r>
                    </a:p>
                  </a:txBody>
                  <a:tcPr marL="174141" marR="130606" marT="87071" marB="870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691452"/>
                  </a:ext>
                </a:extLst>
              </a:tr>
              <a:tr h="397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Managed PostgreSQL</a:t>
                      </a:r>
                    </a:p>
                  </a:txBody>
                  <a:tcPr marL="174141" marR="130606" marT="87071" marB="870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RDS Postgres</a:t>
                      </a:r>
                    </a:p>
                  </a:txBody>
                  <a:tcPr marL="174141" marR="130606" marT="87071" marB="870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PostgreSQL Flexible Server</a:t>
                      </a:r>
                    </a:p>
                  </a:txBody>
                  <a:tcPr marL="174141" marR="130606" marT="87071" marB="870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879407"/>
                  </a:ext>
                </a:extLst>
              </a:tr>
              <a:tr h="397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Cloud-native Postgres</a:t>
                      </a:r>
                    </a:p>
                  </a:txBody>
                  <a:tcPr marL="174141" marR="130606" marT="87071" marB="870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Aurora PostgreSQL</a:t>
                      </a:r>
                    </a:p>
                  </a:txBody>
                  <a:tcPr marL="174141" marR="130606" marT="87071" marB="870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PostgreSQL Hyperscale (Citus)</a:t>
                      </a:r>
                    </a:p>
                  </a:txBody>
                  <a:tcPr marL="174141" marR="130606" marT="87071" marB="870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586640"/>
                  </a:ext>
                </a:extLst>
              </a:tr>
              <a:tr h="397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Extreme analytics</a:t>
                      </a:r>
                    </a:p>
                  </a:txBody>
                  <a:tcPr marL="174141" marR="130606" marT="87071" marB="870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Redshift</a:t>
                      </a:r>
                    </a:p>
                  </a:txBody>
                  <a:tcPr marL="174141" marR="130606" marT="87071" marB="870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Synapse Analytics</a:t>
                      </a:r>
                    </a:p>
                  </a:txBody>
                  <a:tcPr marL="174141" marR="130606" marT="87071" marB="870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656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8925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41D8A9-1EB8-16A7-8900-04DAD72E07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6865190"/>
              </p:ext>
            </p:extLst>
          </p:nvPr>
        </p:nvGraphicFramePr>
        <p:xfrm>
          <a:off x="584200" y="1825625"/>
          <a:ext cx="62833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t>Architectural Patterns</a:t>
            </a:r>
          </a:p>
        </p:txBody>
      </p:sp>
      <p:pic>
        <p:nvPicPr>
          <p:cNvPr id="4" name="Picture Placeholder 3" descr="Rolled blueprint designs">
            <a:extLst>
              <a:ext uri="{FF2B5EF4-FFF2-40B4-BE49-F238E27FC236}">
                <a16:creationId xmlns:a16="http://schemas.microsoft.com/office/drawing/2014/main" id="{3DF94FDD-CF19-D9DF-00E6-E9D214E875D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26" r="25826"/>
          <a:stretch>
            <a:fillRect/>
          </a:stretch>
        </p:blipFill>
        <p:spPr/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Best Practices Across Clouds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BFD207-5F53-F22B-A960-D207C60620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422121"/>
              </p:ext>
            </p:extLst>
          </p:nvPr>
        </p:nvGraphicFramePr>
        <p:xfrm>
          <a:off x="584200" y="1520575"/>
          <a:ext cx="10515600" cy="4428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/>
              <a:t>Key Takeaways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B762F0-ACF4-0E79-B7AD-61CB014EBF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3266868"/>
              </p:ext>
            </p:extLst>
          </p:nvPr>
        </p:nvGraphicFramePr>
        <p:xfrm>
          <a:off x="584200" y="1479479"/>
          <a:ext cx="10515600" cy="4315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AE805D-FB83-4075-9370-56C73FCE47FC}"/>
              </a:ext>
            </a:extLst>
          </p:cNvPr>
          <p:cNvSpPr txBox="1"/>
          <p:nvPr/>
        </p:nvSpPr>
        <p:spPr>
          <a:xfrm>
            <a:off x="2342792" y="478935"/>
            <a:ext cx="84970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 b="0">
                <a:latin typeface="gatebase Medium" panose="00000500000000000000" pitchFamily="50" charset="0"/>
                <a:ea typeface="Roboto Medium" pitchFamily="2" charset="0"/>
              </a:rPr>
              <a:t>The End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AE3B937-56FA-4891-A907-C0955CF5A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140" y="548397"/>
            <a:ext cx="1693732" cy="3615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81BF98-3570-45C0-8B36-26266293C5A3}"/>
              </a:ext>
            </a:extLst>
          </p:cNvPr>
          <p:cNvSpPr txBox="1"/>
          <p:nvPr/>
        </p:nvSpPr>
        <p:spPr>
          <a:xfrm>
            <a:off x="371888" y="3126604"/>
            <a:ext cx="10004420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6000" dirty="0">
                <a:solidFill>
                  <a:schemeClr val="bg2">
                    <a:lumMod val="10000"/>
                  </a:schemeClr>
                </a:solidFill>
                <a:latin typeface="gatebase Medium"/>
                <a:ea typeface="Roboto regular" panose="02000000000000000000" pitchFamily="2" charset="0"/>
                <a:cs typeface="Roboto regular"/>
              </a:rPr>
              <a:t>Thank you for attending</a:t>
            </a:r>
            <a:endParaRPr lang="en-GB" sz="6000" dirty="0">
              <a:solidFill>
                <a:schemeClr val="bg2">
                  <a:lumMod val="10000"/>
                </a:schemeClr>
              </a:solidFill>
              <a:latin typeface="gatebase Medium"/>
              <a:ea typeface="Roboto italic" panose="02000000000000000000" pitchFamily="2" charset="0"/>
              <a:cs typeface="Roboto regula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9C2262-3A79-7B8D-6E8E-3FE735EA61B5}"/>
              </a:ext>
            </a:extLst>
          </p:cNvPr>
          <p:cNvSpPr txBox="1"/>
          <p:nvPr/>
        </p:nvSpPr>
        <p:spPr>
          <a:xfrm>
            <a:off x="371888" y="4531656"/>
            <a:ext cx="10004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gatebase Medium" panose="00000500000000000000" pitchFamily="50" charset="0"/>
                <a:ea typeface="Roboto regular" panose="02000000000000000000" pitchFamily="2" charset="0"/>
                <a:cs typeface="Roboto regular" panose="02000000000000000000" pitchFamily="2" charset="0"/>
              </a:rPr>
              <a:t>Kellyn.Gorman@red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gatebase Medium" panose="00000500000000000000" pitchFamily="50" charset="0"/>
                <a:ea typeface="Roboto regular" panose="02000000000000000000" pitchFamily="2" charset="0"/>
                <a:cs typeface="Roboto regular" panose="02000000000000000000" pitchFamily="2" charset="0"/>
              </a:rPr>
              <a:t>-gate.com</a:t>
            </a:r>
            <a:endParaRPr lang="en-GB" sz="3600" dirty="0">
              <a:solidFill>
                <a:schemeClr val="bg2">
                  <a:lumMod val="10000"/>
                </a:schemeClr>
              </a:solidFill>
              <a:latin typeface="gatebase Medium" panose="00000500000000000000" pitchFamily="50" charset="0"/>
              <a:ea typeface="Roboto italic" panose="02000000000000000000" pitchFamily="2" charset="0"/>
              <a:cs typeface="Roboto regular" panose="02000000000000000000" pitchFamily="2" charset="0"/>
            </a:endParaRPr>
          </a:p>
        </p:txBody>
      </p:sp>
      <p:pic>
        <p:nvPicPr>
          <p:cNvPr id="5" name="Picture 4" descr="A qr code with a dinosaur&#10;&#10;AI-generated content may be incorrect.">
            <a:extLst>
              <a:ext uri="{FF2B5EF4-FFF2-40B4-BE49-F238E27FC236}">
                <a16:creationId xmlns:a16="http://schemas.microsoft.com/office/drawing/2014/main" id="{FE664EBF-9E05-C7FF-D13E-19703C0712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3" r="5472" b="-4"/>
          <a:stretch>
            <a:fillRect/>
          </a:stretch>
        </p:blipFill>
        <p:spPr>
          <a:xfrm>
            <a:off x="9347633" y="478935"/>
            <a:ext cx="2057349" cy="2241821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1734274"/>
      </p:ext>
    </p:extLst>
  </p:cSld>
  <p:clrMapOvr>
    <a:masterClrMapping/>
  </p:clrMapOvr>
</p:sld>
</file>

<file path=ppt/theme/theme1.xml><?xml version="1.0" encoding="utf-8"?>
<a:theme xmlns:a="http://schemas.openxmlformats.org/drawingml/2006/main" name="Redgate theme v2">
  <a:themeElements>
    <a:clrScheme name="Redgate color theme v2">
      <a:dk1>
        <a:srgbClr val="373737"/>
      </a:dk1>
      <a:lt1>
        <a:srgbClr val="FFFFFF"/>
      </a:lt1>
      <a:dk2>
        <a:srgbClr val="CC0000"/>
      </a:dk2>
      <a:lt2>
        <a:srgbClr val="F2F2F2"/>
      </a:lt2>
      <a:accent1>
        <a:srgbClr val="CC0000"/>
      </a:accent1>
      <a:accent2>
        <a:srgbClr val="000000"/>
      </a:accent2>
      <a:accent3>
        <a:srgbClr val="767676"/>
      </a:accent3>
      <a:accent4>
        <a:srgbClr val="790000"/>
      </a:accent4>
      <a:accent5>
        <a:srgbClr val="1AAC1E"/>
      </a:accent5>
      <a:accent6>
        <a:srgbClr val="336DC1"/>
      </a:accent6>
      <a:hlink>
        <a:srgbClr val="336DC1"/>
      </a:hlink>
      <a:folHlink>
        <a:srgbClr val="2A5E9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err="1" smtClean="0">
            <a:latin typeface="Roboto" panose="02000000000000000000" pitchFamily="2" charset="0"/>
            <a:ea typeface="Roboto" panose="02000000000000000000" pitchFamily="2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b="0" i="0" dirty="0" err="1" smtClean="0">
            <a:latin typeface="Roboto" panose="02000000000000000000" pitchFamily="2" charset="0"/>
            <a:ea typeface="Roboto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edgate theme v2" id="{1734A0F3-C998-EF41-934D-51BF3B82E1A2}" vid="{D6099F4A-34CB-A94F-8B65-95F962FE4140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vider xmlns="09261daf-a6c8-4475-bfe4-e465f101f752" xsi:nil="true"/>
    <Status xmlns="09261daf-a6c8-4475-bfe4-e465f101f752" xsi:nil="true"/>
    <Author0 xmlns="09261daf-a6c8-4475-bfe4-e465f101f752" xsi:nil="true"/>
    <TaxCatchAll xmlns="cfa6ec7d-b27d-4976-a2d2-0968bdeefb84" xsi:nil="true"/>
    <lcf76f155ced4ddcb4097134ff3c332f xmlns="09261daf-a6c8-4475-bfe4-e465f101f75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60C779E989E145AAD13EC3F1475DCA" ma:contentTypeVersion="22" ma:contentTypeDescription="Create a new document." ma:contentTypeScope="" ma:versionID="3bf0afb703446d70a2de22bb4eb4d434">
  <xsd:schema xmlns:xsd="http://www.w3.org/2001/XMLSchema" xmlns:xs="http://www.w3.org/2001/XMLSchema" xmlns:p="http://schemas.microsoft.com/office/2006/metadata/properties" xmlns:ns2="09261daf-a6c8-4475-bfe4-e465f101f752" xmlns:ns3="cfa6ec7d-b27d-4976-a2d2-0968bdeefb84" targetNamespace="http://schemas.microsoft.com/office/2006/metadata/properties" ma:root="true" ma:fieldsID="ceb259435a317a99c51cb11b13583a80" ns2:_="" ns3:_="">
    <xsd:import namespace="09261daf-a6c8-4475-bfe4-e465f101f752"/>
    <xsd:import namespace="cfa6ec7d-b27d-4976-a2d2-0968bdeefb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Provider" minOccurs="0"/>
                <xsd:element ref="ns2:Author0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261daf-a6c8-4475-bfe4-e465f101f7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Provider" ma:index="21" nillable="true" ma:displayName="Provider" ma:format="Dropdown" ma:internalName="Provider">
      <xsd:simpleType>
        <xsd:restriction base="dms:Text">
          <xsd:maxLength value="255"/>
        </xsd:restriction>
      </xsd:simpleType>
    </xsd:element>
    <xsd:element name="Author0" ma:index="22" nillable="true" ma:displayName="Author" ma:format="Dropdown" ma:internalName="Author0">
      <xsd:simpleType>
        <xsd:restriction base="dms:Text">
          <xsd:maxLength value="255"/>
        </xsd:restriction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f536e90f-a63c-417c-a397-dad62e02e2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tatus" ma:index="28" nillable="true" ma:displayName="Status" ma:format="Dropdown" ma:internalName="Status">
      <xsd:simpleType>
        <xsd:restriction base="dms:Text">
          <xsd:maxLength value="255"/>
        </xsd:restriction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a6ec7d-b27d-4976-a2d2-0968bdeefb8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e8b56304-9baf-48d2-b59c-545f107b0cc8}" ma:internalName="TaxCatchAll" ma:showField="CatchAllData" ma:web="cfa6ec7d-b27d-4976-a2d2-0968bdeefb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C96F39-E119-4A42-9218-10B2A2C75064}">
  <ds:schemaRefs>
    <ds:schemaRef ds:uri="http://schemas.microsoft.com/office/2006/metadata/properties"/>
    <ds:schemaRef ds:uri="http://www.w3.org/2000/xmlns/"/>
    <ds:schemaRef ds:uri="09261daf-a6c8-4475-bfe4-e465f101f752"/>
    <ds:schemaRef ds:uri="http://www.w3.org/2001/XMLSchema-instance"/>
    <ds:schemaRef ds:uri="cfa6ec7d-b27d-4976-a2d2-0968bdeefb84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17D122A-BC23-42A0-A050-3564878F3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11D35F-21CC-41E8-8461-77A4A33C9534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09261daf-a6c8-4475-bfe4-e465f101f752"/>
    <ds:schemaRef ds:uri="cfa6ec7d-b27d-4976-a2d2-0968bdeefb84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Words>3162</Words>
  <Application>Microsoft Office PowerPoint</Application>
  <PresentationFormat>Widescreen</PresentationFormat>
  <Paragraphs>514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65</vt:i4>
      </vt:variant>
    </vt:vector>
  </HeadingPairs>
  <TitlesOfParts>
    <vt:vector size="77" baseType="lpstr">
      <vt:lpstr>Calibri Light</vt:lpstr>
      <vt:lpstr>Roboto Regular</vt:lpstr>
      <vt:lpstr>Roboto Bold</vt:lpstr>
      <vt:lpstr>Aptos Display</vt:lpstr>
      <vt:lpstr>Calibri</vt:lpstr>
      <vt:lpstr>gatebase Medium</vt:lpstr>
      <vt:lpstr>Aptos</vt:lpstr>
      <vt:lpstr>Arial</vt:lpstr>
      <vt:lpstr>Roboto Medium</vt:lpstr>
      <vt:lpstr>Roboto</vt:lpstr>
      <vt:lpstr>Redgate theme v2</vt:lpstr>
      <vt:lpstr>Office Theme</vt:lpstr>
      <vt:lpstr>PowerPoint Presentation</vt:lpstr>
      <vt:lpstr>PowerPoint Presentation</vt:lpstr>
      <vt:lpstr>Session Overview</vt:lpstr>
      <vt:lpstr>The Multi-Cloud Landscape</vt:lpstr>
      <vt:lpstr>VM Compute: Core Concepts</vt:lpstr>
      <vt:lpstr>Storage Models</vt:lpstr>
      <vt:lpstr>PowerPoint Presentation</vt:lpstr>
      <vt:lpstr>AWS Compute</vt:lpstr>
      <vt:lpstr>AWS VM Instance Families</vt:lpstr>
      <vt:lpstr>AWS Memory Optimized VM Family Instances</vt:lpstr>
      <vt:lpstr>I and D VM Instance Families</vt:lpstr>
      <vt:lpstr>AWS Instance Summary</vt:lpstr>
      <vt:lpstr>AWS Storage</vt:lpstr>
      <vt:lpstr>Storage</vt:lpstr>
      <vt:lpstr>Practical Recommendations</vt:lpstr>
      <vt:lpstr>PowerPoint Presentation</vt:lpstr>
      <vt:lpstr>Azure Compute</vt:lpstr>
      <vt:lpstr>Azure VM Families</vt:lpstr>
      <vt:lpstr>Memory Optimized VM Family</vt:lpstr>
      <vt:lpstr>In Summary</vt:lpstr>
      <vt:lpstr>Azure Storage</vt:lpstr>
      <vt:lpstr>Storage</vt:lpstr>
      <vt:lpstr>Not for Database Workloads</vt:lpstr>
      <vt:lpstr>Network Attached Storage</vt:lpstr>
      <vt:lpstr>Recommended Storage Practices</vt:lpstr>
      <vt:lpstr>PowerPoint Presentation</vt:lpstr>
      <vt:lpstr>Google Cloud Compute</vt:lpstr>
      <vt:lpstr>Google Cloud Compute Instance Family</vt:lpstr>
      <vt:lpstr>Compute-Optimized (C2, C3)</vt:lpstr>
      <vt:lpstr>Memory-Optimized (M1, M2, M3) </vt:lpstr>
      <vt:lpstr>Specialty VMs</vt:lpstr>
      <vt:lpstr>In Summary</vt:lpstr>
      <vt:lpstr>Google Cloud Storage</vt:lpstr>
      <vt:lpstr>Persistent Disks</vt:lpstr>
      <vt:lpstr>Local SSD</vt:lpstr>
      <vt:lpstr>Filestore </vt:lpstr>
      <vt:lpstr>Network Attached Storage</vt:lpstr>
      <vt:lpstr>Recommended Practices</vt:lpstr>
      <vt:lpstr>AWS vs. Azure vs. GCP Recap</vt:lpstr>
      <vt:lpstr>Networking Fundamentals</vt:lpstr>
      <vt:lpstr>AWS Networking</vt:lpstr>
      <vt:lpstr>Azure Networking</vt:lpstr>
      <vt:lpstr>Google Cloud Networking</vt:lpstr>
      <vt:lpstr>PowerPoint Presentation</vt:lpstr>
      <vt:lpstr>PowerPoint Presentation</vt:lpstr>
      <vt:lpstr>Data Services</vt:lpstr>
      <vt:lpstr>AWS Data Migration and Integration</vt:lpstr>
      <vt:lpstr>Application and Analytics Services</vt:lpstr>
      <vt:lpstr>Monitoring, Secrets and Ops</vt:lpstr>
      <vt:lpstr>PaaS Database Options</vt:lpstr>
      <vt:lpstr>PowerPoint Presentation</vt:lpstr>
      <vt:lpstr>Data Integration and Migration</vt:lpstr>
      <vt:lpstr>Analytics and AI</vt:lpstr>
      <vt:lpstr>Monitoring, Secrets &amp; Ops</vt:lpstr>
      <vt:lpstr>PaaS Database Services</vt:lpstr>
      <vt:lpstr>PowerPoint Presentation</vt:lpstr>
      <vt:lpstr>Data Integration &amp; Migration</vt:lpstr>
      <vt:lpstr>Analytics and AI</vt:lpstr>
      <vt:lpstr>Monitoring, Secrets and Ops</vt:lpstr>
      <vt:lpstr>PaaS Database Services</vt:lpstr>
      <vt:lpstr>AWS vs. Azure vs. Google Cloud Services</vt:lpstr>
      <vt:lpstr>Architectural Patterns</vt:lpstr>
      <vt:lpstr>Best Practices Across Clouds</vt:lpstr>
      <vt:lpstr>Key Takeaways</vt:lpstr>
      <vt:lpstr>PowerPoint Presentation</vt:lpstr>
    </vt:vector>
  </TitlesOfParts>
  <Manager/>
  <Company>RedGate Software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Tom Russell</dc:creator>
  <cp:keywords/>
  <dc:description/>
  <cp:lastModifiedBy>Kellyn Gorman</cp:lastModifiedBy>
  <cp:revision>102</cp:revision>
  <cp:lastPrinted>2015-12-02T11:41:23Z</cp:lastPrinted>
  <dcterms:created xsi:type="dcterms:W3CDTF">2015-11-25T13:50:45Z</dcterms:created>
  <dcterms:modified xsi:type="dcterms:W3CDTF">2025-11-05T14:39:05Z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0x0101003760C779E989E145AAD13EC3F1475DCA</vt:lpwstr>
  </property>
  <property fmtid="{D5CDD505-2E9C-101B-9397-08002B2CF9AE}" pid="3" name="MediaServiceImageTags">
    <vt:lpwstr/>
  </property>
</Properties>
</file>